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1.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b6bda8affba4c91" /><Relationship Type="http://schemas.openxmlformats.org/officeDocument/2006/relationships/extended-properties" Target="/docProps/app.xml" Id="Rf3c58784661541d5" /><Relationship Type="http://schemas.openxmlformats.org/officeDocument/2006/relationships/officeDocument" Target="/ppt/presentation.xml" Id="Re9dc6e25411a46a0" /></Relationships>
</file>

<file path=ppt/presentation.xml><?xml version="1.0" encoding="utf-8"?>
<p:presentation xmlns:p="http://schemas.openxmlformats.org/presentationml/2006/main">
  <p:sldMasterIdLst>
    <p:sldMasterId xmlns:r="http://schemas.openxmlformats.org/officeDocument/2006/relationships" id="2147483648" r:id="R110a795aaf2a4409"/>
  </p:sldMasterIdLst>
  <p:notesMasterIdLst>
    <p:notesMasterId xmlns:r="http://schemas.openxmlformats.org/officeDocument/2006/relationships" r:id="R90410e7fccf14206"/>
  </p:notesMasterIdLst>
  <p:sldIdLst>
    <p:sldId xmlns:r="http://schemas.openxmlformats.org/officeDocument/2006/relationships" id="256" r:id="R1d4f4538c95043b0"/>
    <p:sldId xmlns:r="http://schemas.openxmlformats.org/officeDocument/2006/relationships" id="257" r:id="Rc5d4904d5f3e4863"/>
    <p:sldId xmlns:r="http://schemas.openxmlformats.org/officeDocument/2006/relationships" id="258" r:id="Rce55c9b116ab4987"/>
    <p:sldId xmlns:r="http://schemas.openxmlformats.org/officeDocument/2006/relationships" id="259" r:id="R163d7398b640414d"/>
    <p:sldId xmlns:r="http://schemas.openxmlformats.org/officeDocument/2006/relationships" id="260" r:id="Rfa97632087aa4f9d"/>
    <p:sldId xmlns:r="http://schemas.openxmlformats.org/officeDocument/2006/relationships" id="261" r:id="Rc05f36c05e3c422c"/>
    <p:sldId xmlns:r="http://schemas.openxmlformats.org/officeDocument/2006/relationships" id="262" r:id="Rc866548408474b93"/>
    <p:sldId xmlns:r="http://schemas.openxmlformats.org/officeDocument/2006/relationships" id="263" r:id="R52d0db728c614cd3"/>
    <p:sldId xmlns:r="http://schemas.openxmlformats.org/officeDocument/2006/relationships" id="264" r:id="Rfcd567c6d43044cb"/>
    <p:sldId xmlns:r="http://schemas.openxmlformats.org/officeDocument/2006/relationships" id="265" r:id="R705501aa7c144530"/>
    <p:sldId xmlns:r="http://schemas.openxmlformats.org/officeDocument/2006/relationships" id="266" r:id="Rcf3f039dc8544642"/>
    <p:sldId xmlns:r="http://schemas.openxmlformats.org/officeDocument/2006/relationships" id="267" r:id="Re1b84ac7678d4131"/>
    <p:sldId xmlns:r="http://schemas.openxmlformats.org/officeDocument/2006/relationships" id="268" r:id="R7b0a6075a1b246aa"/>
    <p:sldId xmlns:r="http://schemas.openxmlformats.org/officeDocument/2006/relationships" id="269" r:id="Rd0cad6bdfc5845bb"/>
    <p:sldId xmlns:r="http://schemas.openxmlformats.org/officeDocument/2006/relationships" id="270" r:id="R565ce5a1e8fa44ff"/>
    <p:sldId xmlns:r="http://schemas.openxmlformats.org/officeDocument/2006/relationships" id="271" r:id="R8c6dceaf51e74526"/>
    <p:sldId xmlns:r="http://schemas.openxmlformats.org/officeDocument/2006/relationships" id="272" r:id="R957a2c8a57df4c16"/>
    <p:sldId xmlns:r="http://schemas.openxmlformats.org/officeDocument/2006/relationships" id="273" r:id="R58e78cfb5c6a4dee"/>
    <p:sldId xmlns:r="http://schemas.openxmlformats.org/officeDocument/2006/relationships" id="274" r:id="R5c603496fc494d0f"/>
    <p:sldId xmlns:r="http://schemas.openxmlformats.org/officeDocument/2006/relationships" id="275" r:id="R46099995a962428e"/>
    <p:sldId xmlns:r="http://schemas.openxmlformats.org/officeDocument/2006/relationships" id="276" r:id="Rc9c23bb886cc4015"/>
    <p:sldId xmlns:r="http://schemas.openxmlformats.org/officeDocument/2006/relationships" id="277" r:id="R6111c4df7c2d4ab4"/>
    <p:sldId xmlns:r="http://schemas.openxmlformats.org/officeDocument/2006/relationships" id="278" r:id="Rf75928904d4a42c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fb90ffe8f7046b2" /><Relationship Type="http://schemas.openxmlformats.org/officeDocument/2006/relationships/slideMaster" Target="/ppt/slideMasters/slideMaster1.xml" Id="R110a795aaf2a4409" /><Relationship Type="http://schemas.openxmlformats.org/officeDocument/2006/relationships/notesMaster" Target="/ppt/notesMasters/notesMaster1.xml" Id="R90410e7fccf14206" /><Relationship Type="http://schemas.openxmlformats.org/officeDocument/2006/relationships/presProps" Target="/ppt/presProps.xml" Id="R9db9a7a8e83a473a" /><Relationship Type="http://schemas.openxmlformats.org/officeDocument/2006/relationships/tableStyles" Target="/ppt/tableStyles.xml" Id="Re2ae8e1317d2470a" /><Relationship Type="http://schemas.openxmlformats.org/officeDocument/2006/relationships/slide" Target="/ppt/slides/slide1.xml" Id="R1d4f4538c95043b0" /><Relationship Type="http://schemas.openxmlformats.org/officeDocument/2006/relationships/slide" Target="/ppt/slides/slide2.xml" Id="Rc5d4904d5f3e4863" /><Relationship Type="http://schemas.openxmlformats.org/officeDocument/2006/relationships/slide" Target="/ppt/slides/slide3.xml" Id="Rce55c9b116ab4987" /><Relationship Type="http://schemas.openxmlformats.org/officeDocument/2006/relationships/slide" Target="/ppt/slides/slide4.xml" Id="R163d7398b640414d" /><Relationship Type="http://schemas.openxmlformats.org/officeDocument/2006/relationships/slide" Target="/ppt/slides/slide5.xml" Id="Rfa97632087aa4f9d" /><Relationship Type="http://schemas.openxmlformats.org/officeDocument/2006/relationships/slide" Target="/ppt/slides/slide6.xml" Id="Rc05f36c05e3c422c" /><Relationship Type="http://schemas.openxmlformats.org/officeDocument/2006/relationships/slide" Target="/ppt/slides/slide7.xml" Id="Rc866548408474b93" /><Relationship Type="http://schemas.openxmlformats.org/officeDocument/2006/relationships/slide" Target="/ppt/slides/slide8.xml" Id="R52d0db728c614cd3" /><Relationship Type="http://schemas.openxmlformats.org/officeDocument/2006/relationships/slide" Target="/ppt/slides/slide9.xml" Id="Rfcd567c6d43044cb" /><Relationship Type="http://schemas.openxmlformats.org/officeDocument/2006/relationships/slide" Target="/ppt/slides/slide10.xml" Id="R705501aa7c144530" /><Relationship Type="http://schemas.openxmlformats.org/officeDocument/2006/relationships/slide" Target="/ppt/slides/slide11.xml" Id="Rcf3f039dc8544642" /><Relationship Type="http://schemas.openxmlformats.org/officeDocument/2006/relationships/slide" Target="/ppt/slides/slide12.xml" Id="Re1b84ac7678d4131" /><Relationship Type="http://schemas.openxmlformats.org/officeDocument/2006/relationships/slide" Target="/ppt/slides/slide13.xml" Id="R7b0a6075a1b246aa" /><Relationship Type="http://schemas.openxmlformats.org/officeDocument/2006/relationships/slide" Target="/ppt/slides/slide14.xml" Id="Rd0cad6bdfc5845bb" /><Relationship Type="http://schemas.openxmlformats.org/officeDocument/2006/relationships/slide" Target="/ppt/slides/slide15.xml" Id="R565ce5a1e8fa44ff" /><Relationship Type="http://schemas.openxmlformats.org/officeDocument/2006/relationships/slide" Target="/ppt/slides/slide16.xml" Id="R8c6dceaf51e74526" /><Relationship Type="http://schemas.openxmlformats.org/officeDocument/2006/relationships/slide" Target="/ppt/slides/slide17.xml" Id="R957a2c8a57df4c16" /><Relationship Type="http://schemas.openxmlformats.org/officeDocument/2006/relationships/slide" Target="/ppt/slides/slide18.xml" Id="R58e78cfb5c6a4dee" /><Relationship Type="http://schemas.openxmlformats.org/officeDocument/2006/relationships/slide" Target="/ppt/slides/slide19.xml" Id="R5c603496fc494d0f" /><Relationship Type="http://schemas.openxmlformats.org/officeDocument/2006/relationships/slide" Target="/ppt/slides/slide20.xml" Id="R46099995a962428e" /><Relationship Type="http://schemas.openxmlformats.org/officeDocument/2006/relationships/slide" Target="/ppt/slides/slide21.xml" Id="Rc9c23bb886cc4015" /><Relationship Type="http://schemas.openxmlformats.org/officeDocument/2006/relationships/slide" Target="/ppt/slides/slide22.xml" Id="R6111c4df7c2d4ab4" /><Relationship Type="http://schemas.openxmlformats.org/officeDocument/2006/relationships/slide" Target="/ppt/slides/slide23.xml" Id="Rf75928904d4a42c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24e900c34554fa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4e37fcc587949c4" /><Relationship Type="http://schemas.openxmlformats.org/officeDocument/2006/relationships/notesMaster" Target="/ppt/notesMasters/notesMaster1.xml" Id="Rbb6ef3a75d87447b" /></Relationships>
</file>

<file path=ppt/notesSlides/_rels/notesSlide2.xml.rels>&#65279;<?xml version="1.0" encoding="utf-8"?><Relationships xmlns="http://schemas.openxmlformats.org/package/2006/relationships"><Relationship Type="http://schemas.openxmlformats.org/officeDocument/2006/relationships/slide" Target="/ppt/slides/slide2.xml" Id="R479dfc1e82c44495" /><Relationship Type="http://schemas.openxmlformats.org/officeDocument/2006/relationships/notesMaster" Target="/ppt/notesMasters/notesMaster1.xml" Id="R8047c672d86244d1" /></Relationships>
</file>

<file path=ppt/notesSlides/_rels/notesSlide3.xml.rels>&#65279;<?xml version="1.0" encoding="utf-8"?><Relationships xmlns="http://schemas.openxmlformats.org/package/2006/relationships"><Relationship Type="http://schemas.openxmlformats.org/officeDocument/2006/relationships/slide" Target="/ppt/slides/slide3.xml" Id="R44a03d2b4cd34046" /><Relationship Type="http://schemas.openxmlformats.org/officeDocument/2006/relationships/notesMaster" Target="/ppt/notesMasters/notesMaster1.xml" Id="Rd91a12fdc3794d7d" /></Relationships>
</file>

<file path=ppt/notesSlides/_rels/notesSlide4.xml.rels>&#65279;<?xml version="1.0" encoding="utf-8"?><Relationships xmlns="http://schemas.openxmlformats.org/package/2006/relationships"><Relationship Type="http://schemas.openxmlformats.org/officeDocument/2006/relationships/slide" Target="/ppt/slides/slide4.xml" Id="R98a36f8d72e84571" /><Relationship Type="http://schemas.openxmlformats.org/officeDocument/2006/relationships/notesMaster" Target="/ppt/notesMasters/notesMaster1.xml" Id="Rc94a7f38ee4f406a" /></Relationships>
</file>

<file path=ppt/notesSlides/_rels/notesSlide5.xml.rels>&#65279;<?xml version="1.0" encoding="utf-8"?><Relationships xmlns="http://schemas.openxmlformats.org/package/2006/relationships"><Relationship Type="http://schemas.openxmlformats.org/officeDocument/2006/relationships/slide" Target="/ppt/slides/slide5.xml" Id="Rab159dc6063842e0" /><Relationship Type="http://schemas.openxmlformats.org/officeDocument/2006/relationships/notesMaster" Target="/ppt/notesMasters/notesMaster1.xml" Id="Rbb7d316499734597" /></Relationships>
</file>

<file path=ppt/notesSlides/_rels/notesSlide6.xml.rels>&#65279;<?xml version="1.0" encoding="utf-8"?><Relationships xmlns="http://schemas.openxmlformats.org/package/2006/relationships"><Relationship Type="http://schemas.openxmlformats.org/officeDocument/2006/relationships/slide" Target="/ppt/slides/slide6.xml" Id="R87a1e83506084249" /><Relationship Type="http://schemas.openxmlformats.org/officeDocument/2006/relationships/notesMaster" Target="/ppt/notesMasters/notesMaster1.xml" Id="Re8fc98d293bc465f" /></Relationships>
</file>

<file path=ppt/notesSlides/_rels/notesSlide7.xml.rels>&#65279;<?xml version="1.0" encoding="utf-8"?><Relationships xmlns="http://schemas.openxmlformats.org/package/2006/relationships"><Relationship Type="http://schemas.openxmlformats.org/officeDocument/2006/relationships/slide" Target="/ppt/slides/slide7.xml" Id="Rf91d013d1adb45e6" /><Relationship Type="http://schemas.openxmlformats.org/officeDocument/2006/relationships/notesMaster" Target="/ppt/notesMasters/notesMaster1.xml" Id="R527933ae093849bb" /></Relationships>
</file>

<file path=ppt/notesSlides/_rels/notesSlide8.xml.rels>&#65279;<?xml version="1.0" encoding="utf-8"?><Relationships xmlns="http://schemas.openxmlformats.org/package/2006/relationships"><Relationship Type="http://schemas.openxmlformats.org/officeDocument/2006/relationships/slide" Target="/ppt/slides/slide8.xml" Id="Rbced20e22ff9417e" /><Relationship Type="http://schemas.openxmlformats.org/officeDocument/2006/relationships/notesMaster" Target="/ppt/notesMasters/notesMaster1.xml" Id="R336d19fa7d0940e4" /></Relationships>
</file>

<file path=ppt/notesSlides/_rels/notesSlide9.xml.rels>&#65279;<?xml version="1.0" encoding="utf-8"?><Relationships xmlns="http://schemas.openxmlformats.org/package/2006/relationships"><Relationship Type="http://schemas.openxmlformats.org/officeDocument/2006/relationships/slide" Target="/ppt/slides/slide9.xml" Id="Raf063e7a82274471" /><Relationship Type="http://schemas.openxmlformats.org/officeDocument/2006/relationships/notesMaster" Target="/ppt/notesMasters/notesMaster1.xml" Id="Rc69b0da97a734242"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42246e0578844d5" /><Relationship Type="http://schemas.openxmlformats.org/officeDocument/2006/relationships/notesMaster" Target="/ppt/notesMasters/notesMaster1.xml" Id="R086d028f91bf4c8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3f5b423cc0146fe" /><Relationship Type="http://schemas.openxmlformats.org/officeDocument/2006/relationships/notesMaster" Target="/ppt/notesMasters/notesMaster1.xml" Id="R0cc77eb8d9f44d9c"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73587c3844b14eca" /><Relationship Type="http://schemas.openxmlformats.org/officeDocument/2006/relationships/notesMaster" Target="/ppt/notesMasters/notesMaster1.xml" Id="R1efcb61ed575484f"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0bd31ef2cc7d4732" /><Relationship Type="http://schemas.openxmlformats.org/officeDocument/2006/relationships/notesMaster" Target="/ppt/notesMasters/notesMaster1.xml" Id="R629cafd2f40d4d0b"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e70c170dd8c46be" /><Relationship Type="http://schemas.openxmlformats.org/officeDocument/2006/relationships/notesMaster" Target="/ppt/notesMasters/notesMaster1.xml" Id="Ra3773ff08dbc43d4"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54a79f37b9db47ab" /><Relationship Type="http://schemas.openxmlformats.org/officeDocument/2006/relationships/notesMaster" Target="/ppt/notesMasters/notesMaster1.xml" Id="Rcdff5004b60c44ec"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58bff04810a6446d" /><Relationship Type="http://schemas.openxmlformats.org/officeDocument/2006/relationships/notesMaster" Target="/ppt/notesMasters/notesMaster1.xml" Id="R2c6a5001256546d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bce1ca572d64c4f" /><Relationship Type="http://schemas.openxmlformats.org/officeDocument/2006/relationships/notesMaster" Target="/ppt/notesMasters/notesMaster1.xml" Id="R8a58400cd1ac424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c4d7be797d44d30" /><Relationship Type="http://schemas.openxmlformats.org/officeDocument/2006/relationships/notesMaster" Target="/ppt/notesMasters/notesMaster1.xml" Id="R4c866f2a2212419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b9e7a648ee94ec7" /><Relationship Type="http://schemas.openxmlformats.org/officeDocument/2006/relationships/notesMaster" Target="/ppt/notesMasters/notesMaster1.xml" Id="R7e92fc33abd944f1"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66780752ec8c4113" /><Relationship Type="http://schemas.openxmlformats.org/officeDocument/2006/relationships/notesMaster" Target="/ppt/notesMasters/notesMaster1.xml" Id="Re2e19908fd23486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6078bddf1c94aa9" /><Relationship Type="http://schemas.openxmlformats.org/officeDocument/2006/relationships/notesMaster" Target="/ppt/notesMasters/notesMaster1.xml" Id="R94c4c9820543456a"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832941c378c14ff9" /><Relationship Type="http://schemas.openxmlformats.org/officeDocument/2006/relationships/notesMaster" Target="/ppt/notesMasters/notesMaster1.xml" Id="R1867ddbd490f43c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db755b87312480e" /><Relationship Type="http://schemas.openxmlformats.org/officeDocument/2006/relationships/notesMaster" Target="/ppt/notesMasters/notesMaster1.xml" Id="R6c3aa5e91eb54da3"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project extends BEVFusion in two places. First, a spatial gate changes the camera–LiDAR mixture at each BEV cell. Second, a local refinement branch resamples the fused feature map around each coarse object proposal. I will follow the data through the network, then separate what I implemented from what the recorded experiments establish.</a:t>
            </a:r>
          </a:p>
          <a:p xmlns:a="http://schemas.openxmlformats.org/drawingml/2006/main">
            <a:r>
              <a:t/>
            </a:r>
          </a:p>
          <a:p xmlns:a="http://schemas.openxmlformats.org/drawingml/2006/main">
            <a:r>
              <a:t>Sources</a:t>
            </a:r>
          </a:p>
          <a:p xmlns:a="http://schemas.openxmlformats.org/drawingml/2006/main">
            <a:r>
              <a:t>https://github.com/Ulteraa/research-projects/blob/main/bevfusion-reliable-refinement/src/transfusion_head.py</a:t>
            </a:r>
          </a:p>
          <a:p xmlns:a="http://schemas.openxmlformats.org/drawingml/2006/main">
            <a:r>
              <a:t>https://github.com/Ulteraa/research-projects/blob/main/bevfusion-reliable-refinement/RESULTS.md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Read the two sensor streams from left to right. The camera path extracts image features and lifts them into metric space. The LiDAR path voxelizes points and uses a sparse 3D encoder. Both produce aligned 180 by 180 BEV maps. My gate replaces the original concatenation fuser. The shared backbone and TransFusion head produce coarse proposals. My second addition samples local BEV evidence and predicts residual corrections. The dashed connection matters: this DepthLSS camera path also uses projected LiDAR depth.</a:t>
            </a:r>
          </a:p>
          <a:p xmlns:a="http://schemas.openxmlformats.org/drawingml/2006/main">
            <a:r>
              <a:t/>
            </a:r>
          </a:p>
          <a:p xmlns:a="http://schemas.openxmlformats.org/drawingml/2006/main">
            <a:r>
              <a:t>Sources</a:t>
            </a:r>
          </a:p>
          <a:p xmlns:a="http://schemas.openxmlformats.org/drawingml/2006/main">
            <a:r>
              <a:t>https://github.com/Ulteraa/research-projects/blob/main/bevfusion-reliable-refinement/src/transfusion_head.py</a:t>
            </a:r>
          </a:p>
          <a:p xmlns:a="http://schemas.openxmlformats.org/drawingml/2006/main">
            <a:r>
              <a:t>https://github.com/open-mmlab/mmdetection3d/blob/v1.4.0/projects/BEVFusion/bevfusion/depth_lss.py</a:t>
            </a:r>
          </a:p>
          <a:p xmlns:a="http://schemas.openxmlformats.org/drawingml/2006/main">
            <a:r>
              <a:t>https://github.com/open-mmlab/mmdetection3d/blob/v1.4.0/projects/BEVFusion/configs/bevfusion_lidar-cam_voxel0075_second_secfpn_8xb4-cyclic-20e_nus-3d.py</a:t>
            </a:r>
          </a:p>
          <a:p xmlns:a="http://schemas.openxmlformats.org/drawingml/2006/main">
            <a:r>
              <a:t>https://github.com/open-mmlab/mmdetection3d/blob/v1.4.0/projects/BEVFusion/configs/bevfusion_lidar_voxel0075_second_secfpn_8xb4-cyclic-20e_nus-3d.py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representation is the key design choice. Each BEV cell indexes the same metric x–y location for both modalities, even though the channel counts differ. The LiDAR voxel size is 7.5 centimetres in x and y, followed by a spatial stride of eight. The camera transform pools on a 30-centimetre grid and downsamples by two. Both paths therefore finish at 60 centimetres per cell across a 108-metre square. The small grid and object outline are explanatory schematics.</a:t>
            </a:r>
          </a:p>
          <a:p xmlns:a="http://schemas.openxmlformats.org/drawingml/2006/main">
            <a:r>
              <a:t/>
            </a:r>
          </a:p>
          <a:p xmlns:a="http://schemas.openxmlformats.org/drawingml/2006/main">
            <a:r>
              <a:t>Sources</a:t>
            </a:r>
          </a:p>
          <a:p xmlns:a="http://schemas.openxmlformats.org/drawingml/2006/main">
            <a:r>
              <a:t>https://github.com/open-mmlab/mmdetection3d/blob/v1.4.0/projects/BEVFusion/configs/bevfusion_lidar-cam_voxel0075_second_secfpn_8xb4-cyclic-20e_nus-3d.py</a:t>
            </a:r>
          </a:p>
          <a:p xmlns:a="http://schemas.openxmlformats.org/drawingml/2006/main">
            <a:r>
              <a:t>https://github.com/open-mmlab/mmdetection3d/blob/v1.4.0/projects/BEVFusion/configs/bevfusion_lidar_voxel0075_second_secfpn_8xb4-cyclic-20e_nus-3d.py</a:t>
            </a:r>
          </a:p>
          <a:p xmlns:a="http://schemas.openxmlformats.org/drawingml/2006/main">
            <a:r>
              <a:t>https://github.com/open-mmlab/mmdetection3d/blob/v1.4.0/projects/BEVFusion/bevfusion/depth_lss.py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Swin-T uses a four-pixel patch embedding and four stages with channel widths 96, 192, 384 and 768. The configured depths are 2, 2, 6 and 2 blocks. The FPN receives the last three stages, converts them to 256 channels, and merges information across scales. BEVFusion selects the 32 by 88 feature map for the view transform. Shapes shown omit batch size and camera count. Patch merging between stages halves the spatial resolution.</a:t>
            </a:r>
          </a:p>
          <a:p xmlns:a="http://schemas.openxmlformats.org/drawingml/2006/main">
            <a:r>
              <a:t/>
            </a:r>
          </a:p>
          <a:p xmlns:a="http://schemas.openxmlformats.org/drawingml/2006/main">
            <a:r>
              <a:t>Sources</a:t>
            </a:r>
          </a:p>
          <a:p xmlns:a="http://schemas.openxmlformats.org/drawingml/2006/main">
            <a:r>
              <a:t>https://github.com/open-mmlab/mmdetection3d/blob/v1.4.0/projects/BEVFusion/configs/bevfusion_lidar-cam_voxel0075_second_secfpn_8xb4-cyclic-20e_nus-3d.py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DepthLSS concatenates a 64-channel encoding of sparse projected LiDAR depth with the 256-channel image feature. Two 3 by 3 convolutions then produce a shared representation. The final 1 by 1 convolution outputs 198 channels, split into 118 depth logits and 80 image-context channels. Softmax acts only along the depth bins. This is why the inherited camera path depends on LiDAR even before fusion. All spatially aligned tensors at the concatenation have resolution 32 by 88.</a:t>
            </a:r>
          </a:p>
          <a:p xmlns:a="http://schemas.openxmlformats.org/drawingml/2006/main">
            <a:r>
              <a:t/>
            </a:r>
          </a:p>
          <a:p xmlns:a="http://schemas.openxmlformats.org/drawingml/2006/main">
            <a:r>
              <a:t>Sources</a:t>
            </a:r>
          </a:p>
          <a:p xmlns:a="http://schemas.openxmlformats.org/drawingml/2006/main">
            <a:r>
              <a:t>https://github.com/open-mmlab/mmdetection3d/blob/v1.4.0/projects/BEVFusion/bevfusion/depth_lss.py</a:t>
            </a:r>
          </a:p>
          <a:p xmlns:a="http://schemas.openxmlformats.org/drawingml/2006/main">
            <a:r>
              <a:t>https://github.com/open-mmlab/mmdetection3d/blob/v1.4.0/projects/BEVFusion/configs/bevfusion_lidar-cam_voxel0075_second_secfpn_8xb4-cyclic-20e_nus-3d.py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one pixel to explain the whole lifting operation. Its image-context vector is copied along 118 possible depths, with each copy scaled by the predicted probability. Camera intrinsics turn image coordinates and depth into a camera ray, and camera-to-LiDAR extrinsics place that ray in the common frame. The implementation undoes image augmentation and applies the LiDAR augmentation consistently. It pools valid points into a 0.3-metre BEV grid, collapses the vertical bin, then downsamples to 0.6 metres. The four probabilities and highlighted cells are illustrative, not model outputs.</a:t>
            </a:r>
          </a:p>
          <a:p xmlns:a="http://schemas.openxmlformats.org/drawingml/2006/main">
            <a:r>
              <a:t/>
            </a:r>
          </a:p>
          <a:p xmlns:a="http://schemas.openxmlformats.org/drawingml/2006/main">
            <a:r>
              <a:t>Technical detail</a:t>
            </a:r>
          </a:p>
          <a:p xmlns:a="http://schemas.openxmlformats.org/drawingml/2006/main">
            <a:r>
              <a:t>Geometry after undoing image augmentation: x_L = R_camera_to_lidar [d K^{-1}(u,v,1)^T] + t_camera_to_lidar. Lifting creates B × 6 × 118 × 32 × 88 × 80 logical values.</a:t>
            </a:r>
          </a:p>
          <a:p xmlns:a="http://schemas.openxmlformats.org/drawingml/2006/main">
            <a:r>
              <a:t/>
            </a:r>
          </a:p>
          <a:p xmlns:a="http://schemas.openxmlformats.org/drawingml/2006/main">
            <a:r>
              <a:t>Sources</a:t>
            </a:r>
          </a:p>
          <a:p xmlns:a="http://schemas.openxmlformats.org/drawingml/2006/main">
            <a:r>
              <a:t>https://github.com/open-mmlab/mmdetection3d/blob/v1.4.0/projects/BEVFusion/bevfusion/depth_lss.py</a:t>
            </a:r>
          </a:p>
          <a:p xmlns:a="http://schemas.openxmlformats.org/drawingml/2006/main">
            <a:r>
              <a:t>https://github.com/open-mmlab/mmdetection3d/blob/v1.4.0/projects/BEVFusion/configs/bevfusion_lidar-cam_voxel0075_second_secfpn_8xb4-cyclic-20e_nus-3d.py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input contains five features per point and accumulates nine prior sweeps with the current scan. Hard voxelization groups points into 7.5-centimetre x–y cells and 20-centimetre vertical cells. Mean reduction produces a voxel feature from at most ten points. Sparse convolution stages increase channel capacity while reducing resolution. The final sparse volume folds height into channels, giving a 256-channel 180 by 180 BEV map. The points and voxels shown are an explanatory schematic, not a recorded point cloud. Stage labels summarize the configured sparse-encoder channel progression, not every basic block.</a:t>
            </a:r>
          </a:p>
          <a:p xmlns:a="http://schemas.openxmlformats.org/drawingml/2006/main">
            <a:r>
              <a:t/>
            </a:r>
          </a:p>
          <a:p xmlns:a="http://schemas.openxmlformats.org/drawingml/2006/main">
            <a:r>
              <a:t>Sources</a:t>
            </a:r>
          </a:p>
          <a:p xmlns:a="http://schemas.openxmlformats.org/drawingml/2006/main">
            <a:r>
              <a:t>https://github.com/open-mmlab/mmdetection3d/blob/v1.4.0/projects/BEVFusion/configs/bevfusion_lidar_voxel0075_second_secfpn_8xb4-cyclic-20e_nus-3d.py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Both modalities first project to 128 channels. R is a learned camera proxy computed by a small convolutional network and sigmoid. O is the normalized L2 magnitude of the projected LiDAR feature, so it is an occupancy-like proxy rather than a direct point count. The gate sees U, V and both scalar maps, totaling 258 channels. A 3 by 3 convolution, BatchNorm, ReLU and a 1 by 1 convolution produce one sigmoid weight at every BEV cell. The detection objective trains this computation end to end.</a:t>
            </a:r>
          </a:p>
          <a:p xmlns:a="http://schemas.openxmlformats.org/drawingml/2006/main">
            <a:r>
              <a:t/>
            </a:r>
          </a:p>
          <a:p xmlns:a="http://schemas.openxmlformats.org/drawingml/2006/main">
            <a:r>
              <a:t>Sources</a:t>
            </a:r>
          </a:p>
          <a:p xmlns:a="http://schemas.openxmlformats.org/drawingml/2006/main">
            <a:r>
              <a:t>https://github.com/Ulteraa/research-projects/blob/main/bevfusion-reliable-refinement/src/transfusion_head.py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map shows an example of what spatial gating means, not an extracted activation. A gate value of 0.8 weights the camera projection by 0.8 and the LiDAR projection by 0.2 before concatenation. The output block learns how to combine those weighted features. A separate 1 by 1 LiDAR residual adds another geometry path. This is not a convex average of final features because the output convolution and residual change the result. High G also does not imply exclusive camera use.</a:t>
            </a:r>
          </a:p>
          <a:p xmlns:a="http://schemas.openxmlformats.org/drawingml/2006/main">
            <a:r>
              <a:t/>
            </a:r>
          </a:p>
          <a:p xmlns:a="http://schemas.openxmlformats.org/drawingml/2006/main">
            <a:r>
              <a:t>Sources</a:t>
            </a:r>
          </a:p>
          <a:p xmlns:a="http://schemas.openxmlformats.org/drawingml/2006/main">
            <a:r>
              <a:t>https://github.com/Ulteraa/research-projects/blob/main/bevfusion-reliable-refinement/src/transfusion_head.py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shared SECOND backbone has stages with 128 and 256 channels. The FPN brings them to a common resolution and concatenates two 256-channel outputs, producing 512 channels. The head reduces that to 128. A dense heatmap predicts ten class scores at each cell, local maximum filtering suppresses neighboring peaks, and the top 200 scores across classes initialize queries. The model gathers the BEV feature at each selected index and adds a learned class embedding. The heatmap shown is illustrative. Query selection is discrete and uses a detached heatmap.</a:t>
            </a:r>
          </a:p>
          <a:p xmlns:a="http://schemas.openxmlformats.org/drawingml/2006/main">
            <a:r>
              <a:t/>
            </a:r>
          </a:p>
          <a:p xmlns:a="http://schemas.openxmlformats.org/drawingml/2006/main">
            <a:r>
              <a:t>Sources</a:t>
            </a:r>
          </a:p>
          <a:p xmlns:a="http://schemas.openxmlformats.org/drawingml/2006/main">
            <a:r>
              <a:t>https://github.com/open-mmlab/mmdetection3d/blob/v1.4.0/projects/BEVFusion/configs/bevfusion_lidar_voxel0075_second_secfpn_8xb4-cyclic-20e_nus-3d.py</a:t>
            </a:r>
          </a:p>
          <a:p xmlns:a="http://schemas.openxmlformats.org/drawingml/2006/main">
            <a:r>
              <a:t>https://github.com/Ulteraa/research-projects/blob/main/bevfusion-reliable-refinement/src/transfusion_head.py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configured head uses one transformer decoder layer. Self-attention lets candidate objects interact. Cross-attention lets each query inspect all 32,400 BEV positions. Positional encodings tell attention where a query and each feature belong. The feed-forward sublayer has width 256, with residual paths and LayerNorm inside the decoder. Separate prediction heads produce x–y center, height, logarithmic dimensions, sine/cosine rotation and velocity. Classification uses ten logits. The center head predicts an offset added to the query position.</a:t>
            </a:r>
          </a:p>
          <a:p xmlns:a="http://schemas.openxmlformats.org/drawingml/2006/main">
            <a:r>
              <a:t/>
            </a:r>
          </a:p>
          <a:p xmlns:a="http://schemas.openxmlformats.org/drawingml/2006/main">
            <a:r>
              <a:t>Sources</a:t>
            </a:r>
          </a:p>
          <a:p xmlns:a="http://schemas.openxmlformats.org/drawingml/2006/main">
            <a:r>
              <a:t>https://github.com/open-mmlab/mmdetection3d/blob/v1.4.0/projects/BEVFusion/configs/bevfusion_lidar_voxel0075_second_secfpn_8xb4-cyclic-20e_nus-3d.py</a:t>
            </a:r>
          </a:p>
          <a:p xmlns:a="http://schemas.openxmlformats.org/drawingml/2006/main">
            <a:r>
              <a:t>https://github.com/Ulteraa/research-projects/blob/main/bevfusion-reliable-refinement/src/transfusion_head.py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 every coarse center the refinement branch builds offsets from minus two to plus two cells in x and y. That produces 25 sample centers with a 0.6-metre spacing. The outer centers span 2.4 metres, which is not the network receptive field or a guaranteed object-coverage size. Bilinear interpolation retrieves a 128-channel vector at each sample. Mean pooling collapses the 25 vectors to a single local-context vector. There are 200 proposals, so the sampler evaluates 5,000 positions per sample. The box and grid are schematics.</a:t>
            </a:r>
          </a:p>
          <a:p xmlns:a="http://schemas.openxmlformats.org/drawingml/2006/main">
            <a:r>
              <a:t/>
            </a:r>
          </a:p>
          <a:p xmlns:a="http://schemas.openxmlformats.org/drawingml/2006/main">
            <a:r>
              <a:t>Sources</a:t>
            </a:r>
          </a:p>
          <a:p xmlns:a="http://schemas.openxmlformats.org/drawingml/2006/main">
            <a:r>
              <a:t>https://github.com/Ulteraa/research-projects/blob/main/bevfusion-reliable-refinement/src/transfusion_head.py</a:t>
            </a:r>
          </a:p>
          <a:p xmlns:a="http://schemas.openxmlformats.org/drawingml/2006/main">
            <a:r>
              <a:t>https://github.com/Ulteraa/research-projects/blob/main/bevfusion-reliable-refinement/configs/bevfusion_lidar-cam_reliablefuser_objectrefine_6e_mini.py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query already summarizes global context. The sampled patch contributes local evidence around the predicted object center. Concatenating those two 128-channel vectors produces 256 channels. A 1 by 1 Conv1d, BatchNorm and ReLU reduce this back to 128 before separate residual heads. In this configuration each head uses two convolutions. The residual adds to the coarse center, height, log dimensions, sine/cosine rotation and velocity with weight one. There is no extra classification residual. Because the sampler uses the predicted center without detaching it, box loss can also influence where it samples.</a:t>
            </a:r>
          </a:p>
          <a:p xmlns:a="http://schemas.openxmlformats.org/drawingml/2006/main">
            <a:r>
              <a:t/>
            </a:r>
          </a:p>
          <a:p xmlns:a="http://schemas.openxmlformats.org/drawingml/2006/main">
            <a:r>
              <a:t>Sources</a:t>
            </a:r>
          </a:p>
          <a:p xmlns:a="http://schemas.openxmlformats.org/drawingml/2006/main">
            <a:r>
              <a:t>https://github.com/Ulteraa/research-projects/blob/main/bevfusion-reliable-refinement/src/transfusion_head.py</a:t>
            </a:r>
          </a:p>
          <a:p xmlns:a="http://schemas.openxmlformats.org/drawingml/2006/main">
            <a:r>
              <a:t>https://github.com/Ulteraa/research-projects/blob/main/bevfusion-reliable-refinement/configs/bevfusion_lidar-cam_reliablefuser_objectrefine_6e_mini.py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Training combines dense Gaussian focal loss, sigmoid focal classification loss and weighted L1 regression with weight 0.25. The regression target uses the final refined box. Hungarian matching is a discrete target assignment step with a separate weighted cost: 0.15 classification, 0.25 BEV-center and 0.25 IoU. The IoU term in matching is not an additional differentiable IoU loss. Velocity has regression code weight 0.2 for each component, while the first eight components use one. The mini configuration uses six epochs and batch size one. The recorded run summary does not preserve every resolved run detail.</a:t>
            </a:r>
          </a:p>
          <a:p xmlns:a="http://schemas.openxmlformats.org/drawingml/2006/main">
            <a:r>
              <a:t/>
            </a:r>
          </a:p>
          <a:p xmlns:a="http://schemas.openxmlformats.org/drawingml/2006/main">
            <a:r>
              <a:t>Sources</a:t>
            </a:r>
          </a:p>
          <a:p xmlns:a="http://schemas.openxmlformats.org/drawingml/2006/main">
            <a:r>
              <a:t>https://github.com/Ulteraa/research-projects/blob/main/bevfusion-reliable-refinement/src/transfusion_head.py</a:t>
            </a:r>
          </a:p>
          <a:p xmlns:a="http://schemas.openxmlformats.org/drawingml/2006/main">
            <a:r>
              <a:t>https://github.com/open-mmlab/mmdetection3d/blob/v1.4.0/projects/BEVFusion/configs/bevfusion_lidar_voxel0075_second_secfpn_8xb4-cyclic-20e_nus-3d.py</a:t>
            </a:r>
          </a:p>
          <a:p xmlns:a="http://schemas.openxmlformats.org/drawingml/2006/main">
            <a:r>
              <a:t>https://github.com/Ulteraa/research-projects/blob/main/bevfusion-reliable-refinement/configs/bevfusion_lidar-cam_reliablefuser_objectrefine_6e_mini.py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quantitative evidence available in the supplied material. The baseline records mAP 25.78 percent and NDS 25.20 percent. The gate variant records 23.92 and 24.15 percent, decreases of 1.86 and 1.05 percentage points. I would state the negative result directly. It motivates controlled ablations rather than a claim that reliability-aware fusion already helps. The recorded summary does not include the full raw evaluation logs, and the combined refinement metrics are not available here. The appendix preserves an editable results table for those measurements.</a:t>
            </a:r>
          </a:p>
          <a:p xmlns:a="http://schemas.openxmlformats.org/drawingml/2006/main">
            <a:r>
              <a:t/>
            </a:r>
          </a:p>
          <a:p xmlns:a="http://schemas.openxmlformats.org/drawingml/2006/main">
            <a:r>
              <a:t>Sources</a:t>
            </a:r>
          </a:p>
          <a:p xmlns:a="http://schemas.openxmlformats.org/drawingml/2006/main">
            <a:r>
              <a:t>https://github.com/Ulteraa/research-projects/blob/main/bevfusion-reliable-refinement/RESULTS.md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visualization supplied in the original deck, preserved without changing its boxes. It is useful for showing how the 3D predictions appear in camera views and for discussing localization quality. I would point to box centers, extents and orientation and explain how local BEV context could affect them. The available frame does not independently identify the exact model variant or checkpoint, so I do not present it as a verified before-and-after refinement comparison. Source: supplied BEVFusion technical presentation.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engineering contribution is precise: a spatially conditioned fusion module and a differentiable local sampling branch for coarse-box correction. The gate-alone numbers are negative, and the combined model still needs its final evaluation entered. The next decision depends on a controlled two-by-two comparison of baseline fusion versus gating and no refinement versus refinement. I would examine localization errors and runtime alongside mAP and NDS, and use a shuffled-context control to test whether the local evidence is responsible for any benefit.</a:t>
            </a:r>
          </a:p>
          <a:p xmlns:a="http://schemas.openxmlformats.org/drawingml/2006/main">
            <a:r>
              <a:t/>
            </a:r>
          </a:p>
          <a:p xmlns:a="http://schemas.openxmlformats.org/drawingml/2006/main">
            <a:r>
              <a:t>Sources</a:t>
            </a:r>
          </a:p>
          <a:p xmlns:a="http://schemas.openxmlformats.org/drawingml/2006/main">
            <a:r>
              <a:t>https://github.com/Ulteraa/research-projects/blob/main/bevfusion-reliable-refinement/src/transfusion_head.py</a:t>
            </a:r>
          </a:p>
          <a:p xmlns:a="http://schemas.openxmlformats.org/drawingml/2006/main">
            <a:r>
              <a:t>https://github.com/Ulteraa/research-projects/blob/main/bevfusion-reliable-refinement/RESULTS.md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four numbers are an illustrative scalar channel. At x equal to 0.25 and y equal to 0.75, the weights are 0.1875, 0.0625, 0.5625 and 0.1875, giving 5.5. The actual sampler operates independently across 128 feature channels at every one of the 25 offsets per proposal. It uses align_corners=True, so indices zero and W minus one map exactly to minus one and plus one. Out-of-bounds samples use zero padding and remain part of the mean, which can dilute boundary context. Coarse centers are not detached before grid_sample. The earlier top-k query selection is discrete.</a:t>
            </a:r>
          </a:p>
          <a:p xmlns:a="http://schemas.openxmlformats.org/drawingml/2006/main">
            <a:r>
              <a:t/>
            </a:r>
          </a:p>
          <a:p xmlns:a="http://schemas.openxmlformats.org/drawingml/2006/main">
            <a:r>
              <a:t>Sources</a:t>
            </a:r>
          </a:p>
          <a:p xmlns:a="http://schemas.openxmlformats.org/drawingml/2006/main">
            <a:r>
              <a:t>https://github.com/Ulteraa/research-projects/blob/main/bevfusion-reliable-refinement/src/transfusion_head.py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residual branch operates in the inherited encoded space. A center residual of one means 0.6 metres after decoding. A dimension residual adds to a log dimension, so it becomes a multiplicative change after exponentiation. Rotation corrections add to sine and cosine components before atan2. The code does not normalize that pair onto the unit circle. The decoder returns z as the box-center height and the inherited output path converts to the expected bottom-center box convention. The table and wireframe explain representation, not measured predictions.</a:t>
            </a:r>
          </a:p>
          <a:p xmlns:a="http://schemas.openxmlformats.org/drawingml/2006/main">
            <a:r>
              <a:t/>
            </a:r>
          </a:p>
          <a:p xmlns:a="http://schemas.openxmlformats.org/drawingml/2006/main">
            <a:r>
              <a:t>Sources</a:t>
            </a:r>
          </a:p>
          <a:p xmlns:a="http://schemas.openxmlformats.org/drawingml/2006/main">
            <a:r>
              <a:t>https://github.com/Ulteraa/research-projects/blob/main/bevfusion-reliable-refinement/src/transfusion_head.py</a:t>
            </a:r>
          </a:p>
          <a:p xmlns:a="http://schemas.openxmlformats.org/drawingml/2006/main">
            <a:r>
              <a:t>https://github.com/open-mmlab/mmdetection3d/blob/v1.4.0/projects/BEVFusion/bevfusion/utils.py</a:t>
            </a:r>
          </a:p>
          <a:p xmlns:a="http://schemas.openxmlformats.org/drawingml/2006/main">
            <a:r>
              <a:t>https://github.com/open-mmlab/mmdetection3d/blob/v1.4.0/projects/BEVFusion/configs/bevfusion_lidar_voxel0075_second_secfpn_8xb4-cyclic-20e_nus-3d.py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All shapes omit batch dimension. The 80 or 256 entry denotes separate camera and LiDAR maps, not a fractional dimension. The backbone and head row similarly denotes the FPN output followed by the shared head convolution. The frustum shape follows the code after permutation to put context channels last. It is a logical activation shape and should not be treated as a measured memory footprint.</a:t>
            </a:r>
          </a:p>
          <a:p xmlns:a="http://schemas.openxmlformats.org/drawingml/2006/main">
            <a:r>
              <a:t/>
            </a:r>
          </a:p>
          <a:p xmlns:a="http://schemas.openxmlformats.org/drawingml/2006/main">
            <a:r>
              <a:t>Sources</a:t>
            </a:r>
          </a:p>
          <a:p xmlns:a="http://schemas.openxmlformats.org/drawingml/2006/main">
            <a:r>
              <a:t>https://github.com/open-mmlab/mmdetection3d/blob/v1.4.0/projects/BEVFusion/configs/bevfusion_lidar-cam_voxel0075_second_secfpn_8xb4-cyclic-20e_nus-3d.py</a:t>
            </a:r>
          </a:p>
          <a:p xmlns:a="http://schemas.openxmlformats.org/drawingml/2006/main">
            <a:r>
              <a:t>https://github.com/open-mmlab/mmdetection3d/blob/v1.4.0/projects/BEVFusion/configs/bevfusion_lidar_voxel0075_second_secfpn_8xb4-cyclic-20e_nus-3d.py</a:t>
            </a:r>
          </a:p>
          <a:p xmlns:a="http://schemas.openxmlformats.org/drawingml/2006/main">
            <a:r>
              <a:t>https://github.com/open-mmlab/mmdetection3d/blob/v1.4.0/projects/BEVFusion/bevfusion/depth_lss.py</a:t>
            </a:r>
          </a:p>
          <a:p xmlns:a="http://schemas.openxmlformats.org/drawingml/2006/main">
            <a:r>
              <a:t>https://github.com/Ulteraa/research-projects/blob/main/bevfusion-reliable-refinement/src/transfusion_head.py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table intentionally leaves unreported measurements blank for the final evaluation. The two recorded rows come from the supplied summary. mATE is translation error in metres, mASE is one minus aligned scale IoU, and mAOE is orientation error in radians. The four variants separate the effect of gating from the effect of refinement. Fair comparisons also need comparable parameter capacity, optimization budget, checkpoint initialization and evaluation settings. Use multiple seeds when feasible. Do not fill missing cells with estimates.</a:t>
            </a:r>
          </a:p>
          <a:p xmlns:a="http://schemas.openxmlformats.org/drawingml/2006/main">
            <a:r>
              <a:t/>
            </a:r>
          </a:p>
          <a:p xmlns:a="http://schemas.openxmlformats.org/drawingml/2006/main">
            <a:r>
              <a:t>Sources</a:t>
            </a:r>
          </a:p>
          <a:p xmlns:a="http://schemas.openxmlformats.org/drawingml/2006/main">
            <a:r>
              <a:t>https://github.com/Ulteraa/research-projects/blob/main/bevfusion-reliable-refinement/RESULTS.md</a:t>
            </a:r>
          </a:p>
          <a:p xmlns:a="http://schemas.openxmlformats.org/drawingml/2006/main">
            <a:r>
              <a:t>https://github.com/nutonomy/nuscenes-devkit/blob/master/python-sdk/nuscenes/eval/detection/README.md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Parameter counts come from the module definitions and include convolution parameters and BatchNorm affine weights and biases, not running-statistic buffers. The 43.56 percent increase applies only to the fuser, not the complete detector. The 5,000 local lookup positions are an operation count, not a latency measurement. The boundary sketch shows a real implementation behavior: grid_sample pads outside the BEV map with zeros, and the mean does not mask them. A valid-sample mean is a proposed ablation. Another useful test compares a fixed patch with a larger or box-scaled patch for large objects.</a:t>
            </a:r>
          </a:p>
          <a:p xmlns:a="http://schemas.openxmlformats.org/drawingml/2006/main">
            <a:r>
              <a:t/>
            </a:r>
          </a:p>
          <a:p xmlns:a="http://schemas.openxmlformats.org/drawingml/2006/main">
            <a:r>
              <a:t>Sources</a:t>
            </a:r>
          </a:p>
          <a:p xmlns:a="http://schemas.openxmlformats.org/drawingml/2006/main">
            <a:r>
              <a:t>https://github.com/Ulteraa/research-projects/blob/main/bevfusion-reliable-refinement/src/transfusion_head.py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diagrams follow the custom project code and the MMDetection3D v1.4.0 configurations named by the original material. Exact source links are attached to each technical slide. Tensor dimensions and parameter counts are derivations from those definitions. The score comparison is a recorded summary rather than a fresh evaluation. The authentic detection image comes from the supplied presentation.</a:t>
            </a:r>
          </a:p>
          <a:p xmlns:a="http://schemas.openxmlformats.org/drawingml/2006/main">
            <a:r>
              <a:t/>
            </a:r>
          </a:p>
          <a:p xmlns:a="http://schemas.openxmlformats.org/drawingml/2006/main">
            <a:r>
              <a:t>Sources</a:t>
            </a:r>
          </a:p>
          <a:p xmlns:a="http://schemas.openxmlformats.org/drawingml/2006/main">
            <a:r>
              <a:t>https://github.com/Ulteraa/research-projects/blob/main/bevfusion-reliable-refinement/src/transfusion_head.py</a:t>
            </a:r>
          </a:p>
          <a:p xmlns:a="http://schemas.openxmlformats.org/drawingml/2006/main">
            <a:r>
              <a:t>https://github.com/open-mmlab/mmdetection3d/blob/v1.4.0/projects/BEVFusion/bevfusion/depth_lss.py</a:t>
            </a:r>
          </a:p>
          <a:p xmlns:a="http://schemas.openxmlformats.org/drawingml/2006/main">
            <a:r>
              <a:t>https://github.com/open-mmlab/mmdetection3d/blob/v1.4.0/projects/BEVFusion/configs/bevfusion_lidar-cam_voxel0075_second_secfpn_8xb4-cyclic-20e_nus-3d.py</a:t>
            </a:r>
          </a:p>
          <a:p xmlns:a="http://schemas.openxmlformats.org/drawingml/2006/main">
            <a:r>
              <a:t>https://github.com/open-mmlab/mmdetection3d/blob/v1.4.0/projects/BEVFusion/configs/bevfusion_lidar_voxel0075_second_secfpn_8xb4-cyclic-20e_nus-3d.py</a:t>
            </a:r>
          </a:p>
          <a:p xmlns:a="http://schemas.openxmlformats.org/drawingml/2006/main">
            <a:r>
              <a:t>https://github.com/Ulteraa/research-projects/blob/main/bevfusion-reliable-refinement/configs/bevfusion_lidar-cam_reliablefuser_objectrefine_6e_mini.py</a:t>
            </a:r>
          </a:p>
          <a:p xmlns:a="http://schemas.openxmlformats.org/drawingml/2006/main">
            <a:r>
              <a:t>https://github.com/Ulteraa/research-projects/blob/main/bevfusion-reliable-refinement/RESULTS.md</a:t>
            </a:r>
          </a:p>
          <a:p xmlns:a="http://schemas.openxmlformats.org/drawingml/2006/main">
            <a:r>
              <a:t>https://github.com/open-mmlab/mmdetection3d/blob/v1.4.0/projects/BEVFusion/bevfusion/utils.py</a:t>
            </a:r>
          </a:p>
          <a:p xmlns:a="http://schemas.openxmlformats.org/drawingml/2006/main">
            <a:r>
              <a:t>https://github.com/nutonomy/nuscenes-devkit/blob/master/python-sdk/nuscenes/eval/detection/README.md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f44bdcc079f44f0"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0115bf8f018405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a785bf73c7c747c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0da9f0940c946d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34284c616c948cb"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2f6d5952f7d453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6EB5887-755A-448E-9D80-89E18FDE1AFA}"/>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C1476935-A1D3-4D7E-BBF8-CE8ACA148E0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1EEB5D9-41F0-48EE-907A-CF75557CE16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01FAEE6-B07B-4469-81E6-2AC4E4A2161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3E8A177-C209-4D36-B7B3-05EF390879E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33E767F-7D19-44F7-A41F-967ABEAB96E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D0180D07-B0EA-4072-B615-73CA32CE1E8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7A41B0D-004A-42F6-AE59-88F0A7D0A99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11706595-21FE-410A-905B-8DA7D23368F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F26F6BE-4A40-4D3F-A6B0-3832A7763595}"/>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bd09188a2e842a9" /><Relationship Type="http://schemas.openxmlformats.org/officeDocument/2006/relationships/slideLayout" Target="/ppt/slideLayouts/slideLayout1.xml" Id="R3984f70f63774f6b" /><Relationship Type="http://schemas.openxmlformats.org/officeDocument/2006/relationships/slideLayout" Target="/ppt/slideLayouts/slideLayout2.xml" Id="R8d25b7e552994e6f" /><Relationship Type="http://schemas.openxmlformats.org/officeDocument/2006/relationships/slideLayout" Target="/ppt/slideLayouts/slideLayout3.xml" Id="R116a1860e4ae462d" /><Relationship Type="http://schemas.openxmlformats.org/officeDocument/2006/relationships/slideLayout" Target="/ppt/slideLayouts/slideLayout4.xml" Id="R1b11e2f1c74f46ea" /><Relationship Type="http://schemas.openxmlformats.org/officeDocument/2006/relationships/slideLayout" Target="/ppt/slideLayouts/slideLayout5.xml" Id="R4066902c358d4be8" /><Relationship Type="http://schemas.openxmlformats.org/officeDocument/2006/relationships/slideLayout" Target="/ppt/slideLayouts/slideLayout6.xml" Id="R50e95ec29a1c47e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984f70f63774f6b"/>
    <p:sldLayoutId xmlns:r="http://schemas.openxmlformats.org/officeDocument/2006/relationships" id="2147483650" r:id="R8d25b7e552994e6f"/>
    <p:sldLayoutId xmlns:r="http://schemas.openxmlformats.org/officeDocument/2006/relationships" id="2147483651" r:id="R116a1860e4ae462d"/>
    <p:sldLayoutId xmlns:r="http://schemas.openxmlformats.org/officeDocument/2006/relationships" id="2147483652" r:id="R1b11e2f1c74f46ea"/>
    <p:sldLayoutId xmlns:r="http://schemas.openxmlformats.org/officeDocument/2006/relationships" id="2147483653" r:id="R4066902c358d4be8"/>
    <p:sldLayoutId xmlns:r="http://schemas.openxmlformats.org/officeDocument/2006/relationships" id="2147483654" r:id="R50e95ec29a1c47e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040215d398b4105" /><Relationship Type="http://schemas.openxmlformats.org/officeDocument/2006/relationships/notesSlide" Target="/ppt/notesSlides/notesSlide1.xml" Id="Ra8de1c043c664bb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14e9e4fe990458f" /><Relationship Type="http://schemas.openxmlformats.org/officeDocument/2006/relationships/notesSlide" Target="/ppt/notesSlides/notesSlide2.xml" Id="R07e3c89cd6aa487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2844d911c9e404c" /><Relationship Type="http://schemas.openxmlformats.org/officeDocument/2006/relationships/notesSlide" Target="/ppt/notesSlides/notesSlide3.xml" Id="Rc7be6b5405a240ed"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f332190e4da6474f" /><Relationship Type="http://schemas.openxmlformats.org/officeDocument/2006/relationships/notesSlide" Target="/ppt/notesSlides/notesSlide4.xml" Id="R78669da3fd534a23"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11ed1205f4944e8" /><Relationship Type="http://schemas.openxmlformats.org/officeDocument/2006/relationships/notesSlide" Target="/ppt/notesSlides/notesSlide5.xml" Id="R64d7b454f825461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aa8a353daf6043f6" /><Relationship Type="http://schemas.openxmlformats.org/officeDocument/2006/relationships/notesSlide" Target="/ppt/notesSlides/notesSlide6.xml" Id="Rf6bf266d5987425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8abdb0c7ada47b9" /><Relationship Type="http://schemas.openxmlformats.org/officeDocument/2006/relationships/notesSlide" Target="/ppt/notesSlides/notesSlide7.xml" Id="R85fc60e3b5054722"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9d62e78f2ca47e5" /><Relationship Type="http://schemas.openxmlformats.org/officeDocument/2006/relationships/notesSlide" Target="/ppt/notesSlides/notesSlide8.xml" Id="Rbd8e7ff0b6b049d7"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55300bc5e3db4c6a" /><Relationship Type="http://schemas.openxmlformats.org/officeDocument/2006/relationships/notesSlide" Target="/ppt/notesSlides/notesSlide9.xml" Id="R2602532670ee423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c4011993dc2b4b3c" /><Relationship Type="http://schemas.openxmlformats.org/officeDocument/2006/relationships/notesSlide" Target="/ppt/notesSlides/notesSlide10.xml" Id="Rd5facac9a8a64f5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736064cf4ae4fa3" /><Relationship Type="http://schemas.openxmlformats.org/officeDocument/2006/relationships/notesSlide" Target="/ppt/notesSlides/notesSlide11.xml" Id="R9f571094c6ee4b4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ede536025b3a4b0b" /><Relationship Type="http://schemas.openxmlformats.org/officeDocument/2006/relationships/notesSlide" Target="/ppt/notesSlides/notesSlide12.xml" Id="R5ddacf081b5e4f7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d2b81f1b84934478" /><Relationship Type="http://schemas.openxmlformats.org/officeDocument/2006/relationships/notesSlide" Target="/ppt/notesSlides/notesSlide13.xml" Id="R2810158d3fc04ef0"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94b582c52004c27" /><Relationship Type="http://schemas.openxmlformats.org/officeDocument/2006/relationships/notesSlide" Target="/ppt/notesSlides/notesSlide14.xml" Id="R4d747b57ca1342fe"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9a951e331ef34303" /><Relationship Type="http://schemas.openxmlformats.org/officeDocument/2006/relationships/chart" Target="/ppt/slides/charts/chart1.xml" Id="Rb5cefa790f544201" /><Relationship Type="http://schemas.openxmlformats.org/officeDocument/2006/relationships/notesSlide" Target="/ppt/notesSlides/notesSlide15.xml" Id="Rd7f6c5894c484fa3"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bc70ffaf0874e5f" /><Relationship Type="http://schemas.openxmlformats.org/officeDocument/2006/relationships/image" Target="/ppt/media/image.jpeg" Id="R292ddc5c947b4ce7" /><Relationship Type="http://schemas.openxmlformats.org/officeDocument/2006/relationships/notesSlide" Target="/ppt/notesSlides/notesSlide16.xml" Id="Rfdab0f0a50ba4c47"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b40a86d764684c91" /><Relationship Type="http://schemas.openxmlformats.org/officeDocument/2006/relationships/notesSlide" Target="/ppt/notesSlides/notesSlide17.xml" Id="R9824cd620c974508"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fff77df14bf9431f" /><Relationship Type="http://schemas.openxmlformats.org/officeDocument/2006/relationships/notesSlide" Target="/ppt/notesSlides/notesSlide18.xml" Id="R98f12ff41b7e47f3"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d812809916ed4b5a" /><Relationship Type="http://schemas.openxmlformats.org/officeDocument/2006/relationships/notesSlide" Target="/ppt/notesSlides/notesSlide19.xml" Id="R14e37009d8a74ba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e608a5ef5b604eec" /><Relationship Type="http://schemas.openxmlformats.org/officeDocument/2006/relationships/notesSlide" Target="/ppt/notesSlides/notesSlide20.xml" Id="Rb8a71b8073714d7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8bdea0dc403e4028" /><Relationship Type="http://schemas.openxmlformats.org/officeDocument/2006/relationships/notesSlide" Target="/ppt/notesSlides/notesSlide21.xml" Id="Rbd23a006f9304c2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51a4f6a6d1d04deb" /><Relationship Type="http://schemas.openxmlformats.org/officeDocument/2006/relationships/notesSlide" Target="/ppt/notesSlides/notesSlide22.xml" Id="Rc856eeade29341a4"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26cf301d6f76419f" /><Relationship Type="http://schemas.openxmlformats.org/officeDocument/2006/relationships/notesSlide" Target="/ppt/notesSlides/notesSlide23.xml" Id="R4f906bde58394057"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ConvFuser baseline</c:v>
          </c:tx>
          <c:spPr>
            <a:solidFill xmlns:a="http://schemas.openxmlformats.org/drawingml/2006/main">
              <a:srgbClr val="304C68"/>
            </a:solidFill>
          </c:spPr>
          <c:invertIfNegative val="0"/>
          <c:cat>
            <c:strRef>
              <c:f>'Chart Data'!$A$2:$A$3</c:f>
              <c:strCache>
                <c:ptCount val="2"/>
                <c:pt idx="0">
                  <c:v>mAP</c:v>
                </c:pt>
                <c:pt idx="1">
                  <c:v>NDS</c:v>
                </c:pt>
              </c:strCache>
            </c:strRef>
          </c:cat>
          <c:val>
            <c:numRef>
              <c:f>'Chart Data'!$B$2:$B$3</c:f>
              <c:numCache>
                <c:formatCode>0.00%</c:formatCode>
                <c:ptCount val="2"/>
                <c:pt idx="0">
                  <c:v>0.2578</c:v>
                </c:pt>
                <c:pt idx="1">
                  <c:v>0.252</c:v>
                </c:pt>
              </c:numCache>
            </c:numRef>
          </c:val>
        </c:ser>
        <c:ser>
          <c:idx val="1"/>
          <c:order val="1"/>
          <c:tx>
            <c:v>Spatial gate</c:v>
          </c:tx>
          <c:spPr>
            <a:solidFill xmlns:a="http://schemas.openxmlformats.org/drawingml/2006/main">
              <a:srgbClr val="7351C7"/>
            </a:solidFill>
          </c:spPr>
          <c:invertIfNegative val="0"/>
          <c:cat>
            <c:strRef>
              <c:f>'Chart Data'!$C$2:$C$3</c:f>
              <c:strCache>
                <c:ptCount val="2"/>
                <c:pt idx="0">
                  <c:v>mAP</c:v>
                </c:pt>
                <c:pt idx="1">
                  <c:v>NDS</c:v>
                </c:pt>
              </c:strCache>
            </c:strRef>
          </c:cat>
          <c:val>
            <c:numRef>
              <c:f>'Chart Data'!$D$2:$D$3</c:f>
              <c:numCache>
                <c:formatCode>0.00%</c:formatCode>
                <c:ptCount val="2"/>
                <c:pt idx="0">
                  <c:v>0.2392</c:v>
                </c:pt>
                <c:pt idx="1">
                  <c:v>0.2415</c:v>
                </c:pt>
              </c:numCache>
            </c:numRef>
          </c:val>
        </c:ser>
        <c:dLbls>
          <c:numFmt formatCode="0.00%" sourceLinked="0"/>
          <c:txPr>
            <a:bodyPr xmlns:a="http://schemas.openxmlformats.org/drawingml/2006/main" anchorCtr="1"/>
            <a:lstStyle xmlns:a="http://schemas.openxmlformats.org/drawingml/2006/main"/>
            <a:p xmlns:a="http://schemas.openxmlformats.org/drawingml/2006/main">
              <a:pPr>
                <a:defRPr sz="1725">
                  <a:latin typeface="DejaVu Sans"/>
                  <a:ea typeface="DejaVu Sans"/>
                  <a:cs typeface="DejaVu Sans"/>
                </a:defRPr>
              </a:pPr>
            </a:p>
          </c:txPr>
          <c:dLblPos val="outEnd"/>
          <c:showLegendKey val="0"/>
          <c:showVal val="1"/>
          <c:showCatName val="0"/>
          <c:showSerName val="0"/>
          <c:showPercent val="0"/>
          <c:showBubbleSize val="0"/>
          <c:showLeaderLines val="0"/>
        </c:dLbls>
        <c:gapWidth val="12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CFD7E2"/>
            </a:solidFill>
            <a:prstDash val="solid"/>
          </a:ln>
        </c:spPr>
        <c:txPr>
          <a:bodyPr xmlns:a="http://schemas.openxmlformats.org/drawingml/2006/main" anchorCtr="1"/>
          <a:lstStyle xmlns:a="http://schemas.openxmlformats.org/drawingml/2006/main"/>
          <a:p xmlns:a="http://schemas.openxmlformats.org/drawingml/2006/main">
            <a:pPr>
              <a:defRPr sz="1875">
                <a:solidFill>
                  <a:srgbClr val="666666"/>
                </a:solidFill>
                <a:latin typeface="DejaVu Sans"/>
                <a:ea typeface="DejaVu Sans"/>
                <a:cs typeface="DejaVu Sans"/>
              </a:defRPr>
            </a:pPr>
          </a:p>
        </c:txPr>
        <c:crossAx val="48672768"/>
      </c:catAx>
      <c:valAx>
        <c:axId val="48672768"/>
        <c:scaling>
          <c:orientation val="minMax"/>
          <c:max val="0.3"/>
          <c:min val="0"/>
        </c:scaling>
        <c:delete val="0"/>
        <c:axPos val="l"/>
        <c:majorGridlines>
          <c:spPr>
            <a:ln xmlns:a="http://schemas.openxmlformats.org/drawingml/2006/main" w="9525">
              <a:solidFill>
                <a:srgbClr val="CFD7E2"/>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DejaVu Sans"/>
                <a:ea typeface="DejaVu Sans"/>
                <a:cs typeface="DejaVu Sans"/>
              </a:defRPr>
            </a:pPr>
          </a:p>
        </c:txPr>
        <c:crossAx val="48650112"/>
        <c:crossBetween val="between"/>
        <c:majorUnit val="0.1"/>
      </c:valAx>
      <c:spPr>
        <a:noFill xmlns:a="http://schemas.openxmlformats.org/drawingml/2006/main"/>
        <a:ln xmlns:a="http://schemas.openxmlformats.org/drawingml/2006/main" w="0">
          <a:noFill/>
          <a:prstDash val="solid"/>
        </a:ln>
      </c:spPr>
    </c:plotArea>
    <c:legend>
      <c:legendPos val="b"/>
      <c:overlay val="0"/>
      <c:txPr>
        <a:bodyPr xmlns:a="http://schemas.openxmlformats.org/drawingml/2006/main" anchorCtr="1"/>
        <a:lstStyle xmlns:a="http://schemas.openxmlformats.org/drawingml/2006/main"/>
        <a:p xmlns:a="http://schemas.openxmlformats.org/drawingml/2006/main">
          <a:pPr>
            <a:defRPr sz="1650">
              <a:latin typeface="DejaVu Sans"/>
              <a:ea typeface="DejaVu Sans"/>
              <a:cs typeface="DejaVu Sans"/>
            </a:defRPr>
          </a:pPr>
        </a:p>
      </c:txPr>
    </c:legend>
    <c:plotVisOnly val="1"/>
  </c:chart>
  <c:spPr>
    <a:noFill xmlns:a="http://schemas.openxmlformats.org/drawingml/2006/main"/>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1D31"/>
        </a:solidFill>
      </p:bgPr>
    </p:bg>
    <p:spTree>
      <p:nvGrpSpPr>
        <p:cNvPr id="1" name=""/>
        <p:cNvGrpSpPr/>
        <p:nvPr/>
      </p:nvGrpSpPr>
      <p:grpSpPr>
        <a:xfrm xmlns:a="http://schemas.openxmlformats.org/drawingml/2006/main"/>
      </p:grpSpPr>
      <p:sp>
        <p:nvSpPr>
          <p:cNvPr id="47" name="slide-title">
            <a:extLst xmlns:a="http://schemas.openxmlformats.org/drawingml/2006/main">
              <a:ext uri="{FF2B5EF4-FFF2-40B4-BE49-F238E27FC236}">
                <a16:creationId xmlns:a16="http://schemas.microsoft.com/office/drawing/2014/main" id="{1BAE6220-5A7B-466C-B71B-9984B9908348}"/>
              </a:ext>
            </a:extLst>
          </p:cNvPr>
          <p:cNvSpPr>
            <a:spLocks xmlns:a="http://schemas.openxmlformats.org/drawingml/2006/main" noGrp="1"/>
          </p:cNvSpPr>
          <p:nvPr/>
        </p:nvSpPr>
        <p:spPr>
          <a:xfrm xmlns:a="http://schemas.openxmlformats.org/drawingml/2006/main">
            <a:off x="533400" y="361950"/>
            <a:ext cx="1112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DejaVu Sans"/>
                <a:ea typeface="DejaVu Sans"/>
                <a:cs typeface="DejaVu Sans"/>
              </a:defRPr>
            </a:defPPr>
            <a:lvl1pPr algn="l">
              <a:defRPr sz="3300" b="1">
                <a:solidFill>
                  <a:srgbClr val="FFFFFF"/>
                </a:solidFill>
                <a:latin typeface="DejaVu Sans"/>
                <a:ea typeface="DejaVu Sans"/>
                <a:cs typeface="DejaVu Sans"/>
              </a:defRPr>
            </a:lvl1pPr>
            <a:lvl2pPr algn="l">
              <a:defRPr sz="3300" b="1">
                <a:solidFill>
                  <a:srgbClr val="FFFFFF"/>
                </a:solidFill>
                <a:latin typeface="DejaVu Sans"/>
                <a:ea typeface="DejaVu Sans"/>
                <a:cs typeface="DejaVu Sans"/>
              </a:defRPr>
            </a:lvl2pPr>
            <a:lvl3pPr algn="l">
              <a:defRPr sz="3300" b="1">
                <a:solidFill>
                  <a:srgbClr val="FFFFFF"/>
                </a:solidFill>
                <a:latin typeface="DejaVu Sans"/>
                <a:ea typeface="DejaVu Sans"/>
                <a:cs typeface="DejaVu Sans"/>
              </a:defRPr>
            </a:lvl3pPr>
            <a:lvl4pPr algn="l">
              <a:defRPr sz="3300" b="1">
                <a:solidFill>
                  <a:srgbClr val="FFFFFF"/>
                </a:solidFill>
                <a:latin typeface="DejaVu Sans"/>
                <a:ea typeface="DejaVu Sans"/>
                <a:cs typeface="DejaVu Sans"/>
              </a:defRPr>
            </a:lvl4pPr>
            <a:lvl5pPr algn="l">
              <a:defRPr sz="3300" b="1">
                <a:solidFill>
                  <a:srgbClr val="FFFFFF"/>
                </a:solidFill>
                <a:latin typeface="DejaVu Sans"/>
                <a:ea typeface="DejaVu Sans"/>
                <a:cs typeface="DejaVu Sans"/>
              </a:defRPr>
            </a:lvl5pPr>
            <a:lvl6pPr algn="l">
              <a:defRPr sz="3300" b="1">
                <a:solidFill>
                  <a:srgbClr val="FFFFFF"/>
                </a:solidFill>
                <a:latin typeface="DejaVu Sans"/>
                <a:ea typeface="DejaVu Sans"/>
                <a:cs typeface="DejaVu Sans"/>
              </a:defRPr>
            </a:lvl6pPr>
            <a:lvl7pPr algn="l">
              <a:defRPr sz="3300" b="1">
                <a:solidFill>
                  <a:srgbClr val="FFFFFF"/>
                </a:solidFill>
                <a:latin typeface="DejaVu Sans"/>
                <a:ea typeface="DejaVu Sans"/>
                <a:cs typeface="DejaVu Sans"/>
              </a:defRPr>
            </a:lvl7pPr>
            <a:lvl8pPr algn="l">
              <a:defRPr sz="3300" b="1">
                <a:solidFill>
                  <a:srgbClr val="FFFFFF"/>
                </a:solidFill>
                <a:latin typeface="DejaVu Sans"/>
                <a:ea typeface="DejaVu Sans"/>
                <a:cs typeface="DejaVu Sans"/>
              </a:defRPr>
            </a:lvl8pPr>
            <a:lvl9pPr algn="l">
              <a:defRPr sz="3300" b="1">
                <a:solidFill>
                  <a:srgbClr val="FFFFFF"/>
                </a:solidFill>
                <a:latin typeface="DejaVu Sans"/>
                <a:ea typeface="DejaVu Sans"/>
                <a:cs typeface="DejaVu Sans"/>
              </a:defRPr>
            </a:lvl9pPr>
          </a:lstStyle>
          <a:p xmlns:a="http://schemas.openxmlformats.org/drawingml/2006/main">
            <a:pPr algn="l">
              <a:defRPr sz="3300" b="1">
                <a:solidFill>
                  <a:srgbClr val="FFFFFF"/>
                </a:solidFill>
                <a:latin typeface="DejaVu Sans"/>
                <a:ea typeface="DejaVu Sans"/>
                <a:cs typeface="DejaVu Sans"/>
              </a:defRPr>
            </a:pPr>
            <a:r>
              <a:rPr sz="3300" b="1">
                <a:solidFill>
                  <a:srgbClr val="FFFFFF"/>
                </a:solidFill>
                <a:latin typeface="DejaVu Sans"/>
                <a:ea typeface="DejaVu Sans"/>
                <a:cs typeface="DejaVu Sans"/>
              </a:rPr>
              <a:t>BEVFusion</a:t>
            </a:r>
          </a:p>
        </p:txBody>
      </p:sp>
      <p:sp>
        <p:nvSpPr>
          <p:cNvPr id="2" name="label-1">
            <a:extLst xmlns:a="http://schemas.openxmlformats.org/drawingml/2006/main">
              <a:ext uri="{FF2B5EF4-FFF2-40B4-BE49-F238E27FC236}">
                <a16:creationId xmlns:a16="http://schemas.microsoft.com/office/drawing/2014/main" id="{24047229-40B4-45F4-93B9-2FA355A6C87D}"/>
              </a:ext>
            </a:extLst>
          </p:cNvPr>
          <p:cNvSpPr>
            <a:spLocks xmlns:a="http://schemas.openxmlformats.org/drawingml/2006/main" noGrp="1"/>
          </p:cNvSpPr>
          <p:nvPr/>
        </p:nvSpPr>
        <p:spPr>
          <a:xfrm xmlns:a="http://schemas.openxmlformats.org/drawingml/2006/main">
            <a:off x="11144250" y="64674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A9B8CD"/>
                </a:solidFill>
                <a:latin typeface="DejaVu Sans"/>
                <a:ea typeface="DejaVu Sans"/>
                <a:cs typeface="DejaVu Sans"/>
              </a:defRPr>
            </a:defPPr>
            <a:lvl1pPr algn="r">
              <a:defRPr sz="1200" b="0">
                <a:solidFill>
                  <a:srgbClr val="A9B8CD"/>
                </a:solidFill>
                <a:latin typeface="DejaVu Sans"/>
                <a:ea typeface="DejaVu Sans"/>
                <a:cs typeface="DejaVu Sans"/>
              </a:defRPr>
            </a:lvl1pPr>
            <a:lvl2pPr algn="r">
              <a:defRPr sz="1200" b="0">
                <a:solidFill>
                  <a:srgbClr val="A9B8CD"/>
                </a:solidFill>
                <a:latin typeface="DejaVu Sans"/>
                <a:ea typeface="DejaVu Sans"/>
                <a:cs typeface="DejaVu Sans"/>
              </a:defRPr>
            </a:lvl2pPr>
            <a:lvl3pPr algn="r">
              <a:defRPr sz="1200" b="0">
                <a:solidFill>
                  <a:srgbClr val="A9B8CD"/>
                </a:solidFill>
                <a:latin typeface="DejaVu Sans"/>
                <a:ea typeface="DejaVu Sans"/>
                <a:cs typeface="DejaVu Sans"/>
              </a:defRPr>
            </a:lvl3pPr>
            <a:lvl4pPr algn="r">
              <a:defRPr sz="1200" b="0">
                <a:solidFill>
                  <a:srgbClr val="A9B8CD"/>
                </a:solidFill>
                <a:latin typeface="DejaVu Sans"/>
                <a:ea typeface="DejaVu Sans"/>
                <a:cs typeface="DejaVu Sans"/>
              </a:defRPr>
            </a:lvl4pPr>
            <a:lvl5pPr algn="r">
              <a:defRPr sz="1200" b="0">
                <a:solidFill>
                  <a:srgbClr val="A9B8CD"/>
                </a:solidFill>
                <a:latin typeface="DejaVu Sans"/>
                <a:ea typeface="DejaVu Sans"/>
                <a:cs typeface="DejaVu Sans"/>
              </a:defRPr>
            </a:lvl5pPr>
            <a:lvl6pPr algn="r">
              <a:defRPr sz="1200" b="0">
                <a:solidFill>
                  <a:srgbClr val="A9B8CD"/>
                </a:solidFill>
                <a:latin typeface="DejaVu Sans"/>
                <a:ea typeface="DejaVu Sans"/>
                <a:cs typeface="DejaVu Sans"/>
              </a:defRPr>
            </a:lvl6pPr>
            <a:lvl7pPr algn="r">
              <a:defRPr sz="1200" b="0">
                <a:solidFill>
                  <a:srgbClr val="A9B8CD"/>
                </a:solidFill>
                <a:latin typeface="DejaVu Sans"/>
                <a:ea typeface="DejaVu Sans"/>
                <a:cs typeface="DejaVu Sans"/>
              </a:defRPr>
            </a:lvl7pPr>
            <a:lvl8pPr algn="r">
              <a:defRPr sz="1200" b="0">
                <a:solidFill>
                  <a:srgbClr val="A9B8CD"/>
                </a:solidFill>
                <a:latin typeface="DejaVu Sans"/>
                <a:ea typeface="DejaVu Sans"/>
                <a:cs typeface="DejaVu Sans"/>
              </a:defRPr>
            </a:lvl8pPr>
            <a:lvl9pPr algn="r">
              <a:defRPr sz="1200" b="0">
                <a:solidFill>
                  <a:srgbClr val="A9B8CD"/>
                </a:solidFill>
                <a:latin typeface="DejaVu Sans"/>
                <a:ea typeface="DejaVu Sans"/>
                <a:cs typeface="DejaVu Sans"/>
              </a:defRPr>
            </a:lvl9pPr>
          </a:lstStyle>
          <a:p xmlns:a="http://schemas.openxmlformats.org/drawingml/2006/main">
            <a:pPr algn="r">
              <a:defRPr sz="1200" b="0">
                <a:solidFill>
                  <a:srgbClr val="A9B8CD"/>
                </a:solidFill>
                <a:latin typeface="DejaVu Sans"/>
                <a:ea typeface="DejaVu Sans"/>
                <a:cs typeface="DejaVu Sans"/>
              </a:defRPr>
            </a:pPr>
            <a:r>
              <a:rPr sz="1200" b="0">
                <a:solidFill>
                  <a:srgbClr val="A9B8CD"/>
                </a:solidFill>
                <a:latin typeface="DejaVu Sans"/>
                <a:ea typeface="DejaVu Sans"/>
                <a:cs typeface="DejaVu Sans"/>
              </a:rPr>
              <a:t>01</a:t>
            </a:r>
          </a:p>
        </p:txBody>
      </p:sp>
      <p:sp>
        <p:nvSpPr>
          <p:cNvPr id="3" name="label-2">
            <a:extLst xmlns:a="http://schemas.openxmlformats.org/drawingml/2006/main">
              <a:ext uri="{FF2B5EF4-FFF2-40B4-BE49-F238E27FC236}">
                <a16:creationId xmlns:a16="http://schemas.microsoft.com/office/drawing/2014/main" id="{92DE20D8-0698-4469-A13F-71D507FAE7A0}"/>
              </a:ext>
            </a:extLst>
          </p:cNvPr>
          <p:cNvSpPr>
            <a:spLocks xmlns:a="http://schemas.openxmlformats.org/drawingml/2006/main" noGrp="1"/>
          </p:cNvSpPr>
          <p:nvPr/>
        </p:nvSpPr>
        <p:spPr>
          <a:xfrm xmlns:a="http://schemas.openxmlformats.org/drawingml/2006/main">
            <a:off x="533400" y="1695450"/>
            <a:ext cx="6667500" cy="1666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4200" b="1">
                <a:solidFill>
                  <a:srgbClr val="FFFFFF"/>
                </a:solidFill>
                <a:latin typeface="DejaVu Sans"/>
                <a:ea typeface="DejaVu Sans"/>
                <a:cs typeface="DejaVu Sans"/>
              </a:defRPr>
            </a:defPPr>
            <a:lvl1pPr algn="l">
              <a:defRPr sz="4200" b="1">
                <a:solidFill>
                  <a:srgbClr val="FFFFFF"/>
                </a:solidFill>
                <a:latin typeface="DejaVu Sans"/>
                <a:ea typeface="DejaVu Sans"/>
                <a:cs typeface="DejaVu Sans"/>
              </a:defRPr>
            </a:lvl1pPr>
            <a:lvl2pPr algn="l">
              <a:defRPr sz="4200" b="1">
                <a:solidFill>
                  <a:srgbClr val="FFFFFF"/>
                </a:solidFill>
                <a:latin typeface="DejaVu Sans"/>
                <a:ea typeface="DejaVu Sans"/>
                <a:cs typeface="DejaVu Sans"/>
              </a:defRPr>
            </a:lvl2pPr>
            <a:lvl3pPr algn="l">
              <a:defRPr sz="4200" b="1">
                <a:solidFill>
                  <a:srgbClr val="FFFFFF"/>
                </a:solidFill>
                <a:latin typeface="DejaVu Sans"/>
                <a:ea typeface="DejaVu Sans"/>
                <a:cs typeface="DejaVu Sans"/>
              </a:defRPr>
            </a:lvl3pPr>
            <a:lvl4pPr algn="l">
              <a:defRPr sz="4200" b="1">
                <a:solidFill>
                  <a:srgbClr val="FFFFFF"/>
                </a:solidFill>
                <a:latin typeface="DejaVu Sans"/>
                <a:ea typeface="DejaVu Sans"/>
                <a:cs typeface="DejaVu Sans"/>
              </a:defRPr>
            </a:lvl4pPr>
            <a:lvl5pPr algn="l">
              <a:defRPr sz="4200" b="1">
                <a:solidFill>
                  <a:srgbClr val="FFFFFF"/>
                </a:solidFill>
                <a:latin typeface="DejaVu Sans"/>
                <a:ea typeface="DejaVu Sans"/>
                <a:cs typeface="DejaVu Sans"/>
              </a:defRPr>
            </a:lvl5pPr>
            <a:lvl6pPr algn="l">
              <a:defRPr sz="4200" b="1">
                <a:solidFill>
                  <a:srgbClr val="FFFFFF"/>
                </a:solidFill>
                <a:latin typeface="DejaVu Sans"/>
                <a:ea typeface="DejaVu Sans"/>
                <a:cs typeface="DejaVu Sans"/>
              </a:defRPr>
            </a:lvl6pPr>
            <a:lvl7pPr algn="l">
              <a:defRPr sz="4200" b="1">
                <a:solidFill>
                  <a:srgbClr val="FFFFFF"/>
                </a:solidFill>
                <a:latin typeface="DejaVu Sans"/>
                <a:ea typeface="DejaVu Sans"/>
                <a:cs typeface="DejaVu Sans"/>
              </a:defRPr>
            </a:lvl7pPr>
            <a:lvl8pPr algn="l">
              <a:defRPr sz="4200" b="1">
                <a:solidFill>
                  <a:srgbClr val="FFFFFF"/>
                </a:solidFill>
                <a:latin typeface="DejaVu Sans"/>
                <a:ea typeface="DejaVu Sans"/>
                <a:cs typeface="DejaVu Sans"/>
              </a:defRPr>
            </a:lvl8pPr>
            <a:lvl9pPr algn="l">
              <a:defRPr sz="4200" b="1">
                <a:solidFill>
                  <a:srgbClr val="FFFFFF"/>
                </a:solidFill>
                <a:latin typeface="DejaVu Sans"/>
                <a:ea typeface="DejaVu Sans"/>
                <a:cs typeface="DejaVu Sans"/>
              </a:defRPr>
            </a:lvl9pPr>
          </a:lstStyle>
          <a:p xmlns:a="http://schemas.openxmlformats.org/drawingml/2006/main">
            <a:pPr algn="l">
              <a:defRPr sz="4200" b="1">
                <a:solidFill>
                  <a:srgbClr val="FFFFFF"/>
                </a:solidFill>
                <a:latin typeface="DejaVu Sans"/>
                <a:ea typeface="DejaVu Sans"/>
                <a:cs typeface="DejaVu Sans"/>
              </a:defRPr>
            </a:pPr>
            <a:r>
              <a:rPr sz="4200" b="1">
                <a:solidFill>
                  <a:srgbClr val="FFFFFF"/>
                </a:solidFill>
                <a:latin typeface="DejaVu Sans"/>
                <a:ea typeface="DejaVu Sans"/>
                <a:cs typeface="DejaVu Sans"/>
              </a:rPr>
              <a:t>Spatial fusion and</a:t>
            </a:r>
          </a:p>
          <a:p xmlns:a="http://schemas.openxmlformats.org/drawingml/2006/main">
            <a:pPr algn="l">
              <a:defRPr sz="4200" b="1">
                <a:solidFill>
                  <a:srgbClr val="FFFFFF"/>
                </a:solidFill>
                <a:latin typeface="DejaVu Sans"/>
                <a:ea typeface="DejaVu Sans"/>
                <a:cs typeface="DejaVu Sans"/>
              </a:defRPr>
            </a:pPr>
            <a:r>
              <a:rPr sz="4200" b="1">
                <a:solidFill>
                  <a:srgbClr val="FFFFFF"/>
                </a:solidFill>
                <a:latin typeface="DejaVu Sans"/>
                <a:ea typeface="DejaVu Sans"/>
                <a:cs typeface="DejaVu Sans"/>
              </a:rPr>
              <a:t>local box refinement</a:t>
            </a:r>
          </a:p>
        </p:txBody>
      </p:sp>
      <p:sp>
        <p:nvSpPr>
          <p:cNvPr id="4" name="label-3">
            <a:extLst xmlns:a="http://schemas.openxmlformats.org/drawingml/2006/main">
              <a:ext uri="{FF2B5EF4-FFF2-40B4-BE49-F238E27FC236}">
                <a16:creationId xmlns:a16="http://schemas.microsoft.com/office/drawing/2014/main" id="{3F2615B2-30EB-4F10-AE2B-DC4039E3F83F}"/>
              </a:ext>
            </a:extLst>
          </p:cNvPr>
          <p:cNvSpPr>
            <a:spLocks xmlns:a="http://schemas.openxmlformats.org/drawingml/2006/main" noGrp="1"/>
          </p:cNvSpPr>
          <p:nvPr/>
        </p:nvSpPr>
        <p:spPr>
          <a:xfrm xmlns:a="http://schemas.openxmlformats.org/drawingml/2006/main">
            <a:off x="561975" y="3676650"/>
            <a:ext cx="6191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A9BCD5"/>
                </a:solidFill>
                <a:latin typeface="DejaVu Sans"/>
                <a:ea typeface="DejaVu Sans"/>
                <a:cs typeface="DejaVu Sans"/>
              </a:defRPr>
            </a:defPPr>
            <a:lvl1pPr algn="l">
              <a:defRPr sz="2250" b="0">
                <a:solidFill>
                  <a:srgbClr val="A9BCD5"/>
                </a:solidFill>
                <a:latin typeface="DejaVu Sans"/>
                <a:ea typeface="DejaVu Sans"/>
                <a:cs typeface="DejaVu Sans"/>
              </a:defRPr>
            </a:lvl1pPr>
            <a:lvl2pPr algn="l">
              <a:defRPr sz="2250" b="0">
                <a:solidFill>
                  <a:srgbClr val="A9BCD5"/>
                </a:solidFill>
                <a:latin typeface="DejaVu Sans"/>
                <a:ea typeface="DejaVu Sans"/>
                <a:cs typeface="DejaVu Sans"/>
              </a:defRPr>
            </a:lvl2pPr>
            <a:lvl3pPr algn="l">
              <a:defRPr sz="2250" b="0">
                <a:solidFill>
                  <a:srgbClr val="A9BCD5"/>
                </a:solidFill>
                <a:latin typeface="DejaVu Sans"/>
                <a:ea typeface="DejaVu Sans"/>
                <a:cs typeface="DejaVu Sans"/>
              </a:defRPr>
            </a:lvl3pPr>
            <a:lvl4pPr algn="l">
              <a:defRPr sz="2250" b="0">
                <a:solidFill>
                  <a:srgbClr val="A9BCD5"/>
                </a:solidFill>
                <a:latin typeface="DejaVu Sans"/>
                <a:ea typeface="DejaVu Sans"/>
                <a:cs typeface="DejaVu Sans"/>
              </a:defRPr>
            </a:lvl4pPr>
            <a:lvl5pPr algn="l">
              <a:defRPr sz="2250" b="0">
                <a:solidFill>
                  <a:srgbClr val="A9BCD5"/>
                </a:solidFill>
                <a:latin typeface="DejaVu Sans"/>
                <a:ea typeface="DejaVu Sans"/>
                <a:cs typeface="DejaVu Sans"/>
              </a:defRPr>
            </a:lvl5pPr>
            <a:lvl6pPr algn="l">
              <a:defRPr sz="2250" b="0">
                <a:solidFill>
                  <a:srgbClr val="A9BCD5"/>
                </a:solidFill>
                <a:latin typeface="DejaVu Sans"/>
                <a:ea typeface="DejaVu Sans"/>
                <a:cs typeface="DejaVu Sans"/>
              </a:defRPr>
            </a:lvl6pPr>
            <a:lvl7pPr algn="l">
              <a:defRPr sz="2250" b="0">
                <a:solidFill>
                  <a:srgbClr val="A9BCD5"/>
                </a:solidFill>
                <a:latin typeface="DejaVu Sans"/>
                <a:ea typeface="DejaVu Sans"/>
                <a:cs typeface="DejaVu Sans"/>
              </a:defRPr>
            </a:lvl7pPr>
            <a:lvl8pPr algn="l">
              <a:defRPr sz="2250" b="0">
                <a:solidFill>
                  <a:srgbClr val="A9BCD5"/>
                </a:solidFill>
                <a:latin typeface="DejaVu Sans"/>
                <a:ea typeface="DejaVu Sans"/>
                <a:cs typeface="DejaVu Sans"/>
              </a:defRPr>
            </a:lvl8pPr>
            <a:lvl9pPr algn="l">
              <a:defRPr sz="2250" b="0">
                <a:solidFill>
                  <a:srgbClr val="A9BCD5"/>
                </a:solidFill>
                <a:latin typeface="DejaVu Sans"/>
                <a:ea typeface="DejaVu Sans"/>
                <a:cs typeface="DejaVu Sans"/>
              </a:defRPr>
            </a:lvl9pPr>
          </a:lstStyle>
          <a:p xmlns:a="http://schemas.openxmlformats.org/drawingml/2006/main">
            <a:pPr algn="l">
              <a:defRPr sz="2250" b="0">
                <a:solidFill>
                  <a:srgbClr val="A9BCD5"/>
                </a:solidFill>
                <a:latin typeface="DejaVu Sans"/>
                <a:ea typeface="DejaVu Sans"/>
                <a:cs typeface="DejaVu Sans"/>
              </a:defRPr>
            </a:pPr>
            <a:r>
              <a:rPr sz="2250" b="0">
                <a:solidFill>
                  <a:srgbClr val="A9BCD5"/>
                </a:solidFill>
                <a:latin typeface="DejaVu Sans"/>
                <a:ea typeface="DejaVu Sans"/>
                <a:cs typeface="DejaVu Sans"/>
              </a:rPr>
              <a:t>Camera–LiDAR 3D detection</a:t>
            </a:r>
          </a:p>
        </p:txBody>
      </p:sp>
      <p:sp>
        <p:nvSpPr>
          <p:cNvPr id="5" name="label-4">
            <a:extLst xmlns:a="http://schemas.openxmlformats.org/drawingml/2006/main">
              <a:ext uri="{FF2B5EF4-FFF2-40B4-BE49-F238E27FC236}">
                <a16:creationId xmlns:a16="http://schemas.microsoft.com/office/drawing/2014/main" id="{61C4E736-874E-4F0C-90F5-4C6B079B430D}"/>
              </a:ext>
            </a:extLst>
          </p:cNvPr>
          <p:cNvSpPr>
            <a:spLocks xmlns:a="http://schemas.openxmlformats.org/drawingml/2006/main" noGrp="1"/>
          </p:cNvSpPr>
          <p:nvPr/>
        </p:nvSpPr>
        <p:spPr>
          <a:xfrm xmlns:a="http://schemas.openxmlformats.org/drawingml/2006/main">
            <a:off x="561975" y="5543550"/>
            <a:ext cx="6191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FFFFFF"/>
                </a:solidFill>
                <a:latin typeface="DejaVu Sans"/>
                <a:ea typeface="DejaVu Sans"/>
                <a:cs typeface="DejaVu Sans"/>
              </a:defRPr>
            </a:defPPr>
            <a:lvl1pPr algn="l">
              <a:defRPr sz="2100" b="0">
                <a:solidFill>
                  <a:srgbClr val="FFFFFF"/>
                </a:solidFill>
                <a:latin typeface="DejaVu Sans"/>
                <a:ea typeface="DejaVu Sans"/>
                <a:cs typeface="DejaVu Sans"/>
              </a:defRPr>
            </a:lvl1pPr>
            <a:lvl2pPr algn="l">
              <a:defRPr sz="2100" b="0">
                <a:solidFill>
                  <a:srgbClr val="FFFFFF"/>
                </a:solidFill>
                <a:latin typeface="DejaVu Sans"/>
                <a:ea typeface="DejaVu Sans"/>
                <a:cs typeface="DejaVu Sans"/>
              </a:defRPr>
            </a:lvl2pPr>
            <a:lvl3pPr algn="l">
              <a:defRPr sz="2100" b="0">
                <a:solidFill>
                  <a:srgbClr val="FFFFFF"/>
                </a:solidFill>
                <a:latin typeface="DejaVu Sans"/>
                <a:ea typeface="DejaVu Sans"/>
                <a:cs typeface="DejaVu Sans"/>
              </a:defRPr>
            </a:lvl3pPr>
            <a:lvl4pPr algn="l">
              <a:defRPr sz="2100" b="0">
                <a:solidFill>
                  <a:srgbClr val="FFFFFF"/>
                </a:solidFill>
                <a:latin typeface="DejaVu Sans"/>
                <a:ea typeface="DejaVu Sans"/>
                <a:cs typeface="DejaVu Sans"/>
              </a:defRPr>
            </a:lvl4pPr>
            <a:lvl5pPr algn="l">
              <a:defRPr sz="2100" b="0">
                <a:solidFill>
                  <a:srgbClr val="FFFFFF"/>
                </a:solidFill>
                <a:latin typeface="DejaVu Sans"/>
                <a:ea typeface="DejaVu Sans"/>
                <a:cs typeface="DejaVu Sans"/>
              </a:defRPr>
            </a:lvl5pPr>
            <a:lvl6pPr algn="l">
              <a:defRPr sz="2100" b="0">
                <a:solidFill>
                  <a:srgbClr val="FFFFFF"/>
                </a:solidFill>
                <a:latin typeface="DejaVu Sans"/>
                <a:ea typeface="DejaVu Sans"/>
                <a:cs typeface="DejaVu Sans"/>
              </a:defRPr>
            </a:lvl6pPr>
            <a:lvl7pPr algn="l">
              <a:defRPr sz="2100" b="0">
                <a:solidFill>
                  <a:srgbClr val="FFFFFF"/>
                </a:solidFill>
                <a:latin typeface="DejaVu Sans"/>
                <a:ea typeface="DejaVu Sans"/>
                <a:cs typeface="DejaVu Sans"/>
              </a:defRPr>
            </a:lvl7pPr>
            <a:lvl8pPr algn="l">
              <a:defRPr sz="2100" b="0">
                <a:solidFill>
                  <a:srgbClr val="FFFFFF"/>
                </a:solidFill>
                <a:latin typeface="DejaVu Sans"/>
                <a:ea typeface="DejaVu Sans"/>
                <a:cs typeface="DejaVu Sans"/>
              </a:defRPr>
            </a:lvl8pPr>
            <a:lvl9pPr algn="l">
              <a:defRPr sz="2100" b="0">
                <a:solidFill>
                  <a:srgbClr val="FFFFFF"/>
                </a:solidFill>
                <a:latin typeface="DejaVu Sans"/>
                <a:ea typeface="DejaVu Sans"/>
                <a:cs typeface="DejaVu Sans"/>
              </a:defRPr>
            </a:lvl9pPr>
          </a:lstStyle>
          <a:p xmlns:a="http://schemas.openxmlformats.org/drawingml/2006/main">
            <a:pPr algn="l">
              <a:defRPr sz="2100" b="0">
                <a:solidFill>
                  <a:srgbClr val="FFFFFF"/>
                </a:solidFill>
                <a:latin typeface="DejaVu Sans"/>
                <a:ea typeface="DejaVu Sans"/>
                <a:cs typeface="DejaVu Sans"/>
              </a:defRPr>
            </a:pPr>
            <a:r>
              <a:rPr sz="2100" b="0">
                <a:solidFill>
                  <a:srgbClr val="FFFFFF"/>
                </a:solidFill>
                <a:latin typeface="DejaVu Sans"/>
                <a:ea typeface="DejaVu Sans"/>
                <a:cs typeface="DejaVu Sans"/>
              </a:rPr>
              <a:t>Fariborz Taherkhani</a:t>
            </a:r>
          </a:p>
        </p:txBody>
      </p:sp>
      <p:sp>
        <p:nvSpPr>
          <p:cNvPr id="6" name="path-5">
            <a:extLst xmlns:a="http://schemas.openxmlformats.org/drawingml/2006/main">
              <a:ext uri="{FF2B5EF4-FFF2-40B4-BE49-F238E27FC236}">
                <a16:creationId xmlns:a16="http://schemas.microsoft.com/office/drawing/2014/main" id="{255B8008-18D8-4F4D-803C-A15545F3307A}"/>
              </a:ext>
            </a:extLst>
          </p:cNvPr>
          <p:cNvSpPr>
            <a:spLocks xmlns:a="http://schemas.openxmlformats.org/drawingml/2006/main" noGrp="1"/>
          </p:cNvSpPr>
          <p:nvPr/>
        </p:nvSpPr>
        <p:spPr>
          <a:xfrm xmlns:a="http://schemas.openxmlformats.org/drawingml/2006/main">
            <a:off x="8286750" y="1371600"/>
            <a:ext cx="1304925" cy="209550"/>
          </a:xfrm>
          <a:custGeom xmlns:a="http://schemas.openxmlformats.org/drawingml/2006/main">
            <a:pathLst>
              <a:path w="1304925" h="209550">
                <a:moveTo>
                  <a:pt x="0" y="209550"/>
                </a:moveTo>
                <a:lnTo>
                  <a:pt x="209550" y="0"/>
                </a:lnTo>
                <a:lnTo>
                  <a:pt x="1304925" y="0"/>
                </a:lnTo>
                <a:lnTo>
                  <a:pt x="1095375" y="209550"/>
                </a:lnTo>
                <a:close/>
              </a:path>
            </a:pathLst>
          </a:custGeom>
          <a:solidFill xmlns:a="http://schemas.openxmlformats.org/drawingml/2006/main">
            <a:srgbClr val="1674D1">
              <a:lumMod val="35000"/>
              <a:lumOff val="65000"/>
            </a:srgbClr>
          </a:solidFill>
          <a:ln xmlns:a="http://schemas.openxmlformats.org/drawingml/2006/main" w="13335">
            <a:solidFill>
              <a:srgbClr val="1674D1"/>
            </a:solidFill>
            <a:prstDash val="solid"/>
          </a:ln>
        </p:spPr>
      </p:sp>
      <p:sp>
        <p:nvSpPr>
          <p:cNvPr id="7" name="path-6">
            <a:extLst xmlns:a="http://schemas.openxmlformats.org/drawingml/2006/main">
              <a:ext uri="{FF2B5EF4-FFF2-40B4-BE49-F238E27FC236}">
                <a16:creationId xmlns:a16="http://schemas.microsoft.com/office/drawing/2014/main" id="{B80D7369-D739-43B2-9FD7-AAE4898689E9}"/>
              </a:ext>
            </a:extLst>
          </p:cNvPr>
          <p:cNvSpPr>
            <a:spLocks xmlns:a="http://schemas.openxmlformats.org/drawingml/2006/main" noGrp="1"/>
          </p:cNvSpPr>
          <p:nvPr/>
        </p:nvSpPr>
        <p:spPr>
          <a:xfrm xmlns:a="http://schemas.openxmlformats.org/drawingml/2006/main">
            <a:off x="9382125" y="1371600"/>
            <a:ext cx="209550" cy="1066800"/>
          </a:xfrm>
          <a:custGeom xmlns:a="http://schemas.openxmlformats.org/drawingml/2006/main">
            <a:pathLst>
              <a:path w="209550" h="1066800">
                <a:moveTo>
                  <a:pt x="0" y="209550"/>
                </a:moveTo>
                <a:lnTo>
                  <a:pt x="209550" y="0"/>
                </a:lnTo>
                <a:lnTo>
                  <a:pt x="209550" y="857250"/>
                </a:lnTo>
                <a:lnTo>
                  <a:pt x="0" y="1066800"/>
                </a:lnTo>
                <a:close/>
              </a:path>
            </a:pathLst>
          </a:custGeom>
          <a:solidFill xmlns:a="http://schemas.openxmlformats.org/drawingml/2006/main">
            <a:srgbClr val="1674D1">
              <a:lumMod val="65000"/>
              <a:lumOff val="35000"/>
            </a:srgbClr>
          </a:solidFill>
          <a:ln xmlns:a="http://schemas.openxmlformats.org/drawingml/2006/main" w="13335">
            <a:solidFill>
              <a:srgbClr val="1674D1"/>
            </a:solidFill>
            <a:prstDash val="solid"/>
          </a:ln>
        </p:spPr>
      </p:sp>
      <p:sp>
        <p:nvSpPr>
          <p:cNvPr id="8" name="shape-7">
            <a:extLst xmlns:a="http://schemas.openxmlformats.org/drawingml/2006/main">
              <a:ext uri="{FF2B5EF4-FFF2-40B4-BE49-F238E27FC236}">
                <a16:creationId xmlns:a16="http://schemas.microsoft.com/office/drawing/2014/main" id="{2E22736B-5540-4131-A7A2-5ED3FADE34E8}"/>
              </a:ext>
            </a:extLst>
          </p:cNvPr>
          <p:cNvSpPr>
            <a:spLocks xmlns:a="http://schemas.openxmlformats.org/drawingml/2006/main" noGrp="1"/>
          </p:cNvSpPr>
          <p:nvPr/>
        </p:nvSpPr>
        <p:spPr>
          <a:xfrm xmlns:a="http://schemas.openxmlformats.org/drawingml/2006/main" rot="0">
            <a:off x="8286750" y="1581150"/>
            <a:ext cx="1095375" cy="857250"/>
          </a:xfrm>
          <a:prstGeom xmlns:a="http://schemas.openxmlformats.org/drawingml/2006/main" prst="rect">
            <a:avLst/>
          </a:prstGeom>
          <a:solidFill xmlns:a="http://schemas.openxmlformats.org/drawingml/2006/main">
            <a:srgbClr val="1674D1">
              <a:lumMod val="18000"/>
              <a:lumOff val="82000"/>
            </a:srgbClr>
          </a:solidFill>
          <a:ln xmlns:a="http://schemas.openxmlformats.org/drawingml/2006/main" w="15240">
            <a:solidFill>
              <a:srgbClr val="1674D1"/>
            </a:solidFill>
            <a:prstDash val="solid"/>
          </a:ln>
        </p:spPr>
      </p:sp>
      <p:sp>
        <p:nvSpPr>
          <p:cNvPr id="9" name="path-8">
            <a:extLst xmlns:a="http://schemas.openxmlformats.org/drawingml/2006/main">
              <a:ext uri="{FF2B5EF4-FFF2-40B4-BE49-F238E27FC236}">
                <a16:creationId xmlns:a16="http://schemas.microsoft.com/office/drawing/2014/main" id="{45544073-8267-43EA-9949-0528B945F390}"/>
              </a:ext>
            </a:extLst>
          </p:cNvPr>
          <p:cNvSpPr>
            <a:spLocks xmlns:a="http://schemas.openxmlformats.org/drawingml/2006/main" noGrp="1"/>
          </p:cNvSpPr>
          <p:nvPr/>
        </p:nvSpPr>
        <p:spPr>
          <a:xfrm xmlns:a="http://schemas.openxmlformats.org/drawingml/2006/main">
            <a:off x="8560594" y="1581150"/>
            <a:ext cx="953" cy="857250"/>
          </a:xfrm>
          <a:custGeom xmlns:a="http://schemas.openxmlformats.org/drawingml/2006/main">
            <a:pathLst>
              <a:path w="953" h="857250">
                <a:moveTo>
                  <a:pt x="0" y="0"/>
                </a:moveTo>
                <a:lnTo>
                  <a:pt x="0" y="85725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10" name="path-9">
            <a:extLst xmlns:a="http://schemas.openxmlformats.org/drawingml/2006/main">
              <a:ext uri="{FF2B5EF4-FFF2-40B4-BE49-F238E27FC236}">
                <a16:creationId xmlns:a16="http://schemas.microsoft.com/office/drawing/2014/main" id="{57409DCE-3BC8-4D16-869F-A18C9CE50AFB}"/>
              </a:ext>
            </a:extLst>
          </p:cNvPr>
          <p:cNvSpPr>
            <a:spLocks xmlns:a="http://schemas.openxmlformats.org/drawingml/2006/main" noGrp="1"/>
          </p:cNvSpPr>
          <p:nvPr/>
        </p:nvSpPr>
        <p:spPr>
          <a:xfrm xmlns:a="http://schemas.openxmlformats.org/drawingml/2006/main">
            <a:off x="8834438" y="1581150"/>
            <a:ext cx="953" cy="857250"/>
          </a:xfrm>
          <a:custGeom xmlns:a="http://schemas.openxmlformats.org/drawingml/2006/main">
            <a:pathLst>
              <a:path w="953" h="857250">
                <a:moveTo>
                  <a:pt x="0" y="0"/>
                </a:moveTo>
                <a:lnTo>
                  <a:pt x="0" y="85725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11" name="path-10">
            <a:extLst xmlns:a="http://schemas.openxmlformats.org/drawingml/2006/main">
              <a:ext uri="{FF2B5EF4-FFF2-40B4-BE49-F238E27FC236}">
                <a16:creationId xmlns:a16="http://schemas.microsoft.com/office/drawing/2014/main" id="{A0FE0FCC-5661-4FCA-897A-44D8231BE60A}"/>
              </a:ext>
            </a:extLst>
          </p:cNvPr>
          <p:cNvSpPr>
            <a:spLocks xmlns:a="http://schemas.openxmlformats.org/drawingml/2006/main" noGrp="1"/>
          </p:cNvSpPr>
          <p:nvPr/>
        </p:nvSpPr>
        <p:spPr>
          <a:xfrm xmlns:a="http://schemas.openxmlformats.org/drawingml/2006/main">
            <a:off x="9108281" y="1581150"/>
            <a:ext cx="953" cy="857250"/>
          </a:xfrm>
          <a:custGeom xmlns:a="http://schemas.openxmlformats.org/drawingml/2006/main">
            <a:pathLst>
              <a:path w="953" h="857250">
                <a:moveTo>
                  <a:pt x="0" y="0"/>
                </a:moveTo>
                <a:lnTo>
                  <a:pt x="0" y="85725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12" name="path-11">
            <a:extLst xmlns:a="http://schemas.openxmlformats.org/drawingml/2006/main">
              <a:ext uri="{FF2B5EF4-FFF2-40B4-BE49-F238E27FC236}">
                <a16:creationId xmlns:a16="http://schemas.microsoft.com/office/drawing/2014/main" id="{F064138D-FD59-4CC5-A61B-72A9773D5557}"/>
              </a:ext>
            </a:extLst>
          </p:cNvPr>
          <p:cNvSpPr>
            <a:spLocks xmlns:a="http://schemas.openxmlformats.org/drawingml/2006/main" noGrp="1"/>
          </p:cNvSpPr>
          <p:nvPr/>
        </p:nvSpPr>
        <p:spPr>
          <a:xfrm xmlns:a="http://schemas.openxmlformats.org/drawingml/2006/main">
            <a:off x="8286750" y="1795463"/>
            <a:ext cx="1095375" cy="953"/>
          </a:xfrm>
          <a:custGeom xmlns:a="http://schemas.openxmlformats.org/drawingml/2006/main">
            <a:pathLst>
              <a:path w="1095375" h="953">
                <a:moveTo>
                  <a:pt x="0" y="0"/>
                </a:moveTo>
                <a:lnTo>
                  <a:pt x="1095375" y="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13" name="path-12">
            <a:extLst xmlns:a="http://schemas.openxmlformats.org/drawingml/2006/main">
              <a:ext uri="{FF2B5EF4-FFF2-40B4-BE49-F238E27FC236}">
                <a16:creationId xmlns:a16="http://schemas.microsoft.com/office/drawing/2014/main" id="{A500A72D-7133-4E82-85C2-69F09840E6FE}"/>
              </a:ext>
            </a:extLst>
          </p:cNvPr>
          <p:cNvSpPr>
            <a:spLocks xmlns:a="http://schemas.openxmlformats.org/drawingml/2006/main" noGrp="1"/>
          </p:cNvSpPr>
          <p:nvPr/>
        </p:nvSpPr>
        <p:spPr>
          <a:xfrm xmlns:a="http://schemas.openxmlformats.org/drawingml/2006/main">
            <a:off x="8286750" y="2009775"/>
            <a:ext cx="1095375" cy="953"/>
          </a:xfrm>
          <a:custGeom xmlns:a="http://schemas.openxmlformats.org/drawingml/2006/main">
            <a:pathLst>
              <a:path w="1095375" h="953">
                <a:moveTo>
                  <a:pt x="0" y="0"/>
                </a:moveTo>
                <a:lnTo>
                  <a:pt x="1095375" y="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14" name="path-13">
            <a:extLst xmlns:a="http://schemas.openxmlformats.org/drawingml/2006/main">
              <a:ext uri="{FF2B5EF4-FFF2-40B4-BE49-F238E27FC236}">
                <a16:creationId xmlns:a16="http://schemas.microsoft.com/office/drawing/2014/main" id="{DDA000D4-433E-46FF-8A4F-D040D3F6CB78}"/>
              </a:ext>
            </a:extLst>
          </p:cNvPr>
          <p:cNvSpPr>
            <a:spLocks xmlns:a="http://schemas.openxmlformats.org/drawingml/2006/main" noGrp="1"/>
          </p:cNvSpPr>
          <p:nvPr/>
        </p:nvSpPr>
        <p:spPr>
          <a:xfrm xmlns:a="http://schemas.openxmlformats.org/drawingml/2006/main">
            <a:off x="8286750" y="2224088"/>
            <a:ext cx="1095375" cy="953"/>
          </a:xfrm>
          <a:custGeom xmlns:a="http://schemas.openxmlformats.org/drawingml/2006/main">
            <a:pathLst>
              <a:path w="1095375" h="953">
                <a:moveTo>
                  <a:pt x="0" y="0"/>
                </a:moveTo>
                <a:lnTo>
                  <a:pt x="1095375" y="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15" name="label-14">
            <a:extLst xmlns:a="http://schemas.openxmlformats.org/drawingml/2006/main">
              <a:ext uri="{FF2B5EF4-FFF2-40B4-BE49-F238E27FC236}">
                <a16:creationId xmlns:a16="http://schemas.microsoft.com/office/drawing/2014/main" id="{4F58B31A-D402-41AB-BB17-57DCF2FF389B}"/>
              </a:ext>
            </a:extLst>
          </p:cNvPr>
          <p:cNvSpPr>
            <a:spLocks xmlns:a="http://schemas.openxmlformats.org/drawingml/2006/main" noGrp="1"/>
          </p:cNvSpPr>
          <p:nvPr/>
        </p:nvSpPr>
        <p:spPr>
          <a:xfrm xmlns:a="http://schemas.openxmlformats.org/drawingml/2006/main">
            <a:off x="8324850" y="1657350"/>
            <a:ext cx="10191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1674D1"/>
                </a:solidFill>
                <a:latin typeface="DejaVu Sans"/>
                <a:ea typeface="DejaVu Sans"/>
                <a:cs typeface="DejaVu Sans"/>
              </a:defRPr>
            </a:defPPr>
            <a:lvl1pPr algn="ctr">
              <a:defRPr sz="1725" b="1">
                <a:solidFill>
                  <a:srgbClr val="1674D1"/>
                </a:solidFill>
                <a:latin typeface="DejaVu Sans"/>
                <a:ea typeface="DejaVu Sans"/>
                <a:cs typeface="DejaVu Sans"/>
              </a:defRPr>
            </a:lvl1pPr>
            <a:lvl2pPr algn="ctr">
              <a:defRPr sz="1725" b="1">
                <a:solidFill>
                  <a:srgbClr val="1674D1"/>
                </a:solidFill>
                <a:latin typeface="DejaVu Sans"/>
                <a:ea typeface="DejaVu Sans"/>
                <a:cs typeface="DejaVu Sans"/>
              </a:defRPr>
            </a:lvl2pPr>
            <a:lvl3pPr algn="ctr">
              <a:defRPr sz="1725" b="1">
                <a:solidFill>
                  <a:srgbClr val="1674D1"/>
                </a:solidFill>
                <a:latin typeface="DejaVu Sans"/>
                <a:ea typeface="DejaVu Sans"/>
                <a:cs typeface="DejaVu Sans"/>
              </a:defRPr>
            </a:lvl3pPr>
            <a:lvl4pPr algn="ctr">
              <a:defRPr sz="1725" b="1">
                <a:solidFill>
                  <a:srgbClr val="1674D1"/>
                </a:solidFill>
                <a:latin typeface="DejaVu Sans"/>
                <a:ea typeface="DejaVu Sans"/>
                <a:cs typeface="DejaVu Sans"/>
              </a:defRPr>
            </a:lvl4pPr>
            <a:lvl5pPr algn="ctr">
              <a:defRPr sz="1725" b="1">
                <a:solidFill>
                  <a:srgbClr val="1674D1"/>
                </a:solidFill>
                <a:latin typeface="DejaVu Sans"/>
                <a:ea typeface="DejaVu Sans"/>
                <a:cs typeface="DejaVu Sans"/>
              </a:defRPr>
            </a:lvl5pPr>
            <a:lvl6pPr algn="ctr">
              <a:defRPr sz="1725" b="1">
                <a:solidFill>
                  <a:srgbClr val="1674D1"/>
                </a:solidFill>
                <a:latin typeface="DejaVu Sans"/>
                <a:ea typeface="DejaVu Sans"/>
                <a:cs typeface="DejaVu Sans"/>
              </a:defRPr>
            </a:lvl6pPr>
            <a:lvl7pPr algn="ctr">
              <a:defRPr sz="1725" b="1">
                <a:solidFill>
                  <a:srgbClr val="1674D1"/>
                </a:solidFill>
                <a:latin typeface="DejaVu Sans"/>
                <a:ea typeface="DejaVu Sans"/>
                <a:cs typeface="DejaVu Sans"/>
              </a:defRPr>
            </a:lvl7pPr>
            <a:lvl8pPr algn="ctr">
              <a:defRPr sz="1725" b="1">
                <a:solidFill>
                  <a:srgbClr val="1674D1"/>
                </a:solidFill>
                <a:latin typeface="DejaVu Sans"/>
                <a:ea typeface="DejaVu Sans"/>
                <a:cs typeface="DejaVu Sans"/>
              </a:defRPr>
            </a:lvl8pPr>
            <a:lvl9pPr algn="ctr">
              <a:defRPr sz="1725" b="1">
                <a:solidFill>
                  <a:srgbClr val="1674D1"/>
                </a:solidFill>
                <a:latin typeface="DejaVu Sans"/>
                <a:ea typeface="DejaVu Sans"/>
                <a:cs typeface="DejaVu Sans"/>
              </a:defRPr>
            </a:lvl9pPr>
          </a:lstStyle>
          <a:p xmlns:a="http://schemas.openxmlformats.org/drawingml/2006/main">
            <a:pPr algn="ctr">
              <a:defRPr sz="1725" b="1">
                <a:solidFill>
                  <a:srgbClr val="1674D1"/>
                </a:solidFill>
                <a:latin typeface="DejaVu Sans"/>
                <a:ea typeface="DejaVu Sans"/>
                <a:cs typeface="DejaVu Sans"/>
              </a:defRPr>
            </a:pPr>
            <a:r>
              <a:rPr sz="1725" b="1">
                <a:solidFill>
                  <a:srgbClr val="1674D1"/>
                </a:solidFill>
                <a:latin typeface="DejaVu Sans"/>
                <a:ea typeface="DejaVu Sans"/>
                <a:cs typeface="DejaVu Sans"/>
              </a:rPr>
              <a:t>Image</a:t>
            </a:r>
          </a:p>
        </p:txBody>
      </p:sp>
      <p:sp>
        <p:nvSpPr>
          <p:cNvPr id="16" name="label-15">
            <a:extLst xmlns:a="http://schemas.openxmlformats.org/drawingml/2006/main">
              <a:ext uri="{FF2B5EF4-FFF2-40B4-BE49-F238E27FC236}">
                <a16:creationId xmlns:a16="http://schemas.microsoft.com/office/drawing/2014/main" id="{FD10B009-77A5-4429-A96D-6326F1BEB4F9}"/>
              </a:ext>
            </a:extLst>
          </p:cNvPr>
          <p:cNvSpPr>
            <a:spLocks xmlns:a="http://schemas.openxmlformats.org/drawingml/2006/main" noGrp="1"/>
          </p:cNvSpPr>
          <p:nvPr/>
        </p:nvSpPr>
        <p:spPr>
          <a:xfrm xmlns:a="http://schemas.openxmlformats.org/drawingml/2006/main">
            <a:off x="8096250" y="2571750"/>
            <a:ext cx="1476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1674D1"/>
                </a:solidFill>
                <a:latin typeface="DejaVu Sans"/>
                <a:ea typeface="DejaVu Sans"/>
                <a:cs typeface="DejaVu Sans"/>
              </a:defRPr>
            </a:defPPr>
            <a:lvl1pPr algn="ctr">
              <a:defRPr sz="1500" b="0">
                <a:solidFill>
                  <a:srgbClr val="1674D1"/>
                </a:solidFill>
                <a:latin typeface="DejaVu Sans"/>
                <a:ea typeface="DejaVu Sans"/>
                <a:cs typeface="DejaVu Sans"/>
              </a:defRPr>
            </a:lvl1pPr>
            <a:lvl2pPr algn="ctr">
              <a:defRPr sz="1500" b="0">
                <a:solidFill>
                  <a:srgbClr val="1674D1"/>
                </a:solidFill>
                <a:latin typeface="DejaVu Sans"/>
                <a:ea typeface="DejaVu Sans"/>
                <a:cs typeface="DejaVu Sans"/>
              </a:defRPr>
            </a:lvl2pPr>
            <a:lvl3pPr algn="ctr">
              <a:defRPr sz="1500" b="0">
                <a:solidFill>
                  <a:srgbClr val="1674D1"/>
                </a:solidFill>
                <a:latin typeface="DejaVu Sans"/>
                <a:ea typeface="DejaVu Sans"/>
                <a:cs typeface="DejaVu Sans"/>
              </a:defRPr>
            </a:lvl3pPr>
            <a:lvl4pPr algn="ctr">
              <a:defRPr sz="1500" b="0">
                <a:solidFill>
                  <a:srgbClr val="1674D1"/>
                </a:solidFill>
                <a:latin typeface="DejaVu Sans"/>
                <a:ea typeface="DejaVu Sans"/>
                <a:cs typeface="DejaVu Sans"/>
              </a:defRPr>
            </a:lvl4pPr>
            <a:lvl5pPr algn="ctr">
              <a:defRPr sz="1500" b="0">
                <a:solidFill>
                  <a:srgbClr val="1674D1"/>
                </a:solidFill>
                <a:latin typeface="DejaVu Sans"/>
                <a:ea typeface="DejaVu Sans"/>
                <a:cs typeface="DejaVu Sans"/>
              </a:defRPr>
            </a:lvl5pPr>
            <a:lvl6pPr algn="ctr">
              <a:defRPr sz="1500" b="0">
                <a:solidFill>
                  <a:srgbClr val="1674D1"/>
                </a:solidFill>
                <a:latin typeface="DejaVu Sans"/>
                <a:ea typeface="DejaVu Sans"/>
                <a:cs typeface="DejaVu Sans"/>
              </a:defRPr>
            </a:lvl6pPr>
            <a:lvl7pPr algn="ctr">
              <a:defRPr sz="1500" b="0">
                <a:solidFill>
                  <a:srgbClr val="1674D1"/>
                </a:solidFill>
                <a:latin typeface="DejaVu Sans"/>
                <a:ea typeface="DejaVu Sans"/>
                <a:cs typeface="DejaVu Sans"/>
              </a:defRPr>
            </a:lvl7pPr>
            <a:lvl8pPr algn="ctr">
              <a:defRPr sz="1500" b="0">
                <a:solidFill>
                  <a:srgbClr val="1674D1"/>
                </a:solidFill>
                <a:latin typeface="DejaVu Sans"/>
                <a:ea typeface="DejaVu Sans"/>
                <a:cs typeface="DejaVu Sans"/>
              </a:defRPr>
            </a:lvl8pPr>
            <a:lvl9pPr algn="ctr">
              <a:defRPr sz="1500" b="0">
                <a:solidFill>
                  <a:srgbClr val="1674D1"/>
                </a:solidFill>
                <a:latin typeface="DejaVu Sans"/>
                <a:ea typeface="DejaVu Sans"/>
                <a:cs typeface="DejaVu Sans"/>
              </a:defRPr>
            </a:lvl9pPr>
          </a:lstStyle>
          <a:p xmlns:a="http://schemas.openxmlformats.org/drawingml/2006/main">
            <a:pPr algn="ctr">
              <a:defRPr sz="1500" b="0">
                <a:solidFill>
                  <a:srgbClr val="1674D1"/>
                </a:solidFill>
                <a:latin typeface="DejaVu Sans"/>
                <a:ea typeface="DejaVu Sans"/>
                <a:cs typeface="DejaVu Sans"/>
              </a:defRPr>
            </a:pPr>
            <a:r>
              <a:rPr sz="1500" b="0">
                <a:solidFill>
                  <a:srgbClr val="1674D1"/>
                </a:solidFill>
                <a:latin typeface="DejaVu Sans"/>
                <a:ea typeface="DejaVu Sans"/>
                <a:cs typeface="DejaVu Sans"/>
              </a:rPr>
              <a:t>Camera BEV</a:t>
            </a:r>
          </a:p>
        </p:txBody>
      </p:sp>
      <p:sp>
        <p:nvSpPr>
          <p:cNvPr id="17" name="path-16">
            <a:extLst xmlns:a="http://schemas.openxmlformats.org/drawingml/2006/main">
              <a:ext uri="{FF2B5EF4-FFF2-40B4-BE49-F238E27FC236}">
                <a16:creationId xmlns:a16="http://schemas.microsoft.com/office/drawing/2014/main" id="{1F8136F0-194B-4986-B506-86DFDAEE58E8}"/>
              </a:ext>
            </a:extLst>
          </p:cNvPr>
          <p:cNvSpPr>
            <a:spLocks xmlns:a="http://schemas.openxmlformats.org/drawingml/2006/main" noGrp="1"/>
          </p:cNvSpPr>
          <p:nvPr/>
        </p:nvSpPr>
        <p:spPr>
          <a:xfrm xmlns:a="http://schemas.openxmlformats.org/drawingml/2006/main">
            <a:off x="9715500" y="2190750"/>
            <a:ext cx="1304925" cy="209550"/>
          </a:xfrm>
          <a:custGeom xmlns:a="http://schemas.openxmlformats.org/drawingml/2006/main">
            <a:pathLst>
              <a:path w="1304925" h="209550">
                <a:moveTo>
                  <a:pt x="0" y="209550"/>
                </a:moveTo>
                <a:lnTo>
                  <a:pt x="209550" y="0"/>
                </a:lnTo>
                <a:lnTo>
                  <a:pt x="1304925" y="0"/>
                </a:lnTo>
                <a:lnTo>
                  <a:pt x="1095375" y="209550"/>
                </a:lnTo>
                <a:close/>
              </a:path>
            </a:pathLst>
          </a:custGeom>
          <a:solidFill xmlns:a="http://schemas.openxmlformats.org/drawingml/2006/main">
            <a:srgbClr val="C86A1B">
              <a:lumMod val="35000"/>
              <a:lumOff val="65000"/>
            </a:srgbClr>
          </a:solidFill>
          <a:ln xmlns:a="http://schemas.openxmlformats.org/drawingml/2006/main" w="13335">
            <a:solidFill>
              <a:srgbClr val="C86A1B"/>
            </a:solidFill>
            <a:prstDash val="solid"/>
          </a:ln>
        </p:spPr>
      </p:sp>
      <p:sp>
        <p:nvSpPr>
          <p:cNvPr id="18" name="path-17">
            <a:extLst xmlns:a="http://schemas.openxmlformats.org/drawingml/2006/main">
              <a:ext uri="{FF2B5EF4-FFF2-40B4-BE49-F238E27FC236}">
                <a16:creationId xmlns:a16="http://schemas.microsoft.com/office/drawing/2014/main" id="{5C6AFEA3-5412-4C79-BD8D-9628F9E89E7C}"/>
              </a:ext>
            </a:extLst>
          </p:cNvPr>
          <p:cNvSpPr>
            <a:spLocks xmlns:a="http://schemas.openxmlformats.org/drawingml/2006/main" noGrp="1"/>
          </p:cNvSpPr>
          <p:nvPr/>
        </p:nvSpPr>
        <p:spPr>
          <a:xfrm xmlns:a="http://schemas.openxmlformats.org/drawingml/2006/main">
            <a:off x="10810875" y="2190750"/>
            <a:ext cx="209550" cy="1066800"/>
          </a:xfrm>
          <a:custGeom xmlns:a="http://schemas.openxmlformats.org/drawingml/2006/main">
            <a:pathLst>
              <a:path w="209550" h="1066800">
                <a:moveTo>
                  <a:pt x="0" y="209550"/>
                </a:moveTo>
                <a:lnTo>
                  <a:pt x="209550" y="0"/>
                </a:lnTo>
                <a:lnTo>
                  <a:pt x="209550" y="857250"/>
                </a:lnTo>
                <a:lnTo>
                  <a:pt x="0" y="1066800"/>
                </a:lnTo>
                <a:close/>
              </a:path>
            </a:pathLst>
          </a:custGeom>
          <a:solidFill xmlns:a="http://schemas.openxmlformats.org/drawingml/2006/main">
            <a:srgbClr val="C86A1B">
              <a:lumMod val="65000"/>
              <a:lumOff val="35000"/>
            </a:srgbClr>
          </a:solidFill>
          <a:ln xmlns:a="http://schemas.openxmlformats.org/drawingml/2006/main" w="13335">
            <a:solidFill>
              <a:srgbClr val="C86A1B"/>
            </a:solidFill>
            <a:prstDash val="solid"/>
          </a:ln>
        </p:spPr>
      </p:sp>
      <p:sp>
        <p:nvSpPr>
          <p:cNvPr id="19" name="shape-18">
            <a:extLst xmlns:a="http://schemas.openxmlformats.org/drawingml/2006/main">
              <a:ext uri="{FF2B5EF4-FFF2-40B4-BE49-F238E27FC236}">
                <a16:creationId xmlns:a16="http://schemas.microsoft.com/office/drawing/2014/main" id="{E8E0CED5-C702-41E9-A962-88D528A92FDB}"/>
              </a:ext>
            </a:extLst>
          </p:cNvPr>
          <p:cNvSpPr>
            <a:spLocks xmlns:a="http://schemas.openxmlformats.org/drawingml/2006/main" noGrp="1"/>
          </p:cNvSpPr>
          <p:nvPr/>
        </p:nvSpPr>
        <p:spPr>
          <a:xfrm xmlns:a="http://schemas.openxmlformats.org/drawingml/2006/main" rot="0">
            <a:off x="9715500" y="2400300"/>
            <a:ext cx="1095375" cy="857250"/>
          </a:xfrm>
          <a:prstGeom xmlns:a="http://schemas.openxmlformats.org/drawingml/2006/main" prst="rect">
            <a:avLst/>
          </a:prstGeom>
          <a:solidFill xmlns:a="http://schemas.openxmlformats.org/drawingml/2006/main">
            <a:srgbClr val="C86A1B">
              <a:lumMod val="18000"/>
              <a:lumOff val="82000"/>
            </a:srgbClr>
          </a:solidFill>
          <a:ln xmlns:a="http://schemas.openxmlformats.org/drawingml/2006/main" w="15240">
            <a:solidFill>
              <a:srgbClr val="C86A1B"/>
            </a:solidFill>
            <a:prstDash val="solid"/>
          </a:ln>
        </p:spPr>
      </p:sp>
      <p:sp>
        <p:nvSpPr>
          <p:cNvPr id="20" name="path-19">
            <a:extLst xmlns:a="http://schemas.openxmlformats.org/drawingml/2006/main">
              <a:ext uri="{FF2B5EF4-FFF2-40B4-BE49-F238E27FC236}">
                <a16:creationId xmlns:a16="http://schemas.microsoft.com/office/drawing/2014/main" id="{35BAD15B-53E9-41DC-B9B7-E6EDA3E6CD5B}"/>
              </a:ext>
            </a:extLst>
          </p:cNvPr>
          <p:cNvSpPr>
            <a:spLocks xmlns:a="http://schemas.openxmlformats.org/drawingml/2006/main" noGrp="1"/>
          </p:cNvSpPr>
          <p:nvPr/>
        </p:nvSpPr>
        <p:spPr>
          <a:xfrm xmlns:a="http://schemas.openxmlformats.org/drawingml/2006/main">
            <a:off x="9989344" y="2400300"/>
            <a:ext cx="953" cy="857250"/>
          </a:xfrm>
          <a:custGeom xmlns:a="http://schemas.openxmlformats.org/drawingml/2006/main">
            <a:pathLst>
              <a:path w="953" h="857250">
                <a:moveTo>
                  <a:pt x="0" y="0"/>
                </a:moveTo>
                <a:lnTo>
                  <a:pt x="0" y="857250"/>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21" name="path-20">
            <a:extLst xmlns:a="http://schemas.openxmlformats.org/drawingml/2006/main">
              <a:ext uri="{FF2B5EF4-FFF2-40B4-BE49-F238E27FC236}">
                <a16:creationId xmlns:a16="http://schemas.microsoft.com/office/drawing/2014/main" id="{5F55D75F-A314-4798-B5B9-E655ADE6DFA3}"/>
              </a:ext>
            </a:extLst>
          </p:cNvPr>
          <p:cNvSpPr>
            <a:spLocks xmlns:a="http://schemas.openxmlformats.org/drawingml/2006/main" noGrp="1"/>
          </p:cNvSpPr>
          <p:nvPr/>
        </p:nvSpPr>
        <p:spPr>
          <a:xfrm xmlns:a="http://schemas.openxmlformats.org/drawingml/2006/main">
            <a:off x="10263188" y="2400300"/>
            <a:ext cx="953" cy="857250"/>
          </a:xfrm>
          <a:custGeom xmlns:a="http://schemas.openxmlformats.org/drawingml/2006/main">
            <a:pathLst>
              <a:path w="953" h="857250">
                <a:moveTo>
                  <a:pt x="0" y="0"/>
                </a:moveTo>
                <a:lnTo>
                  <a:pt x="0" y="857250"/>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22" name="path-21">
            <a:extLst xmlns:a="http://schemas.openxmlformats.org/drawingml/2006/main">
              <a:ext uri="{FF2B5EF4-FFF2-40B4-BE49-F238E27FC236}">
                <a16:creationId xmlns:a16="http://schemas.microsoft.com/office/drawing/2014/main" id="{22DA7523-880E-4F50-A2CD-4EA00F2E75E0}"/>
              </a:ext>
            </a:extLst>
          </p:cNvPr>
          <p:cNvSpPr>
            <a:spLocks xmlns:a="http://schemas.openxmlformats.org/drawingml/2006/main" noGrp="1"/>
          </p:cNvSpPr>
          <p:nvPr/>
        </p:nvSpPr>
        <p:spPr>
          <a:xfrm xmlns:a="http://schemas.openxmlformats.org/drawingml/2006/main">
            <a:off x="10537031" y="2400300"/>
            <a:ext cx="953" cy="857250"/>
          </a:xfrm>
          <a:custGeom xmlns:a="http://schemas.openxmlformats.org/drawingml/2006/main">
            <a:pathLst>
              <a:path w="953" h="857250">
                <a:moveTo>
                  <a:pt x="0" y="0"/>
                </a:moveTo>
                <a:lnTo>
                  <a:pt x="0" y="857250"/>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23" name="path-22">
            <a:extLst xmlns:a="http://schemas.openxmlformats.org/drawingml/2006/main">
              <a:ext uri="{FF2B5EF4-FFF2-40B4-BE49-F238E27FC236}">
                <a16:creationId xmlns:a16="http://schemas.microsoft.com/office/drawing/2014/main" id="{9DD33646-1E81-493A-8438-95EBA0726292}"/>
              </a:ext>
            </a:extLst>
          </p:cNvPr>
          <p:cNvSpPr>
            <a:spLocks xmlns:a="http://schemas.openxmlformats.org/drawingml/2006/main" noGrp="1"/>
          </p:cNvSpPr>
          <p:nvPr/>
        </p:nvSpPr>
        <p:spPr>
          <a:xfrm xmlns:a="http://schemas.openxmlformats.org/drawingml/2006/main">
            <a:off x="9715500" y="2614613"/>
            <a:ext cx="1095375" cy="953"/>
          </a:xfrm>
          <a:custGeom xmlns:a="http://schemas.openxmlformats.org/drawingml/2006/main">
            <a:pathLst>
              <a:path w="1095375" h="953">
                <a:moveTo>
                  <a:pt x="0" y="0"/>
                </a:moveTo>
                <a:lnTo>
                  <a:pt x="1095375" y="0"/>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24" name="path-23">
            <a:extLst xmlns:a="http://schemas.openxmlformats.org/drawingml/2006/main">
              <a:ext uri="{FF2B5EF4-FFF2-40B4-BE49-F238E27FC236}">
                <a16:creationId xmlns:a16="http://schemas.microsoft.com/office/drawing/2014/main" id="{C0F7B9E6-7137-43F9-BF0C-181F865D1433}"/>
              </a:ext>
            </a:extLst>
          </p:cNvPr>
          <p:cNvSpPr>
            <a:spLocks xmlns:a="http://schemas.openxmlformats.org/drawingml/2006/main" noGrp="1"/>
          </p:cNvSpPr>
          <p:nvPr/>
        </p:nvSpPr>
        <p:spPr>
          <a:xfrm xmlns:a="http://schemas.openxmlformats.org/drawingml/2006/main">
            <a:off x="9715500" y="2828925"/>
            <a:ext cx="1095375" cy="953"/>
          </a:xfrm>
          <a:custGeom xmlns:a="http://schemas.openxmlformats.org/drawingml/2006/main">
            <a:pathLst>
              <a:path w="1095375" h="953">
                <a:moveTo>
                  <a:pt x="0" y="0"/>
                </a:moveTo>
                <a:lnTo>
                  <a:pt x="1095375" y="0"/>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25" name="path-24">
            <a:extLst xmlns:a="http://schemas.openxmlformats.org/drawingml/2006/main">
              <a:ext uri="{FF2B5EF4-FFF2-40B4-BE49-F238E27FC236}">
                <a16:creationId xmlns:a16="http://schemas.microsoft.com/office/drawing/2014/main" id="{06D9C59A-43F6-4FC5-8343-710D5C38B692}"/>
              </a:ext>
            </a:extLst>
          </p:cNvPr>
          <p:cNvSpPr>
            <a:spLocks xmlns:a="http://schemas.openxmlformats.org/drawingml/2006/main" noGrp="1"/>
          </p:cNvSpPr>
          <p:nvPr/>
        </p:nvSpPr>
        <p:spPr>
          <a:xfrm xmlns:a="http://schemas.openxmlformats.org/drawingml/2006/main">
            <a:off x="9715500" y="3043238"/>
            <a:ext cx="1095375" cy="953"/>
          </a:xfrm>
          <a:custGeom xmlns:a="http://schemas.openxmlformats.org/drawingml/2006/main">
            <a:pathLst>
              <a:path w="1095375" h="953">
                <a:moveTo>
                  <a:pt x="0" y="0"/>
                </a:moveTo>
                <a:lnTo>
                  <a:pt x="1095375" y="0"/>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26" name="label-25">
            <a:extLst xmlns:a="http://schemas.openxmlformats.org/drawingml/2006/main">
              <a:ext uri="{FF2B5EF4-FFF2-40B4-BE49-F238E27FC236}">
                <a16:creationId xmlns:a16="http://schemas.microsoft.com/office/drawing/2014/main" id="{CB4B04A1-AD19-4BD2-A614-C4DB7197F10B}"/>
              </a:ext>
            </a:extLst>
          </p:cNvPr>
          <p:cNvSpPr>
            <a:spLocks xmlns:a="http://schemas.openxmlformats.org/drawingml/2006/main" noGrp="1"/>
          </p:cNvSpPr>
          <p:nvPr/>
        </p:nvSpPr>
        <p:spPr>
          <a:xfrm xmlns:a="http://schemas.openxmlformats.org/drawingml/2006/main">
            <a:off x="9753600" y="2476500"/>
            <a:ext cx="10191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C86A1B"/>
                </a:solidFill>
                <a:latin typeface="DejaVu Sans"/>
                <a:ea typeface="DejaVu Sans"/>
                <a:cs typeface="DejaVu Sans"/>
              </a:defRPr>
            </a:defPPr>
            <a:lvl1pPr algn="ctr">
              <a:defRPr sz="1725" b="1">
                <a:solidFill>
                  <a:srgbClr val="C86A1B"/>
                </a:solidFill>
                <a:latin typeface="DejaVu Sans"/>
                <a:ea typeface="DejaVu Sans"/>
                <a:cs typeface="DejaVu Sans"/>
              </a:defRPr>
            </a:lvl1pPr>
            <a:lvl2pPr algn="ctr">
              <a:defRPr sz="1725" b="1">
                <a:solidFill>
                  <a:srgbClr val="C86A1B"/>
                </a:solidFill>
                <a:latin typeface="DejaVu Sans"/>
                <a:ea typeface="DejaVu Sans"/>
                <a:cs typeface="DejaVu Sans"/>
              </a:defRPr>
            </a:lvl2pPr>
            <a:lvl3pPr algn="ctr">
              <a:defRPr sz="1725" b="1">
                <a:solidFill>
                  <a:srgbClr val="C86A1B"/>
                </a:solidFill>
                <a:latin typeface="DejaVu Sans"/>
                <a:ea typeface="DejaVu Sans"/>
                <a:cs typeface="DejaVu Sans"/>
              </a:defRPr>
            </a:lvl3pPr>
            <a:lvl4pPr algn="ctr">
              <a:defRPr sz="1725" b="1">
                <a:solidFill>
                  <a:srgbClr val="C86A1B"/>
                </a:solidFill>
                <a:latin typeface="DejaVu Sans"/>
                <a:ea typeface="DejaVu Sans"/>
                <a:cs typeface="DejaVu Sans"/>
              </a:defRPr>
            </a:lvl4pPr>
            <a:lvl5pPr algn="ctr">
              <a:defRPr sz="1725" b="1">
                <a:solidFill>
                  <a:srgbClr val="C86A1B"/>
                </a:solidFill>
                <a:latin typeface="DejaVu Sans"/>
                <a:ea typeface="DejaVu Sans"/>
                <a:cs typeface="DejaVu Sans"/>
              </a:defRPr>
            </a:lvl5pPr>
            <a:lvl6pPr algn="ctr">
              <a:defRPr sz="1725" b="1">
                <a:solidFill>
                  <a:srgbClr val="C86A1B"/>
                </a:solidFill>
                <a:latin typeface="DejaVu Sans"/>
                <a:ea typeface="DejaVu Sans"/>
                <a:cs typeface="DejaVu Sans"/>
              </a:defRPr>
            </a:lvl6pPr>
            <a:lvl7pPr algn="ctr">
              <a:defRPr sz="1725" b="1">
                <a:solidFill>
                  <a:srgbClr val="C86A1B"/>
                </a:solidFill>
                <a:latin typeface="DejaVu Sans"/>
                <a:ea typeface="DejaVu Sans"/>
                <a:cs typeface="DejaVu Sans"/>
              </a:defRPr>
            </a:lvl7pPr>
            <a:lvl8pPr algn="ctr">
              <a:defRPr sz="1725" b="1">
                <a:solidFill>
                  <a:srgbClr val="C86A1B"/>
                </a:solidFill>
                <a:latin typeface="DejaVu Sans"/>
                <a:ea typeface="DejaVu Sans"/>
                <a:cs typeface="DejaVu Sans"/>
              </a:defRPr>
            </a:lvl8pPr>
            <a:lvl9pPr algn="ctr">
              <a:defRPr sz="1725" b="1">
                <a:solidFill>
                  <a:srgbClr val="C86A1B"/>
                </a:solidFill>
                <a:latin typeface="DejaVu Sans"/>
                <a:ea typeface="DejaVu Sans"/>
                <a:cs typeface="DejaVu Sans"/>
              </a:defRPr>
            </a:lvl9pPr>
          </a:lstStyle>
          <a:p xmlns:a="http://schemas.openxmlformats.org/drawingml/2006/main">
            <a:pPr algn="ctr">
              <a:defRPr sz="1725" b="1">
                <a:solidFill>
                  <a:srgbClr val="C86A1B"/>
                </a:solidFill>
                <a:latin typeface="DejaVu Sans"/>
                <a:ea typeface="DejaVu Sans"/>
                <a:cs typeface="DejaVu Sans"/>
              </a:defRPr>
            </a:pPr>
            <a:r>
              <a:rPr sz="1725" b="1">
                <a:solidFill>
                  <a:srgbClr val="C86A1B"/>
                </a:solidFill>
                <a:latin typeface="DejaVu Sans"/>
                <a:ea typeface="DejaVu Sans"/>
                <a:cs typeface="DejaVu Sans"/>
              </a:rPr>
              <a:t>3D</a:t>
            </a:r>
          </a:p>
        </p:txBody>
      </p:sp>
      <p:sp>
        <p:nvSpPr>
          <p:cNvPr id="27" name="label-26">
            <a:extLst xmlns:a="http://schemas.openxmlformats.org/drawingml/2006/main">
              <a:ext uri="{FF2B5EF4-FFF2-40B4-BE49-F238E27FC236}">
                <a16:creationId xmlns:a16="http://schemas.microsoft.com/office/drawing/2014/main" id="{5302A087-C771-4FFD-ABD7-5EDD5ED4F888}"/>
              </a:ext>
            </a:extLst>
          </p:cNvPr>
          <p:cNvSpPr>
            <a:spLocks xmlns:a="http://schemas.openxmlformats.org/drawingml/2006/main" noGrp="1"/>
          </p:cNvSpPr>
          <p:nvPr/>
        </p:nvSpPr>
        <p:spPr>
          <a:xfrm xmlns:a="http://schemas.openxmlformats.org/drawingml/2006/main">
            <a:off x="9525000" y="3390900"/>
            <a:ext cx="14763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C86A1B"/>
                </a:solidFill>
                <a:latin typeface="DejaVu Sans"/>
                <a:ea typeface="DejaVu Sans"/>
                <a:cs typeface="DejaVu Sans"/>
              </a:defRPr>
            </a:defPPr>
            <a:lvl1pPr algn="ctr">
              <a:defRPr sz="1500" b="0">
                <a:solidFill>
                  <a:srgbClr val="C86A1B"/>
                </a:solidFill>
                <a:latin typeface="DejaVu Sans"/>
                <a:ea typeface="DejaVu Sans"/>
                <a:cs typeface="DejaVu Sans"/>
              </a:defRPr>
            </a:lvl1pPr>
            <a:lvl2pPr algn="ctr">
              <a:defRPr sz="1500" b="0">
                <a:solidFill>
                  <a:srgbClr val="C86A1B"/>
                </a:solidFill>
                <a:latin typeface="DejaVu Sans"/>
                <a:ea typeface="DejaVu Sans"/>
                <a:cs typeface="DejaVu Sans"/>
              </a:defRPr>
            </a:lvl2pPr>
            <a:lvl3pPr algn="ctr">
              <a:defRPr sz="1500" b="0">
                <a:solidFill>
                  <a:srgbClr val="C86A1B"/>
                </a:solidFill>
                <a:latin typeface="DejaVu Sans"/>
                <a:ea typeface="DejaVu Sans"/>
                <a:cs typeface="DejaVu Sans"/>
              </a:defRPr>
            </a:lvl3pPr>
            <a:lvl4pPr algn="ctr">
              <a:defRPr sz="1500" b="0">
                <a:solidFill>
                  <a:srgbClr val="C86A1B"/>
                </a:solidFill>
                <a:latin typeface="DejaVu Sans"/>
                <a:ea typeface="DejaVu Sans"/>
                <a:cs typeface="DejaVu Sans"/>
              </a:defRPr>
            </a:lvl4pPr>
            <a:lvl5pPr algn="ctr">
              <a:defRPr sz="1500" b="0">
                <a:solidFill>
                  <a:srgbClr val="C86A1B"/>
                </a:solidFill>
                <a:latin typeface="DejaVu Sans"/>
                <a:ea typeface="DejaVu Sans"/>
                <a:cs typeface="DejaVu Sans"/>
              </a:defRPr>
            </a:lvl5pPr>
            <a:lvl6pPr algn="ctr">
              <a:defRPr sz="1500" b="0">
                <a:solidFill>
                  <a:srgbClr val="C86A1B"/>
                </a:solidFill>
                <a:latin typeface="DejaVu Sans"/>
                <a:ea typeface="DejaVu Sans"/>
                <a:cs typeface="DejaVu Sans"/>
              </a:defRPr>
            </a:lvl6pPr>
            <a:lvl7pPr algn="ctr">
              <a:defRPr sz="1500" b="0">
                <a:solidFill>
                  <a:srgbClr val="C86A1B"/>
                </a:solidFill>
                <a:latin typeface="DejaVu Sans"/>
                <a:ea typeface="DejaVu Sans"/>
                <a:cs typeface="DejaVu Sans"/>
              </a:defRPr>
            </a:lvl7pPr>
            <a:lvl8pPr algn="ctr">
              <a:defRPr sz="1500" b="0">
                <a:solidFill>
                  <a:srgbClr val="C86A1B"/>
                </a:solidFill>
                <a:latin typeface="DejaVu Sans"/>
                <a:ea typeface="DejaVu Sans"/>
                <a:cs typeface="DejaVu Sans"/>
              </a:defRPr>
            </a:lvl8pPr>
            <a:lvl9pPr algn="ctr">
              <a:defRPr sz="1500" b="0">
                <a:solidFill>
                  <a:srgbClr val="C86A1B"/>
                </a:solidFill>
                <a:latin typeface="DejaVu Sans"/>
                <a:ea typeface="DejaVu Sans"/>
                <a:cs typeface="DejaVu Sans"/>
              </a:defRPr>
            </a:lvl9pPr>
          </a:lstStyle>
          <a:p xmlns:a="http://schemas.openxmlformats.org/drawingml/2006/main">
            <a:pPr algn="ctr">
              <a:defRPr sz="1500" b="0">
                <a:solidFill>
                  <a:srgbClr val="C86A1B"/>
                </a:solidFill>
                <a:latin typeface="DejaVu Sans"/>
                <a:ea typeface="DejaVu Sans"/>
                <a:cs typeface="DejaVu Sans"/>
              </a:defRPr>
            </a:pPr>
            <a:r>
              <a:rPr sz="1500" b="0">
                <a:solidFill>
                  <a:srgbClr val="C86A1B"/>
                </a:solidFill>
                <a:latin typeface="DejaVu Sans"/>
                <a:ea typeface="DejaVu Sans"/>
                <a:cs typeface="DejaVu Sans"/>
              </a:rPr>
              <a:t>LiDAR BEV</a:t>
            </a:r>
          </a:p>
        </p:txBody>
      </p:sp>
      <p:sp>
        <p:nvSpPr>
          <p:cNvPr id="28" name="path-27">
            <a:extLst xmlns:a="http://schemas.openxmlformats.org/drawingml/2006/main">
              <a:ext uri="{FF2B5EF4-FFF2-40B4-BE49-F238E27FC236}">
                <a16:creationId xmlns:a16="http://schemas.microsoft.com/office/drawing/2014/main" id="{972CD79D-A881-4B71-AC56-0F5C9E7343EE}"/>
              </a:ext>
            </a:extLst>
          </p:cNvPr>
          <p:cNvSpPr>
            <a:spLocks xmlns:a="http://schemas.openxmlformats.org/drawingml/2006/main" noGrp="1"/>
          </p:cNvSpPr>
          <p:nvPr/>
        </p:nvSpPr>
        <p:spPr>
          <a:xfrm xmlns:a="http://schemas.openxmlformats.org/drawingml/2006/main">
            <a:off x="8839200" y="2857500"/>
            <a:ext cx="953" cy="819150"/>
          </a:xfrm>
          <a:custGeom xmlns:a="http://schemas.openxmlformats.org/drawingml/2006/main">
            <a:pathLst>
              <a:path w="953" h="819150">
                <a:moveTo>
                  <a:pt x="0" y="0"/>
                </a:moveTo>
                <a:lnTo>
                  <a:pt x="0" y="819150"/>
                </a:lnTo>
              </a:path>
            </a:pathLst>
          </a:custGeom>
          <a:noFill xmlns:a="http://schemas.openxmlformats.org/drawingml/2006/main"/>
          <a:ln xmlns:a="http://schemas.openxmlformats.org/drawingml/2006/main" w="22860">
            <a:solidFill>
              <a:srgbClr val="8CA1BD"/>
            </a:solidFill>
            <a:prstDash val="solid"/>
          </a:ln>
        </p:spPr>
      </p:sp>
      <p:sp>
        <p:nvSpPr>
          <p:cNvPr id="29" name="path-28">
            <a:extLst xmlns:a="http://schemas.openxmlformats.org/drawingml/2006/main">
              <a:ext uri="{FF2B5EF4-FFF2-40B4-BE49-F238E27FC236}">
                <a16:creationId xmlns:a16="http://schemas.microsoft.com/office/drawing/2014/main" id="{73ACE0BA-0BAF-4ABB-9A78-BC791B4CE211}"/>
              </a:ext>
            </a:extLst>
          </p:cNvPr>
          <p:cNvSpPr>
            <a:spLocks xmlns:a="http://schemas.openxmlformats.org/drawingml/2006/main" noGrp="1"/>
          </p:cNvSpPr>
          <p:nvPr/>
        </p:nvSpPr>
        <p:spPr>
          <a:xfrm xmlns:a="http://schemas.openxmlformats.org/drawingml/2006/main">
            <a:off x="8795385" y="3581400"/>
            <a:ext cx="87630" cy="95250"/>
          </a:xfrm>
          <a:custGeom xmlns:a="http://schemas.openxmlformats.org/drawingml/2006/main">
            <a:pathLst>
              <a:path w="87630" h="95250">
                <a:moveTo>
                  <a:pt x="43815" y="95250"/>
                </a:moveTo>
                <a:lnTo>
                  <a:pt x="87630" y="0"/>
                </a:lnTo>
                <a:lnTo>
                  <a:pt x="0" y="0"/>
                </a:lnTo>
                <a:close/>
              </a:path>
            </a:pathLst>
          </a:custGeom>
          <a:solidFill xmlns:a="http://schemas.openxmlformats.org/drawingml/2006/main">
            <a:srgbClr val="8CA1BD"/>
          </a:solidFill>
          <a:ln xmlns:a="http://schemas.openxmlformats.org/drawingml/2006/main" w="0">
            <a:solidFill>
              <a:srgbClr val="8CA1BD"/>
            </a:solidFill>
            <a:prstDash val="solid"/>
          </a:ln>
        </p:spPr>
      </p:sp>
      <p:sp>
        <p:nvSpPr>
          <p:cNvPr id="30" name="path-29">
            <a:extLst xmlns:a="http://schemas.openxmlformats.org/drawingml/2006/main">
              <a:ext uri="{FF2B5EF4-FFF2-40B4-BE49-F238E27FC236}">
                <a16:creationId xmlns:a16="http://schemas.microsoft.com/office/drawing/2014/main" id="{3A41158C-C9A6-449D-8D4B-A931BBAC7ABA}"/>
              </a:ext>
            </a:extLst>
          </p:cNvPr>
          <p:cNvSpPr>
            <a:spLocks xmlns:a="http://schemas.openxmlformats.org/drawingml/2006/main" noGrp="1"/>
          </p:cNvSpPr>
          <p:nvPr/>
        </p:nvSpPr>
        <p:spPr>
          <a:xfrm xmlns:a="http://schemas.openxmlformats.org/drawingml/2006/main">
            <a:off x="9620250" y="3695700"/>
            <a:ext cx="647700" cy="304800"/>
          </a:xfrm>
          <a:custGeom xmlns:a="http://schemas.openxmlformats.org/drawingml/2006/main">
            <a:pathLst>
              <a:path w="647700" h="304800">
                <a:moveTo>
                  <a:pt x="647700" y="0"/>
                </a:moveTo>
                <a:lnTo>
                  <a:pt x="647700" y="304800"/>
                </a:lnTo>
                <a:lnTo>
                  <a:pt x="0" y="304800"/>
                </a:lnTo>
              </a:path>
            </a:pathLst>
          </a:custGeom>
          <a:noFill xmlns:a="http://schemas.openxmlformats.org/drawingml/2006/main"/>
          <a:ln xmlns:a="http://schemas.openxmlformats.org/drawingml/2006/main" w="22860">
            <a:solidFill>
              <a:srgbClr val="8CA1BD"/>
            </a:solidFill>
            <a:prstDash val="solid"/>
          </a:ln>
        </p:spPr>
      </p:sp>
      <p:sp>
        <p:nvSpPr>
          <p:cNvPr id="31" name="path-30">
            <a:extLst xmlns:a="http://schemas.openxmlformats.org/drawingml/2006/main">
              <a:ext uri="{FF2B5EF4-FFF2-40B4-BE49-F238E27FC236}">
                <a16:creationId xmlns:a16="http://schemas.microsoft.com/office/drawing/2014/main" id="{DA4458CE-B469-448B-B303-467BC844C6AB}"/>
              </a:ext>
            </a:extLst>
          </p:cNvPr>
          <p:cNvSpPr>
            <a:spLocks xmlns:a="http://schemas.openxmlformats.org/drawingml/2006/main" noGrp="1"/>
          </p:cNvSpPr>
          <p:nvPr/>
        </p:nvSpPr>
        <p:spPr>
          <a:xfrm xmlns:a="http://schemas.openxmlformats.org/drawingml/2006/main">
            <a:off x="9620250" y="3956685"/>
            <a:ext cx="95250" cy="87630"/>
          </a:xfrm>
          <a:custGeom xmlns:a="http://schemas.openxmlformats.org/drawingml/2006/main">
            <a:pathLst>
              <a:path w="95250" h="87630">
                <a:moveTo>
                  <a:pt x="0" y="43815"/>
                </a:moveTo>
                <a:lnTo>
                  <a:pt x="95250" y="87630"/>
                </a:lnTo>
                <a:lnTo>
                  <a:pt x="95250" y="0"/>
                </a:lnTo>
                <a:close/>
              </a:path>
            </a:pathLst>
          </a:custGeom>
          <a:solidFill xmlns:a="http://schemas.openxmlformats.org/drawingml/2006/main">
            <a:srgbClr val="8CA1BD"/>
          </a:solidFill>
          <a:ln xmlns:a="http://schemas.openxmlformats.org/drawingml/2006/main" w="0">
            <a:solidFill>
              <a:srgbClr val="8CA1BD"/>
            </a:solidFill>
            <a:prstDash val="solid"/>
          </a:ln>
        </p:spPr>
      </p:sp>
      <p:sp>
        <p:nvSpPr>
          <p:cNvPr id="32" name="shape-31">
            <a:extLst xmlns:a="http://schemas.openxmlformats.org/drawingml/2006/main">
              <a:ext uri="{FF2B5EF4-FFF2-40B4-BE49-F238E27FC236}">
                <a16:creationId xmlns:a16="http://schemas.microsoft.com/office/drawing/2014/main" id="{64467456-018F-4DDE-8208-E3A799E606E8}"/>
              </a:ext>
            </a:extLst>
          </p:cNvPr>
          <p:cNvSpPr>
            <a:spLocks xmlns:a="http://schemas.openxmlformats.org/drawingml/2006/main" noGrp="1"/>
          </p:cNvSpPr>
          <p:nvPr/>
        </p:nvSpPr>
        <p:spPr>
          <a:xfrm xmlns:a="http://schemas.openxmlformats.org/drawingml/2006/main" rot="0">
            <a:off x="8048625" y="3857625"/>
            <a:ext cx="1571625" cy="1333500"/>
          </a:xfrm>
          <a:prstGeom xmlns:a="http://schemas.openxmlformats.org/drawingml/2006/main" prst="rect">
            <a:avLst/>
          </a:prstGeom>
          <a:solidFill xmlns:a="http://schemas.openxmlformats.org/drawingml/2006/main">
            <a:srgbClr val="1F304B"/>
          </a:solidFill>
          <a:ln xmlns:a="http://schemas.openxmlformats.org/drawingml/2006/main" w="11430">
            <a:solidFill>
              <a:srgbClr val="50627C"/>
            </a:solidFill>
            <a:prstDash val="solid"/>
          </a:ln>
        </p:spPr>
      </p:sp>
      <p:sp>
        <p:nvSpPr>
          <p:cNvPr id="33" name="path-32">
            <a:extLst xmlns:a="http://schemas.openxmlformats.org/drawingml/2006/main">
              <a:ext uri="{FF2B5EF4-FFF2-40B4-BE49-F238E27FC236}">
                <a16:creationId xmlns:a16="http://schemas.microsoft.com/office/drawing/2014/main" id="{32279472-F530-4BDA-BB91-DBD6A03EA738}"/>
              </a:ext>
            </a:extLst>
          </p:cNvPr>
          <p:cNvSpPr>
            <a:spLocks xmlns:a="http://schemas.openxmlformats.org/drawingml/2006/main" noGrp="1"/>
          </p:cNvSpPr>
          <p:nvPr/>
        </p:nvSpPr>
        <p:spPr>
          <a:xfrm xmlns:a="http://schemas.openxmlformats.org/drawingml/2006/main">
            <a:off x="8310563" y="3857625"/>
            <a:ext cx="953" cy="1333500"/>
          </a:xfrm>
          <a:custGeom xmlns:a="http://schemas.openxmlformats.org/drawingml/2006/main">
            <a:pathLst>
              <a:path w="953" h="1333500">
                <a:moveTo>
                  <a:pt x="0" y="0"/>
                </a:moveTo>
                <a:lnTo>
                  <a:pt x="0" y="1333500"/>
                </a:lnTo>
              </a:path>
            </a:pathLst>
          </a:custGeom>
          <a:noFill xmlns:a="http://schemas.openxmlformats.org/drawingml/2006/main"/>
          <a:ln xmlns:a="http://schemas.openxmlformats.org/drawingml/2006/main" w="7620">
            <a:solidFill>
              <a:srgbClr val="50627C"/>
            </a:solidFill>
            <a:prstDash val="solid"/>
          </a:ln>
        </p:spPr>
      </p:sp>
      <p:sp>
        <p:nvSpPr>
          <p:cNvPr id="34" name="path-33">
            <a:extLst xmlns:a="http://schemas.openxmlformats.org/drawingml/2006/main">
              <a:ext uri="{FF2B5EF4-FFF2-40B4-BE49-F238E27FC236}">
                <a16:creationId xmlns:a16="http://schemas.microsoft.com/office/drawing/2014/main" id="{52D4AC59-F5E9-46E8-B814-62C64BC674F3}"/>
              </a:ext>
            </a:extLst>
          </p:cNvPr>
          <p:cNvSpPr>
            <a:spLocks xmlns:a="http://schemas.openxmlformats.org/drawingml/2006/main" noGrp="1"/>
          </p:cNvSpPr>
          <p:nvPr/>
        </p:nvSpPr>
        <p:spPr>
          <a:xfrm xmlns:a="http://schemas.openxmlformats.org/drawingml/2006/main">
            <a:off x="8572500" y="3857625"/>
            <a:ext cx="953" cy="1333500"/>
          </a:xfrm>
          <a:custGeom xmlns:a="http://schemas.openxmlformats.org/drawingml/2006/main">
            <a:pathLst>
              <a:path w="953" h="1333500">
                <a:moveTo>
                  <a:pt x="0" y="0"/>
                </a:moveTo>
                <a:lnTo>
                  <a:pt x="0" y="1333500"/>
                </a:lnTo>
              </a:path>
            </a:pathLst>
          </a:custGeom>
          <a:noFill xmlns:a="http://schemas.openxmlformats.org/drawingml/2006/main"/>
          <a:ln xmlns:a="http://schemas.openxmlformats.org/drawingml/2006/main" w="7620">
            <a:solidFill>
              <a:srgbClr val="50627C"/>
            </a:solidFill>
            <a:prstDash val="solid"/>
          </a:ln>
        </p:spPr>
      </p:sp>
      <p:sp>
        <p:nvSpPr>
          <p:cNvPr id="35" name="path-34">
            <a:extLst xmlns:a="http://schemas.openxmlformats.org/drawingml/2006/main">
              <a:ext uri="{FF2B5EF4-FFF2-40B4-BE49-F238E27FC236}">
                <a16:creationId xmlns:a16="http://schemas.microsoft.com/office/drawing/2014/main" id="{9A461A94-C0A9-4398-B98D-5D871FD1D336}"/>
              </a:ext>
            </a:extLst>
          </p:cNvPr>
          <p:cNvSpPr>
            <a:spLocks xmlns:a="http://schemas.openxmlformats.org/drawingml/2006/main" noGrp="1"/>
          </p:cNvSpPr>
          <p:nvPr/>
        </p:nvSpPr>
        <p:spPr>
          <a:xfrm xmlns:a="http://schemas.openxmlformats.org/drawingml/2006/main">
            <a:off x="8834438" y="3857625"/>
            <a:ext cx="953" cy="1333500"/>
          </a:xfrm>
          <a:custGeom xmlns:a="http://schemas.openxmlformats.org/drawingml/2006/main">
            <a:pathLst>
              <a:path w="953" h="1333500">
                <a:moveTo>
                  <a:pt x="0" y="0"/>
                </a:moveTo>
                <a:lnTo>
                  <a:pt x="0" y="1333500"/>
                </a:lnTo>
              </a:path>
            </a:pathLst>
          </a:custGeom>
          <a:noFill xmlns:a="http://schemas.openxmlformats.org/drawingml/2006/main"/>
          <a:ln xmlns:a="http://schemas.openxmlformats.org/drawingml/2006/main" w="7620">
            <a:solidFill>
              <a:srgbClr val="50627C"/>
            </a:solidFill>
            <a:prstDash val="solid"/>
          </a:ln>
        </p:spPr>
      </p:sp>
      <p:sp>
        <p:nvSpPr>
          <p:cNvPr id="36" name="path-35">
            <a:extLst xmlns:a="http://schemas.openxmlformats.org/drawingml/2006/main">
              <a:ext uri="{FF2B5EF4-FFF2-40B4-BE49-F238E27FC236}">
                <a16:creationId xmlns:a16="http://schemas.microsoft.com/office/drawing/2014/main" id="{1CDDBD51-E103-42F3-88D9-F88318FDB2A2}"/>
              </a:ext>
            </a:extLst>
          </p:cNvPr>
          <p:cNvSpPr>
            <a:spLocks xmlns:a="http://schemas.openxmlformats.org/drawingml/2006/main" noGrp="1"/>
          </p:cNvSpPr>
          <p:nvPr/>
        </p:nvSpPr>
        <p:spPr>
          <a:xfrm xmlns:a="http://schemas.openxmlformats.org/drawingml/2006/main">
            <a:off x="9096375" y="3857625"/>
            <a:ext cx="953" cy="1333500"/>
          </a:xfrm>
          <a:custGeom xmlns:a="http://schemas.openxmlformats.org/drawingml/2006/main">
            <a:pathLst>
              <a:path w="953" h="1333500">
                <a:moveTo>
                  <a:pt x="0" y="0"/>
                </a:moveTo>
                <a:lnTo>
                  <a:pt x="0" y="1333500"/>
                </a:lnTo>
              </a:path>
            </a:pathLst>
          </a:custGeom>
          <a:noFill xmlns:a="http://schemas.openxmlformats.org/drawingml/2006/main"/>
          <a:ln xmlns:a="http://schemas.openxmlformats.org/drawingml/2006/main" w="7620">
            <a:solidFill>
              <a:srgbClr val="50627C"/>
            </a:solidFill>
            <a:prstDash val="solid"/>
          </a:ln>
        </p:spPr>
      </p:sp>
      <p:sp>
        <p:nvSpPr>
          <p:cNvPr id="37" name="path-36">
            <a:extLst xmlns:a="http://schemas.openxmlformats.org/drawingml/2006/main">
              <a:ext uri="{FF2B5EF4-FFF2-40B4-BE49-F238E27FC236}">
                <a16:creationId xmlns:a16="http://schemas.microsoft.com/office/drawing/2014/main" id="{594EB8FA-1320-4403-826F-45956DCA48F8}"/>
              </a:ext>
            </a:extLst>
          </p:cNvPr>
          <p:cNvSpPr>
            <a:spLocks xmlns:a="http://schemas.openxmlformats.org/drawingml/2006/main" noGrp="1"/>
          </p:cNvSpPr>
          <p:nvPr/>
        </p:nvSpPr>
        <p:spPr>
          <a:xfrm xmlns:a="http://schemas.openxmlformats.org/drawingml/2006/main">
            <a:off x="9358313" y="3857625"/>
            <a:ext cx="953" cy="1333500"/>
          </a:xfrm>
          <a:custGeom xmlns:a="http://schemas.openxmlformats.org/drawingml/2006/main">
            <a:pathLst>
              <a:path w="953" h="1333500">
                <a:moveTo>
                  <a:pt x="0" y="0"/>
                </a:moveTo>
                <a:lnTo>
                  <a:pt x="0" y="1333500"/>
                </a:lnTo>
              </a:path>
            </a:pathLst>
          </a:custGeom>
          <a:noFill xmlns:a="http://schemas.openxmlformats.org/drawingml/2006/main"/>
          <a:ln xmlns:a="http://schemas.openxmlformats.org/drawingml/2006/main" w="7620">
            <a:solidFill>
              <a:srgbClr val="50627C"/>
            </a:solidFill>
            <a:prstDash val="solid"/>
          </a:ln>
        </p:spPr>
      </p:sp>
      <p:sp>
        <p:nvSpPr>
          <p:cNvPr id="38" name="path-37">
            <a:extLst xmlns:a="http://schemas.openxmlformats.org/drawingml/2006/main">
              <a:ext uri="{FF2B5EF4-FFF2-40B4-BE49-F238E27FC236}">
                <a16:creationId xmlns:a16="http://schemas.microsoft.com/office/drawing/2014/main" id="{51C3535E-144E-4D84-A2E4-966BC4F8BAEE}"/>
              </a:ext>
            </a:extLst>
          </p:cNvPr>
          <p:cNvSpPr>
            <a:spLocks xmlns:a="http://schemas.openxmlformats.org/drawingml/2006/main" noGrp="1"/>
          </p:cNvSpPr>
          <p:nvPr/>
        </p:nvSpPr>
        <p:spPr>
          <a:xfrm xmlns:a="http://schemas.openxmlformats.org/drawingml/2006/main">
            <a:off x="8048625" y="4124325"/>
            <a:ext cx="1571625" cy="953"/>
          </a:xfrm>
          <a:custGeom xmlns:a="http://schemas.openxmlformats.org/drawingml/2006/main">
            <a:pathLst>
              <a:path w="1571625" h="953">
                <a:moveTo>
                  <a:pt x="0" y="0"/>
                </a:moveTo>
                <a:lnTo>
                  <a:pt x="1571625" y="0"/>
                </a:lnTo>
              </a:path>
            </a:pathLst>
          </a:custGeom>
          <a:noFill xmlns:a="http://schemas.openxmlformats.org/drawingml/2006/main"/>
          <a:ln xmlns:a="http://schemas.openxmlformats.org/drawingml/2006/main" w="7620">
            <a:solidFill>
              <a:srgbClr val="50627C"/>
            </a:solidFill>
            <a:prstDash val="solid"/>
          </a:ln>
        </p:spPr>
      </p:sp>
      <p:sp>
        <p:nvSpPr>
          <p:cNvPr id="39" name="path-38">
            <a:extLst xmlns:a="http://schemas.openxmlformats.org/drawingml/2006/main">
              <a:ext uri="{FF2B5EF4-FFF2-40B4-BE49-F238E27FC236}">
                <a16:creationId xmlns:a16="http://schemas.microsoft.com/office/drawing/2014/main" id="{61149109-40F9-4371-ABDF-6E395251FF38}"/>
              </a:ext>
            </a:extLst>
          </p:cNvPr>
          <p:cNvSpPr>
            <a:spLocks xmlns:a="http://schemas.openxmlformats.org/drawingml/2006/main" noGrp="1"/>
          </p:cNvSpPr>
          <p:nvPr/>
        </p:nvSpPr>
        <p:spPr>
          <a:xfrm xmlns:a="http://schemas.openxmlformats.org/drawingml/2006/main">
            <a:off x="8048625" y="4391025"/>
            <a:ext cx="1571625" cy="953"/>
          </a:xfrm>
          <a:custGeom xmlns:a="http://schemas.openxmlformats.org/drawingml/2006/main">
            <a:pathLst>
              <a:path w="1571625" h="953">
                <a:moveTo>
                  <a:pt x="0" y="0"/>
                </a:moveTo>
                <a:lnTo>
                  <a:pt x="1571625" y="0"/>
                </a:lnTo>
              </a:path>
            </a:pathLst>
          </a:custGeom>
          <a:noFill xmlns:a="http://schemas.openxmlformats.org/drawingml/2006/main"/>
          <a:ln xmlns:a="http://schemas.openxmlformats.org/drawingml/2006/main" w="7620">
            <a:solidFill>
              <a:srgbClr val="50627C"/>
            </a:solidFill>
            <a:prstDash val="solid"/>
          </a:ln>
        </p:spPr>
      </p:sp>
      <p:sp>
        <p:nvSpPr>
          <p:cNvPr id="40" name="path-39">
            <a:extLst xmlns:a="http://schemas.openxmlformats.org/drawingml/2006/main">
              <a:ext uri="{FF2B5EF4-FFF2-40B4-BE49-F238E27FC236}">
                <a16:creationId xmlns:a16="http://schemas.microsoft.com/office/drawing/2014/main" id="{066C8BC1-52B7-4B86-9965-F7ADD396E96F}"/>
              </a:ext>
            </a:extLst>
          </p:cNvPr>
          <p:cNvSpPr>
            <a:spLocks xmlns:a="http://schemas.openxmlformats.org/drawingml/2006/main" noGrp="1"/>
          </p:cNvSpPr>
          <p:nvPr/>
        </p:nvSpPr>
        <p:spPr>
          <a:xfrm xmlns:a="http://schemas.openxmlformats.org/drawingml/2006/main">
            <a:off x="8048625" y="4657725"/>
            <a:ext cx="1571625" cy="953"/>
          </a:xfrm>
          <a:custGeom xmlns:a="http://schemas.openxmlformats.org/drawingml/2006/main">
            <a:pathLst>
              <a:path w="1571625" h="953">
                <a:moveTo>
                  <a:pt x="0" y="0"/>
                </a:moveTo>
                <a:lnTo>
                  <a:pt x="1571625" y="0"/>
                </a:lnTo>
              </a:path>
            </a:pathLst>
          </a:custGeom>
          <a:noFill xmlns:a="http://schemas.openxmlformats.org/drawingml/2006/main"/>
          <a:ln xmlns:a="http://schemas.openxmlformats.org/drawingml/2006/main" w="7620">
            <a:solidFill>
              <a:srgbClr val="50627C"/>
            </a:solidFill>
            <a:prstDash val="solid"/>
          </a:ln>
        </p:spPr>
      </p:sp>
      <p:sp>
        <p:nvSpPr>
          <p:cNvPr id="41" name="path-40">
            <a:extLst xmlns:a="http://schemas.openxmlformats.org/drawingml/2006/main">
              <a:ext uri="{FF2B5EF4-FFF2-40B4-BE49-F238E27FC236}">
                <a16:creationId xmlns:a16="http://schemas.microsoft.com/office/drawing/2014/main" id="{A8A30500-2E57-4D80-A2EE-2D2BE6022FB7}"/>
              </a:ext>
            </a:extLst>
          </p:cNvPr>
          <p:cNvSpPr>
            <a:spLocks xmlns:a="http://schemas.openxmlformats.org/drawingml/2006/main" noGrp="1"/>
          </p:cNvSpPr>
          <p:nvPr/>
        </p:nvSpPr>
        <p:spPr>
          <a:xfrm xmlns:a="http://schemas.openxmlformats.org/drawingml/2006/main">
            <a:off x="8048625" y="4924425"/>
            <a:ext cx="1571625" cy="953"/>
          </a:xfrm>
          <a:custGeom xmlns:a="http://schemas.openxmlformats.org/drawingml/2006/main">
            <a:pathLst>
              <a:path w="1571625" h="953">
                <a:moveTo>
                  <a:pt x="0" y="0"/>
                </a:moveTo>
                <a:lnTo>
                  <a:pt x="1571625" y="0"/>
                </a:lnTo>
              </a:path>
            </a:pathLst>
          </a:custGeom>
          <a:noFill xmlns:a="http://schemas.openxmlformats.org/drawingml/2006/main"/>
          <a:ln xmlns:a="http://schemas.openxmlformats.org/drawingml/2006/main" w="7620">
            <a:solidFill>
              <a:srgbClr val="50627C"/>
            </a:solidFill>
            <a:prstDash val="solid"/>
          </a:ln>
        </p:spPr>
      </p:sp>
      <p:sp>
        <p:nvSpPr>
          <p:cNvPr id="42" name="path-41">
            <a:extLst xmlns:a="http://schemas.openxmlformats.org/drawingml/2006/main">
              <a:ext uri="{FF2B5EF4-FFF2-40B4-BE49-F238E27FC236}">
                <a16:creationId xmlns:a16="http://schemas.microsoft.com/office/drawing/2014/main" id="{8471859E-8D20-4E23-B208-5D399188332F}"/>
              </a:ext>
            </a:extLst>
          </p:cNvPr>
          <p:cNvSpPr>
            <a:spLocks xmlns:a="http://schemas.openxmlformats.org/drawingml/2006/main" noGrp="1"/>
          </p:cNvSpPr>
          <p:nvPr/>
        </p:nvSpPr>
        <p:spPr>
          <a:xfrm xmlns:a="http://schemas.openxmlformats.org/drawingml/2006/main">
            <a:off x="8363721" y="4257329"/>
            <a:ext cx="779508" cy="591242"/>
          </a:xfrm>
          <a:custGeom xmlns:a="http://schemas.openxmlformats.org/drawingml/2006/main">
            <a:pathLst>
              <a:path w="779508" h="591242">
                <a:moveTo>
                  <a:pt x="0" y="286688"/>
                </a:moveTo>
                <a:lnTo>
                  <a:pt x="643913" y="0"/>
                </a:lnTo>
                <a:lnTo>
                  <a:pt x="779508" y="304553"/>
                </a:lnTo>
                <a:lnTo>
                  <a:pt x="135596" y="591242"/>
                </a:lnTo>
                <a:close/>
              </a:path>
            </a:pathLst>
          </a:custGeom>
          <a:noFill xmlns:a="http://schemas.openxmlformats.org/drawingml/2006/main"/>
          <a:ln xmlns:a="http://schemas.openxmlformats.org/drawingml/2006/main" w="28575">
            <a:solidFill>
              <a:srgbClr val="C6B6F3"/>
            </a:solidFill>
            <a:prstDash val="solid"/>
          </a:ln>
        </p:spPr>
      </p:sp>
      <p:sp>
        <p:nvSpPr>
          <p:cNvPr id="43" name="path-42">
            <a:extLst xmlns:a="http://schemas.openxmlformats.org/drawingml/2006/main">
              <a:ext uri="{FF2B5EF4-FFF2-40B4-BE49-F238E27FC236}">
                <a16:creationId xmlns:a16="http://schemas.microsoft.com/office/drawing/2014/main" id="{1F54FA0C-D300-49EC-83A8-679CB7C13677}"/>
              </a:ext>
            </a:extLst>
          </p:cNvPr>
          <p:cNvSpPr>
            <a:spLocks xmlns:a="http://schemas.openxmlformats.org/drawingml/2006/main" noGrp="1"/>
          </p:cNvSpPr>
          <p:nvPr/>
        </p:nvSpPr>
        <p:spPr>
          <a:xfrm xmlns:a="http://schemas.openxmlformats.org/drawingml/2006/main">
            <a:off x="8753475" y="4409606"/>
            <a:ext cx="321956" cy="143344"/>
          </a:xfrm>
          <a:custGeom xmlns:a="http://schemas.openxmlformats.org/drawingml/2006/main">
            <a:pathLst>
              <a:path w="321956" h="143344">
                <a:moveTo>
                  <a:pt x="0" y="143344"/>
                </a:moveTo>
                <a:lnTo>
                  <a:pt x="321956" y="0"/>
                </a:lnTo>
              </a:path>
            </a:pathLst>
          </a:custGeom>
          <a:noFill xmlns:a="http://schemas.openxmlformats.org/drawingml/2006/main"/>
          <a:ln xmlns:a="http://schemas.openxmlformats.org/drawingml/2006/main" w="28575">
            <a:solidFill>
              <a:srgbClr val="C6B6F3"/>
            </a:solidFill>
            <a:prstDash val="solid"/>
          </a:ln>
        </p:spPr>
      </p:sp>
      <p:sp>
        <p:nvSpPr>
          <p:cNvPr id="44" name="path-43">
            <a:extLst xmlns:a="http://schemas.openxmlformats.org/drawingml/2006/main">
              <a:ext uri="{FF2B5EF4-FFF2-40B4-BE49-F238E27FC236}">
                <a16:creationId xmlns:a16="http://schemas.microsoft.com/office/drawing/2014/main" id="{56FAF33C-21C3-446B-AF04-220165B4D140}"/>
              </a:ext>
            </a:extLst>
          </p:cNvPr>
          <p:cNvSpPr>
            <a:spLocks xmlns:a="http://schemas.openxmlformats.org/drawingml/2006/main" noGrp="1"/>
          </p:cNvSpPr>
          <p:nvPr/>
        </p:nvSpPr>
        <p:spPr>
          <a:xfrm xmlns:a="http://schemas.openxmlformats.org/drawingml/2006/main">
            <a:off x="8929600" y="4025596"/>
            <a:ext cx="390700" cy="330807"/>
          </a:xfrm>
          <a:custGeom xmlns:a="http://schemas.openxmlformats.org/drawingml/2006/main">
            <a:pathLst>
              <a:path w="390700" h="330807">
                <a:moveTo>
                  <a:pt x="88560" y="0"/>
                </a:moveTo>
                <a:lnTo>
                  <a:pt x="390700" y="140890"/>
                </a:lnTo>
                <a:lnTo>
                  <a:pt x="302140" y="330807"/>
                </a:lnTo>
                <a:lnTo>
                  <a:pt x="0" y="189917"/>
                </a:lnTo>
                <a:close/>
              </a:path>
            </a:pathLst>
          </a:custGeom>
          <a:noFill xmlns:a="http://schemas.openxmlformats.org/drawingml/2006/main"/>
          <a:ln xmlns:a="http://schemas.openxmlformats.org/drawingml/2006/main" w="19050">
            <a:solidFill>
              <a:srgbClr val="73CBB6"/>
            </a:solidFill>
            <a:prstDash val="solid"/>
          </a:ln>
        </p:spPr>
      </p:sp>
      <p:sp>
        <p:nvSpPr>
          <p:cNvPr id="45" name="path-44">
            <a:extLst xmlns:a="http://schemas.openxmlformats.org/drawingml/2006/main">
              <a:ext uri="{FF2B5EF4-FFF2-40B4-BE49-F238E27FC236}">
                <a16:creationId xmlns:a16="http://schemas.microsoft.com/office/drawing/2014/main" id="{6DDA2199-60B0-415D-8DD1-567D51341F01}"/>
              </a:ext>
            </a:extLst>
          </p:cNvPr>
          <p:cNvSpPr>
            <a:spLocks xmlns:a="http://schemas.openxmlformats.org/drawingml/2006/main" noGrp="1"/>
          </p:cNvSpPr>
          <p:nvPr/>
        </p:nvSpPr>
        <p:spPr>
          <a:xfrm xmlns:a="http://schemas.openxmlformats.org/drawingml/2006/main">
            <a:off x="9124950" y="4191000"/>
            <a:ext cx="151070" cy="70445"/>
          </a:xfrm>
          <a:custGeom xmlns:a="http://schemas.openxmlformats.org/drawingml/2006/main">
            <a:pathLst>
              <a:path w="151070" h="70445">
                <a:moveTo>
                  <a:pt x="0" y="0"/>
                </a:moveTo>
                <a:lnTo>
                  <a:pt x="151070" y="70445"/>
                </a:lnTo>
              </a:path>
            </a:pathLst>
          </a:custGeom>
          <a:noFill xmlns:a="http://schemas.openxmlformats.org/drawingml/2006/main"/>
          <a:ln xmlns:a="http://schemas.openxmlformats.org/drawingml/2006/main" w="19050">
            <a:solidFill>
              <a:srgbClr val="73CBB6"/>
            </a:solidFill>
            <a:prstDash val="solid"/>
          </a:ln>
        </p:spPr>
      </p:sp>
      <p:sp>
        <p:nvSpPr>
          <p:cNvPr id="46" name="label-45">
            <a:extLst xmlns:a="http://schemas.openxmlformats.org/drawingml/2006/main">
              <a:ext uri="{FF2B5EF4-FFF2-40B4-BE49-F238E27FC236}">
                <a16:creationId xmlns:a16="http://schemas.microsoft.com/office/drawing/2014/main" id="{D6C88717-1AAB-45EA-8381-D9701BAD538F}"/>
              </a:ext>
            </a:extLst>
          </p:cNvPr>
          <p:cNvSpPr>
            <a:spLocks xmlns:a="http://schemas.openxmlformats.org/drawingml/2006/main" noGrp="1"/>
          </p:cNvSpPr>
          <p:nvPr/>
        </p:nvSpPr>
        <p:spPr>
          <a:xfrm xmlns:a="http://schemas.openxmlformats.org/drawingml/2006/main">
            <a:off x="7820025" y="5391150"/>
            <a:ext cx="34766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D5DEEB"/>
                </a:solidFill>
                <a:latin typeface="DejaVu Sans"/>
                <a:ea typeface="DejaVu Sans"/>
                <a:cs typeface="DejaVu Sans"/>
              </a:defRPr>
            </a:defPPr>
            <a:lvl1pPr algn="ctr">
              <a:defRPr sz="1725" b="0">
                <a:solidFill>
                  <a:srgbClr val="D5DEEB"/>
                </a:solidFill>
                <a:latin typeface="DejaVu Sans"/>
                <a:ea typeface="DejaVu Sans"/>
                <a:cs typeface="DejaVu Sans"/>
              </a:defRPr>
            </a:lvl1pPr>
            <a:lvl2pPr algn="ctr">
              <a:defRPr sz="1725" b="0">
                <a:solidFill>
                  <a:srgbClr val="D5DEEB"/>
                </a:solidFill>
                <a:latin typeface="DejaVu Sans"/>
                <a:ea typeface="DejaVu Sans"/>
                <a:cs typeface="DejaVu Sans"/>
              </a:defRPr>
            </a:lvl2pPr>
            <a:lvl3pPr algn="ctr">
              <a:defRPr sz="1725" b="0">
                <a:solidFill>
                  <a:srgbClr val="D5DEEB"/>
                </a:solidFill>
                <a:latin typeface="DejaVu Sans"/>
                <a:ea typeface="DejaVu Sans"/>
                <a:cs typeface="DejaVu Sans"/>
              </a:defRPr>
            </a:lvl3pPr>
            <a:lvl4pPr algn="ctr">
              <a:defRPr sz="1725" b="0">
                <a:solidFill>
                  <a:srgbClr val="D5DEEB"/>
                </a:solidFill>
                <a:latin typeface="DejaVu Sans"/>
                <a:ea typeface="DejaVu Sans"/>
                <a:cs typeface="DejaVu Sans"/>
              </a:defRPr>
            </a:lvl4pPr>
            <a:lvl5pPr algn="ctr">
              <a:defRPr sz="1725" b="0">
                <a:solidFill>
                  <a:srgbClr val="D5DEEB"/>
                </a:solidFill>
                <a:latin typeface="DejaVu Sans"/>
                <a:ea typeface="DejaVu Sans"/>
                <a:cs typeface="DejaVu Sans"/>
              </a:defRPr>
            </a:lvl5pPr>
            <a:lvl6pPr algn="ctr">
              <a:defRPr sz="1725" b="0">
                <a:solidFill>
                  <a:srgbClr val="D5DEEB"/>
                </a:solidFill>
                <a:latin typeface="DejaVu Sans"/>
                <a:ea typeface="DejaVu Sans"/>
                <a:cs typeface="DejaVu Sans"/>
              </a:defRPr>
            </a:lvl6pPr>
            <a:lvl7pPr algn="ctr">
              <a:defRPr sz="1725" b="0">
                <a:solidFill>
                  <a:srgbClr val="D5DEEB"/>
                </a:solidFill>
                <a:latin typeface="DejaVu Sans"/>
                <a:ea typeface="DejaVu Sans"/>
                <a:cs typeface="DejaVu Sans"/>
              </a:defRPr>
            </a:lvl7pPr>
            <a:lvl8pPr algn="ctr">
              <a:defRPr sz="1725" b="0">
                <a:solidFill>
                  <a:srgbClr val="D5DEEB"/>
                </a:solidFill>
                <a:latin typeface="DejaVu Sans"/>
                <a:ea typeface="DejaVu Sans"/>
                <a:cs typeface="DejaVu Sans"/>
              </a:defRPr>
            </a:lvl8pPr>
            <a:lvl9pPr algn="ctr">
              <a:defRPr sz="1725" b="0">
                <a:solidFill>
                  <a:srgbClr val="D5DEEB"/>
                </a:solidFill>
                <a:latin typeface="DejaVu Sans"/>
                <a:ea typeface="DejaVu Sans"/>
                <a:cs typeface="DejaVu Sans"/>
              </a:defRPr>
            </a:lvl9pPr>
          </a:lstStyle>
          <a:p xmlns:a="http://schemas.openxmlformats.org/drawingml/2006/main">
            <a:pPr algn="ctr">
              <a:defRPr sz="1725" b="0">
                <a:solidFill>
                  <a:srgbClr val="D5DEEB"/>
                </a:solidFill>
                <a:latin typeface="DejaVu Sans"/>
                <a:ea typeface="DejaVu Sans"/>
                <a:cs typeface="DejaVu Sans"/>
              </a:defRPr>
            </a:pPr>
            <a:r>
              <a:rPr sz="1725" b="0">
                <a:solidFill>
                  <a:srgbClr val="D5DEEB"/>
                </a:solidFill>
                <a:latin typeface="DejaVu Sans"/>
                <a:ea typeface="DejaVu Sans"/>
                <a:cs typeface="DejaVu Sans"/>
              </a:rPr>
              <a:t>Shared BEV → 3D boxes</a:t>
            </a:r>
          </a:p>
        </p:txBody>
      </p:sp>
    </p:spTree>
    <p:extLst>
      <p:ext uri="{BB962C8B-B14F-4D97-AF65-F5344CB8AC3E}">
        <p14:creationId xmlns:p14="http://schemas.microsoft.com/office/powerpoint/2010/main" val="1220795147"/>
      </p:ext>
    </p:extLst>
  </p:cSld>
</p:sld>
</file>

<file path=ppt/slides/slide2.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100" name="slide-title">
            <a:extLst xmlns:a="http://schemas.openxmlformats.org/drawingml/2006/main">
              <a:ext uri="{FF2B5EF4-FFF2-40B4-BE49-F238E27FC236}">
                <a16:creationId xmlns:a16="http://schemas.microsoft.com/office/drawing/2014/main" id="{A169FF59-D964-4182-BF1F-1437CFC1E78F}"/>
              </a:ext>
            </a:extLst>
          </p:cNvPr>
          <p:cNvSpPr>
            <a:spLocks xmlns:a="http://schemas.openxmlformats.org/drawingml/2006/main" noGrp="1"/>
          </p:cNvSpPr>
          <p:nvPr/>
        </p:nvSpPr>
        <p:spPr>
          <a:xfrm xmlns:a="http://schemas.openxmlformats.org/drawingml/2006/main">
            <a:off x="533400" y="361950"/>
            <a:ext cx="1112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6253B"/>
                </a:solidFill>
                <a:latin typeface="DejaVu Sans"/>
                <a:ea typeface="DejaVu Sans"/>
                <a:cs typeface="DejaVu Sans"/>
              </a:defRPr>
            </a:defPPr>
            <a:lvl1pPr algn="l">
              <a:defRPr sz="3300" b="1">
                <a:solidFill>
                  <a:srgbClr val="16253B"/>
                </a:solidFill>
                <a:latin typeface="DejaVu Sans"/>
                <a:ea typeface="DejaVu Sans"/>
                <a:cs typeface="DejaVu Sans"/>
              </a:defRPr>
            </a:lvl1pPr>
            <a:lvl2pPr algn="l">
              <a:defRPr sz="3300" b="1">
                <a:solidFill>
                  <a:srgbClr val="16253B"/>
                </a:solidFill>
                <a:latin typeface="DejaVu Sans"/>
                <a:ea typeface="DejaVu Sans"/>
                <a:cs typeface="DejaVu Sans"/>
              </a:defRPr>
            </a:lvl2pPr>
            <a:lvl3pPr algn="l">
              <a:defRPr sz="3300" b="1">
                <a:solidFill>
                  <a:srgbClr val="16253B"/>
                </a:solidFill>
                <a:latin typeface="DejaVu Sans"/>
                <a:ea typeface="DejaVu Sans"/>
                <a:cs typeface="DejaVu Sans"/>
              </a:defRPr>
            </a:lvl3pPr>
            <a:lvl4pPr algn="l">
              <a:defRPr sz="3300" b="1">
                <a:solidFill>
                  <a:srgbClr val="16253B"/>
                </a:solidFill>
                <a:latin typeface="DejaVu Sans"/>
                <a:ea typeface="DejaVu Sans"/>
                <a:cs typeface="DejaVu Sans"/>
              </a:defRPr>
            </a:lvl4pPr>
            <a:lvl5pPr algn="l">
              <a:defRPr sz="3300" b="1">
                <a:solidFill>
                  <a:srgbClr val="16253B"/>
                </a:solidFill>
                <a:latin typeface="DejaVu Sans"/>
                <a:ea typeface="DejaVu Sans"/>
                <a:cs typeface="DejaVu Sans"/>
              </a:defRPr>
            </a:lvl5pPr>
            <a:lvl6pPr algn="l">
              <a:defRPr sz="3300" b="1">
                <a:solidFill>
                  <a:srgbClr val="16253B"/>
                </a:solidFill>
                <a:latin typeface="DejaVu Sans"/>
                <a:ea typeface="DejaVu Sans"/>
                <a:cs typeface="DejaVu Sans"/>
              </a:defRPr>
            </a:lvl6pPr>
            <a:lvl7pPr algn="l">
              <a:defRPr sz="3300" b="1">
                <a:solidFill>
                  <a:srgbClr val="16253B"/>
                </a:solidFill>
                <a:latin typeface="DejaVu Sans"/>
                <a:ea typeface="DejaVu Sans"/>
                <a:cs typeface="DejaVu Sans"/>
              </a:defRPr>
            </a:lvl7pPr>
            <a:lvl8pPr algn="l">
              <a:defRPr sz="3300" b="1">
                <a:solidFill>
                  <a:srgbClr val="16253B"/>
                </a:solidFill>
                <a:latin typeface="DejaVu Sans"/>
                <a:ea typeface="DejaVu Sans"/>
                <a:cs typeface="DejaVu Sans"/>
              </a:defRPr>
            </a:lvl8pPr>
            <a:lvl9pPr algn="l">
              <a:defRPr sz="3300" b="1">
                <a:solidFill>
                  <a:srgbClr val="16253B"/>
                </a:solidFill>
                <a:latin typeface="DejaVu Sans"/>
                <a:ea typeface="DejaVu Sans"/>
                <a:cs typeface="DejaVu Sans"/>
              </a:defRPr>
            </a:lvl9pPr>
          </a:lstStyle>
          <a:p xmlns:a="http://schemas.openxmlformats.org/drawingml/2006/main">
            <a:pPr algn="l">
              <a:defRPr sz="3300" b="1">
                <a:solidFill>
                  <a:srgbClr val="16253B"/>
                </a:solidFill>
                <a:latin typeface="DejaVu Sans"/>
                <a:ea typeface="DejaVu Sans"/>
                <a:cs typeface="DejaVu Sans"/>
              </a:defRPr>
            </a:pPr>
            <a:r>
              <a:rPr sz="3300" b="1">
                <a:solidFill>
                  <a:srgbClr val="16253B"/>
                </a:solidFill>
                <a:latin typeface="DejaVu Sans"/>
                <a:ea typeface="DejaVu Sans"/>
                <a:cs typeface="DejaVu Sans"/>
              </a:rPr>
              <a:t>The complete detection network</a:t>
            </a:r>
          </a:p>
        </p:txBody>
      </p:sp>
      <p:sp>
        <p:nvSpPr>
          <p:cNvPr id="2" name="label-46">
            <a:extLst xmlns:a="http://schemas.openxmlformats.org/drawingml/2006/main">
              <a:ext uri="{FF2B5EF4-FFF2-40B4-BE49-F238E27FC236}">
                <a16:creationId xmlns:a16="http://schemas.microsoft.com/office/drawing/2014/main" id="{EE1F3068-BFE1-4B1B-8466-3AC24C1A4673}"/>
              </a:ext>
            </a:extLst>
          </p:cNvPr>
          <p:cNvSpPr>
            <a:spLocks xmlns:a="http://schemas.openxmlformats.org/drawingml/2006/main" noGrp="1"/>
          </p:cNvSpPr>
          <p:nvPr/>
        </p:nvSpPr>
        <p:spPr>
          <a:xfrm xmlns:a="http://schemas.openxmlformats.org/drawingml/2006/main">
            <a:off x="11144250" y="64674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77C"/>
                </a:solidFill>
                <a:latin typeface="DejaVu Sans"/>
                <a:ea typeface="DejaVu Sans"/>
                <a:cs typeface="DejaVu Sans"/>
              </a:defRPr>
            </a:defPPr>
            <a:lvl1pPr algn="r">
              <a:defRPr sz="1200" b="0">
                <a:solidFill>
                  <a:srgbClr val="58677C"/>
                </a:solidFill>
                <a:latin typeface="DejaVu Sans"/>
                <a:ea typeface="DejaVu Sans"/>
                <a:cs typeface="DejaVu Sans"/>
              </a:defRPr>
            </a:lvl1pPr>
            <a:lvl2pPr algn="r">
              <a:defRPr sz="1200" b="0">
                <a:solidFill>
                  <a:srgbClr val="58677C"/>
                </a:solidFill>
                <a:latin typeface="DejaVu Sans"/>
                <a:ea typeface="DejaVu Sans"/>
                <a:cs typeface="DejaVu Sans"/>
              </a:defRPr>
            </a:lvl2pPr>
            <a:lvl3pPr algn="r">
              <a:defRPr sz="1200" b="0">
                <a:solidFill>
                  <a:srgbClr val="58677C"/>
                </a:solidFill>
                <a:latin typeface="DejaVu Sans"/>
                <a:ea typeface="DejaVu Sans"/>
                <a:cs typeface="DejaVu Sans"/>
              </a:defRPr>
            </a:lvl3pPr>
            <a:lvl4pPr algn="r">
              <a:defRPr sz="1200" b="0">
                <a:solidFill>
                  <a:srgbClr val="58677C"/>
                </a:solidFill>
                <a:latin typeface="DejaVu Sans"/>
                <a:ea typeface="DejaVu Sans"/>
                <a:cs typeface="DejaVu Sans"/>
              </a:defRPr>
            </a:lvl4pPr>
            <a:lvl5pPr algn="r">
              <a:defRPr sz="1200" b="0">
                <a:solidFill>
                  <a:srgbClr val="58677C"/>
                </a:solidFill>
                <a:latin typeface="DejaVu Sans"/>
                <a:ea typeface="DejaVu Sans"/>
                <a:cs typeface="DejaVu Sans"/>
              </a:defRPr>
            </a:lvl5pPr>
            <a:lvl6pPr algn="r">
              <a:defRPr sz="1200" b="0">
                <a:solidFill>
                  <a:srgbClr val="58677C"/>
                </a:solidFill>
                <a:latin typeface="DejaVu Sans"/>
                <a:ea typeface="DejaVu Sans"/>
                <a:cs typeface="DejaVu Sans"/>
              </a:defRPr>
            </a:lvl6pPr>
            <a:lvl7pPr algn="r">
              <a:defRPr sz="1200" b="0">
                <a:solidFill>
                  <a:srgbClr val="58677C"/>
                </a:solidFill>
                <a:latin typeface="DejaVu Sans"/>
                <a:ea typeface="DejaVu Sans"/>
                <a:cs typeface="DejaVu Sans"/>
              </a:defRPr>
            </a:lvl7pPr>
            <a:lvl8pPr algn="r">
              <a:defRPr sz="1200" b="0">
                <a:solidFill>
                  <a:srgbClr val="58677C"/>
                </a:solidFill>
                <a:latin typeface="DejaVu Sans"/>
                <a:ea typeface="DejaVu Sans"/>
                <a:cs typeface="DejaVu Sans"/>
              </a:defRPr>
            </a:lvl8pPr>
            <a:lvl9pPr algn="r">
              <a:defRPr sz="1200" b="0">
                <a:solidFill>
                  <a:srgbClr val="58677C"/>
                </a:solidFill>
                <a:latin typeface="DejaVu Sans"/>
                <a:ea typeface="DejaVu Sans"/>
                <a:cs typeface="DejaVu Sans"/>
              </a:defRPr>
            </a:lvl9pPr>
          </a:lstStyle>
          <a:p xmlns:a="http://schemas.openxmlformats.org/drawingml/2006/main">
            <a:pPr algn="r">
              <a:defRPr sz="1200" b="0">
                <a:solidFill>
                  <a:srgbClr val="58677C"/>
                </a:solidFill>
                <a:latin typeface="DejaVu Sans"/>
                <a:ea typeface="DejaVu Sans"/>
                <a:cs typeface="DejaVu Sans"/>
              </a:defRPr>
            </a:pPr>
            <a:r>
              <a:rPr sz="1200" b="0">
                <a:solidFill>
                  <a:srgbClr val="58677C"/>
                </a:solidFill>
                <a:latin typeface="DejaVu Sans"/>
                <a:ea typeface="DejaVu Sans"/>
                <a:cs typeface="DejaVu Sans"/>
              </a:rPr>
              <a:t>02</a:t>
            </a:r>
          </a:p>
        </p:txBody>
      </p:sp>
      <p:sp>
        <p:nvSpPr>
          <p:cNvPr id="3" name="label-47">
            <a:extLst xmlns:a="http://schemas.openxmlformats.org/drawingml/2006/main">
              <a:ext uri="{FF2B5EF4-FFF2-40B4-BE49-F238E27FC236}">
                <a16:creationId xmlns:a16="http://schemas.microsoft.com/office/drawing/2014/main" id="{E16AC9FA-610E-4178-858B-52944CB6AA19}"/>
              </a:ext>
            </a:extLst>
          </p:cNvPr>
          <p:cNvSpPr>
            <a:spLocks xmlns:a="http://schemas.openxmlformats.org/drawingml/2006/main" noGrp="1"/>
          </p:cNvSpPr>
          <p:nvPr/>
        </p:nvSpPr>
        <p:spPr>
          <a:xfrm xmlns:a="http://schemas.openxmlformats.org/drawingml/2006/main">
            <a:off x="533400" y="1400175"/>
            <a:ext cx="4572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1674D1"/>
                </a:solidFill>
                <a:latin typeface="DejaVu Sans"/>
                <a:ea typeface="DejaVu Sans"/>
                <a:cs typeface="DejaVu Sans"/>
              </a:defRPr>
            </a:defPPr>
            <a:lvl1pPr algn="l">
              <a:defRPr sz="1950" b="1">
                <a:solidFill>
                  <a:srgbClr val="1674D1"/>
                </a:solidFill>
                <a:latin typeface="DejaVu Sans"/>
                <a:ea typeface="DejaVu Sans"/>
                <a:cs typeface="DejaVu Sans"/>
              </a:defRPr>
            </a:lvl1pPr>
            <a:lvl2pPr algn="l">
              <a:defRPr sz="1950" b="1">
                <a:solidFill>
                  <a:srgbClr val="1674D1"/>
                </a:solidFill>
                <a:latin typeface="DejaVu Sans"/>
                <a:ea typeface="DejaVu Sans"/>
                <a:cs typeface="DejaVu Sans"/>
              </a:defRPr>
            </a:lvl2pPr>
            <a:lvl3pPr algn="l">
              <a:defRPr sz="1950" b="1">
                <a:solidFill>
                  <a:srgbClr val="1674D1"/>
                </a:solidFill>
                <a:latin typeface="DejaVu Sans"/>
                <a:ea typeface="DejaVu Sans"/>
                <a:cs typeface="DejaVu Sans"/>
              </a:defRPr>
            </a:lvl3pPr>
            <a:lvl4pPr algn="l">
              <a:defRPr sz="1950" b="1">
                <a:solidFill>
                  <a:srgbClr val="1674D1"/>
                </a:solidFill>
                <a:latin typeface="DejaVu Sans"/>
                <a:ea typeface="DejaVu Sans"/>
                <a:cs typeface="DejaVu Sans"/>
              </a:defRPr>
            </a:lvl4pPr>
            <a:lvl5pPr algn="l">
              <a:defRPr sz="1950" b="1">
                <a:solidFill>
                  <a:srgbClr val="1674D1"/>
                </a:solidFill>
                <a:latin typeface="DejaVu Sans"/>
                <a:ea typeface="DejaVu Sans"/>
                <a:cs typeface="DejaVu Sans"/>
              </a:defRPr>
            </a:lvl5pPr>
            <a:lvl6pPr algn="l">
              <a:defRPr sz="1950" b="1">
                <a:solidFill>
                  <a:srgbClr val="1674D1"/>
                </a:solidFill>
                <a:latin typeface="DejaVu Sans"/>
                <a:ea typeface="DejaVu Sans"/>
                <a:cs typeface="DejaVu Sans"/>
              </a:defRPr>
            </a:lvl6pPr>
            <a:lvl7pPr algn="l">
              <a:defRPr sz="1950" b="1">
                <a:solidFill>
                  <a:srgbClr val="1674D1"/>
                </a:solidFill>
                <a:latin typeface="DejaVu Sans"/>
                <a:ea typeface="DejaVu Sans"/>
                <a:cs typeface="DejaVu Sans"/>
              </a:defRPr>
            </a:lvl7pPr>
            <a:lvl8pPr algn="l">
              <a:defRPr sz="1950" b="1">
                <a:solidFill>
                  <a:srgbClr val="1674D1"/>
                </a:solidFill>
                <a:latin typeface="DejaVu Sans"/>
                <a:ea typeface="DejaVu Sans"/>
                <a:cs typeface="DejaVu Sans"/>
              </a:defRPr>
            </a:lvl8pPr>
            <a:lvl9pPr algn="l">
              <a:defRPr sz="1950" b="1">
                <a:solidFill>
                  <a:srgbClr val="1674D1"/>
                </a:solidFill>
                <a:latin typeface="DejaVu Sans"/>
                <a:ea typeface="DejaVu Sans"/>
                <a:cs typeface="DejaVu Sans"/>
              </a:defRPr>
            </a:lvl9pPr>
          </a:lstStyle>
          <a:p xmlns:a="http://schemas.openxmlformats.org/drawingml/2006/main">
            <a:pPr algn="l">
              <a:defRPr sz="1950" b="1">
                <a:solidFill>
                  <a:srgbClr val="1674D1"/>
                </a:solidFill>
                <a:latin typeface="DejaVu Sans"/>
                <a:ea typeface="DejaVu Sans"/>
                <a:cs typeface="DejaVu Sans"/>
              </a:defRPr>
            </a:pPr>
            <a:r>
              <a:rPr sz="1950" b="1">
                <a:solidFill>
                  <a:srgbClr val="1674D1"/>
                </a:solidFill>
                <a:latin typeface="DejaVu Sans"/>
                <a:ea typeface="DejaVu Sans"/>
                <a:cs typeface="DejaVu Sans"/>
              </a:rPr>
              <a:t>Camera branch</a:t>
            </a:r>
          </a:p>
        </p:txBody>
      </p:sp>
      <p:sp>
        <p:nvSpPr>
          <p:cNvPr id="4" name="path-48">
            <a:extLst xmlns:a="http://schemas.openxmlformats.org/drawingml/2006/main">
              <a:ext uri="{FF2B5EF4-FFF2-40B4-BE49-F238E27FC236}">
                <a16:creationId xmlns:a16="http://schemas.microsoft.com/office/drawing/2014/main" id="{DC815895-C542-49E8-87E7-F7AA676E31D5}"/>
              </a:ext>
            </a:extLst>
          </p:cNvPr>
          <p:cNvSpPr>
            <a:spLocks xmlns:a="http://schemas.openxmlformats.org/drawingml/2006/main" noGrp="1"/>
          </p:cNvSpPr>
          <p:nvPr/>
        </p:nvSpPr>
        <p:spPr>
          <a:xfrm xmlns:a="http://schemas.openxmlformats.org/drawingml/2006/main">
            <a:off x="552450" y="2038350"/>
            <a:ext cx="1009650" cy="114300"/>
          </a:xfrm>
          <a:custGeom xmlns:a="http://schemas.openxmlformats.org/drawingml/2006/main">
            <a:pathLst>
              <a:path w="1009650" h="114300">
                <a:moveTo>
                  <a:pt x="0" y="114300"/>
                </a:moveTo>
                <a:lnTo>
                  <a:pt x="114300" y="0"/>
                </a:lnTo>
                <a:lnTo>
                  <a:pt x="1009650" y="0"/>
                </a:lnTo>
                <a:lnTo>
                  <a:pt x="895350" y="114300"/>
                </a:lnTo>
                <a:close/>
              </a:path>
            </a:pathLst>
          </a:custGeom>
          <a:solidFill xmlns:a="http://schemas.openxmlformats.org/drawingml/2006/main">
            <a:srgbClr val="1674D1">
              <a:lumMod val="35000"/>
              <a:lumOff val="65000"/>
            </a:srgbClr>
          </a:solidFill>
          <a:ln xmlns:a="http://schemas.openxmlformats.org/drawingml/2006/main" w="13335">
            <a:solidFill>
              <a:srgbClr val="1674D1"/>
            </a:solidFill>
            <a:prstDash val="solid"/>
          </a:ln>
        </p:spPr>
      </p:sp>
      <p:sp>
        <p:nvSpPr>
          <p:cNvPr id="5" name="path-49">
            <a:extLst xmlns:a="http://schemas.openxmlformats.org/drawingml/2006/main">
              <a:ext uri="{FF2B5EF4-FFF2-40B4-BE49-F238E27FC236}">
                <a16:creationId xmlns:a16="http://schemas.microsoft.com/office/drawing/2014/main" id="{C2782A0B-AFCD-4D2D-82D7-2DD81BEE5D12}"/>
              </a:ext>
            </a:extLst>
          </p:cNvPr>
          <p:cNvSpPr>
            <a:spLocks xmlns:a="http://schemas.openxmlformats.org/drawingml/2006/main" noGrp="1"/>
          </p:cNvSpPr>
          <p:nvPr/>
        </p:nvSpPr>
        <p:spPr>
          <a:xfrm xmlns:a="http://schemas.openxmlformats.org/drawingml/2006/main">
            <a:off x="1447800" y="2038350"/>
            <a:ext cx="114300" cy="800100"/>
          </a:xfrm>
          <a:custGeom xmlns:a="http://schemas.openxmlformats.org/drawingml/2006/main">
            <a:pathLst>
              <a:path w="114300" h="800100">
                <a:moveTo>
                  <a:pt x="0" y="114300"/>
                </a:moveTo>
                <a:lnTo>
                  <a:pt x="114300" y="0"/>
                </a:lnTo>
                <a:lnTo>
                  <a:pt x="114300" y="685800"/>
                </a:lnTo>
                <a:lnTo>
                  <a:pt x="0" y="800100"/>
                </a:lnTo>
                <a:close/>
              </a:path>
            </a:pathLst>
          </a:custGeom>
          <a:solidFill xmlns:a="http://schemas.openxmlformats.org/drawingml/2006/main">
            <a:srgbClr val="1674D1">
              <a:lumMod val="65000"/>
              <a:lumOff val="35000"/>
            </a:srgbClr>
          </a:solidFill>
          <a:ln xmlns:a="http://schemas.openxmlformats.org/drawingml/2006/main" w="13335">
            <a:solidFill>
              <a:srgbClr val="1674D1"/>
            </a:solidFill>
            <a:prstDash val="solid"/>
          </a:ln>
        </p:spPr>
      </p:sp>
      <p:sp>
        <p:nvSpPr>
          <p:cNvPr id="6" name="shape-50">
            <a:extLst xmlns:a="http://schemas.openxmlformats.org/drawingml/2006/main">
              <a:ext uri="{FF2B5EF4-FFF2-40B4-BE49-F238E27FC236}">
                <a16:creationId xmlns:a16="http://schemas.microsoft.com/office/drawing/2014/main" id="{E98D55A4-A360-471F-BA7C-1F8C8CAFC445}"/>
              </a:ext>
            </a:extLst>
          </p:cNvPr>
          <p:cNvSpPr>
            <a:spLocks xmlns:a="http://schemas.openxmlformats.org/drawingml/2006/main" noGrp="1"/>
          </p:cNvSpPr>
          <p:nvPr/>
        </p:nvSpPr>
        <p:spPr>
          <a:xfrm xmlns:a="http://schemas.openxmlformats.org/drawingml/2006/main" rot="0">
            <a:off x="552450" y="2152650"/>
            <a:ext cx="895350" cy="685800"/>
          </a:xfrm>
          <a:prstGeom xmlns:a="http://schemas.openxmlformats.org/drawingml/2006/main" prst="rect">
            <a:avLst/>
          </a:prstGeom>
          <a:solidFill xmlns:a="http://schemas.openxmlformats.org/drawingml/2006/main">
            <a:srgbClr val="1674D1">
              <a:lumMod val="18000"/>
              <a:lumOff val="82000"/>
            </a:srgbClr>
          </a:solidFill>
          <a:ln xmlns:a="http://schemas.openxmlformats.org/drawingml/2006/main" w="15240">
            <a:solidFill>
              <a:srgbClr val="1674D1"/>
            </a:solidFill>
            <a:prstDash val="solid"/>
          </a:ln>
        </p:spPr>
      </p:sp>
      <p:sp>
        <p:nvSpPr>
          <p:cNvPr id="7" name="path-51">
            <a:extLst xmlns:a="http://schemas.openxmlformats.org/drawingml/2006/main">
              <a:ext uri="{FF2B5EF4-FFF2-40B4-BE49-F238E27FC236}">
                <a16:creationId xmlns:a16="http://schemas.microsoft.com/office/drawing/2014/main" id="{999D3E5A-4110-4491-ADE2-0A9995B4CB75}"/>
              </a:ext>
            </a:extLst>
          </p:cNvPr>
          <p:cNvSpPr>
            <a:spLocks xmlns:a="http://schemas.openxmlformats.org/drawingml/2006/main" noGrp="1"/>
          </p:cNvSpPr>
          <p:nvPr/>
        </p:nvSpPr>
        <p:spPr>
          <a:xfrm xmlns:a="http://schemas.openxmlformats.org/drawingml/2006/main">
            <a:off x="776288" y="2152650"/>
            <a:ext cx="953" cy="685800"/>
          </a:xfrm>
          <a:custGeom xmlns:a="http://schemas.openxmlformats.org/drawingml/2006/main">
            <a:pathLst>
              <a:path w="953" h="685800">
                <a:moveTo>
                  <a:pt x="0" y="0"/>
                </a:moveTo>
                <a:lnTo>
                  <a:pt x="0" y="68580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8" name="path-52">
            <a:extLst xmlns:a="http://schemas.openxmlformats.org/drawingml/2006/main">
              <a:ext uri="{FF2B5EF4-FFF2-40B4-BE49-F238E27FC236}">
                <a16:creationId xmlns:a16="http://schemas.microsoft.com/office/drawing/2014/main" id="{47BA5EF0-BDC7-4D26-84EF-A3FAF0605620}"/>
              </a:ext>
            </a:extLst>
          </p:cNvPr>
          <p:cNvSpPr>
            <a:spLocks xmlns:a="http://schemas.openxmlformats.org/drawingml/2006/main" noGrp="1"/>
          </p:cNvSpPr>
          <p:nvPr/>
        </p:nvSpPr>
        <p:spPr>
          <a:xfrm xmlns:a="http://schemas.openxmlformats.org/drawingml/2006/main">
            <a:off x="1000125" y="2152650"/>
            <a:ext cx="953" cy="685800"/>
          </a:xfrm>
          <a:custGeom xmlns:a="http://schemas.openxmlformats.org/drawingml/2006/main">
            <a:pathLst>
              <a:path w="953" h="685800">
                <a:moveTo>
                  <a:pt x="0" y="0"/>
                </a:moveTo>
                <a:lnTo>
                  <a:pt x="0" y="68580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9" name="path-53">
            <a:extLst xmlns:a="http://schemas.openxmlformats.org/drawingml/2006/main">
              <a:ext uri="{FF2B5EF4-FFF2-40B4-BE49-F238E27FC236}">
                <a16:creationId xmlns:a16="http://schemas.microsoft.com/office/drawing/2014/main" id="{CE5618B9-3B3B-419A-BCB4-91AE12BBD954}"/>
              </a:ext>
            </a:extLst>
          </p:cNvPr>
          <p:cNvSpPr>
            <a:spLocks xmlns:a="http://schemas.openxmlformats.org/drawingml/2006/main" noGrp="1"/>
          </p:cNvSpPr>
          <p:nvPr/>
        </p:nvSpPr>
        <p:spPr>
          <a:xfrm xmlns:a="http://schemas.openxmlformats.org/drawingml/2006/main">
            <a:off x="1223963" y="2152650"/>
            <a:ext cx="953" cy="685800"/>
          </a:xfrm>
          <a:custGeom xmlns:a="http://schemas.openxmlformats.org/drawingml/2006/main">
            <a:pathLst>
              <a:path w="953" h="685800">
                <a:moveTo>
                  <a:pt x="0" y="0"/>
                </a:moveTo>
                <a:lnTo>
                  <a:pt x="0" y="68580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10" name="path-54">
            <a:extLst xmlns:a="http://schemas.openxmlformats.org/drawingml/2006/main">
              <a:ext uri="{FF2B5EF4-FFF2-40B4-BE49-F238E27FC236}">
                <a16:creationId xmlns:a16="http://schemas.microsoft.com/office/drawing/2014/main" id="{80A1CB66-93D7-43AC-A226-24F8ED58A0E7}"/>
              </a:ext>
            </a:extLst>
          </p:cNvPr>
          <p:cNvSpPr>
            <a:spLocks xmlns:a="http://schemas.openxmlformats.org/drawingml/2006/main" noGrp="1"/>
          </p:cNvSpPr>
          <p:nvPr/>
        </p:nvSpPr>
        <p:spPr>
          <a:xfrm xmlns:a="http://schemas.openxmlformats.org/drawingml/2006/main">
            <a:off x="552450" y="2324100"/>
            <a:ext cx="895350" cy="953"/>
          </a:xfrm>
          <a:custGeom xmlns:a="http://schemas.openxmlformats.org/drawingml/2006/main">
            <a:pathLst>
              <a:path w="895350" h="953">
                <a:moveTo>
                  <a:pt x="0" y="0"/>
                </a:moveTo>
                <a:lnTo>
                  <a:pt x="895350" y="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11" name="path-55">
            <a:extLst xmlns:a="http://schemas.openxmlformats.org/drawingml/2006/main">
              <a:ext uri="{FF2B5EF4-FFF2-40B4-BE49-F238E27FC236}">
                <a16:creationId xmlns:a16="http://schemas.microsoft.com/office/drawing/2014/main" id="{FC1334DF-7FF2-4DD3-B8B3-50609062B6E1}"/>
              </a:ext>
            </a:extLst>
          </p:cNvPr>
          <p:cNvSpPr>
            <a:spLocks xmlns:a="http://schemas.openxmlformats.org/drawingml/2006/main" noGrp="1"/>
          </p:cNvSpPr>
          <p:nvPr/>
        </p:nvSpPr>
        <p:spPr>
          <a:xfrm xmlns:a="http://schemas.openxmlformats.org/drawingml/2006/main">
            <a:off x="552450" y="2495550"/>
            <a:ext cx="895350" cy="953"/>
          </a:xfrm>
          <a:custGeom xmlns:a="http://schemas.openxmlformats.org/drawingml/2006/main">
            <a:pathLst>
              <a:path w="895350" h="953">
                <a:moveTo>
                  <a:pt x="0" y="0"/>
                </a:moveTo>
                <a:lnTo>
                  <a:pt x="895350" y="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12" name="path-56">
            <a:extLst xmlns:a="http://schemas.openxmlformats.org/drawingml/2006/main">
              <a:ext uri="{FF2B5EF4-FFF2-40B4-BE49-F238E27FC236}">
                <a16:creationId xmlns:a16="http://schemas.microsoft.com/office/drawing/2014/main" id="{8177AEB1-FEAF-4F84-A7F5-4456E91C8A34}"/>
              </a:ext>
            </a:extLst>
          </p:cNvPr>
          <p:cNvSpPr>
            <a:spLocks xmlns:a="http://schemas.openxmlformats.org/drawingml/2006/main" noGrp="1"/>
          </p:cNvSpPr>
          <p:nvPr/>
        </p:nvSpPr>
        <p:spPr>
          <a:xfrm xmlns:a="http://schemas.openxmlformats.org/drawingml/2006/main">
            <a:off x="552450" y="2667000"/>
            <a:ext cx="895350" cy="953"/>
          </a:xfrm>
          <a:custGeom xmlns:a="http://schemas.openxmlformats.org/drawingml/2006/main">
            <a:pathLst>
              <a:path w="895350" h="953">
                <a:moveTo>
                  <a:pt x="0" y="0"/>
                </a:moveTo>
                <a:lnTo>
                  <a:pt x="895350" y="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13" name="label-57">
            <a:extLst xmlns:a="http://schemas.openxmlformats.org/drawingml/2006/main">
              <a:ext uri="{FF2B5EF4-FFF2-40B4-BE49-F238E27FC236}">
                <a16:creationId xmlns:a16="http://schemas.microsoft.com/office/drawing/2014/main" id="{15B50E4F-FE23-42AC-B979-BEC91F5EA0AF}"/>
              </a:ext>
            </a:extLst>
          </p:cNvPr>
          <p:cNvSpPr>
            <a:spLocks xmlns:a="http://schemas.openxmlformats.org/drawingml/2006/main" noGrp="1"/>
          </p:cNvSpPr>
          <p:nvPr/>
        </p:nvSpPr>
        <p:spPr>
          <a:xfrm xmlns:a="http://schemas.openxmlformats.org/drawingml/2006/main">
            <a:off x="590550" y="2228850"/>
            <a:ext cx="819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1674D1"/>
                </a:solidFill>
                <a:latin typeface="DejaVu Sans"/>
                <a:ea typeface="DejaVu Sans"/>
                <a:cs typeface="DejaVu Sans"/>
              </a:defRPr>
            </a:defPPr>
            <a:lvl1pPr algn="ctr">
              <a:defRPr sz="1725" b="1">
                <a:solidFill>
                  <a:srgbClr val="1674D1"/>
                </a:solidFill>
                <a:latin typeface="DejaVu Sans"/>
                <a:ea typeface="DejaVu Sans"/>
                <a:cs typeface="DejaVu Sans"/>
              </a:defRPr>
            </a:lvl1pPr>
            <a:lvl2pPr algn="ctr">
              <a:defRPr sz="1725" b="1">
                <a:solidFill>
                  <a:srgbClr val="1674D1"/>
                </a:solidFill>
                <a:latin typeface="DejaVu Sans"/>
                <a:ea typeface="DejaVu Sans"/>
                <a:cs typeface="DejaVu Sans"/>
              </a:defRPr>
            </a:lvl2pPr>
            <a:lvl3pPr algn="ctr">
              <a:defRPr sz="1725" b="1">
                <a:solidFill>
                  <a:srgbClr val="1674D1"/>
                </a:solidFill>
                <a:latin typeface="DejaVu Sans"/>
                <a:ea typeface="DejaVu Sans"/>
                <a:cs typeface="DejaVu Sans"/>
              </a:defRPr>
            </a:lvl3pPr>
            <a:lvl4pPr algn="ctr">
              <a:defRPr sz="1725" b="1">
                <a:solidFill>
                  <a:srgbClr val="1674D1"/>
                </a:solidFill>
                <a:latin typeface="DejaVu Sans"/>
                <a:ea typeface="DejaVu Sans"/>
                <a:cs typeface="DejaVu Sans"/>
              </a:defRPr>
            </a:lvl4pPr>
            <a:lvl5pPr algn="ctr">
              <a:defRPr sz="1725" b="1">
                <a:solidFill>
                  <a:srgbClr val="1674D1"/>
                </a:solidFill>
                <a:latin typeface="DejaVu Sans"/>
                <a:ea typeface="DejaVu Sans"/>
                <a:cs typeface="DejaVu Sans"/>
              </a:defRPr>
            </a:lvl5pPr>
            <a:lvl6pPr algn="ctr">
              <a:defRPr sz="1725" b="1">
                <a:solidFill>
                  <a:srgbClr val="1674D1"/>
                </a:solidFill>
                <a:latin typeface="DejaVu Sans"/>
                <a:ea typeface="DejaVu Sans"/>
                <a:cs typeface="DejaVu Sans"/>
              </a:defRPr>
            </a:lvl6pPr>
            <a:lvl7pPr algn="ctr">
              <a:defRPr sz="1725" b="1">
                <a:solidFill>
                  <a:srgbClr val="1674D1"/>
                </a:solidFill>
                <a:latin typeface="DejaVu Sans"/>
                <a:ea typeface="DejaVu Sans"/>
                <a:cs typeface="DejaVu Sans"/>
              </a:defRPr>
            </a:lvl7pPr>
            <a:lvl8pPr algn="ctr">
              <a:defRPr sz="1725" b="1">
                <a:solidFill>
                  <a:srgbClr val="1674D1"/>
                </a:solidFill>
                <a:latin typeface="DejaVu Sans"/>
                <a:ea typeface="DejaVu Sans"/>
                <a:cs typeface="DejaVu Sans"/>
              </a:defRPr>
            </a:lvl8pPr>
            <a:lvl9pPr algn="ctr">
              <a:defRPr sz="1725" b="1">
                <a:solidFill>
                  <a:srgbClr val="1674D1"/>
                </a:solidFill>
                <a:latin typeface="DejaVu Sans"/>
                <a:ea typeface="DejaVu Sans"/>
                <a:cs typeface="DejaVu Sans"/>
              </a:defRPr>
            </a:lvl9pPr>
          </a:lstStyle>
          <a:p xmlns:a="http://schemas.openxmlformats.org/drawingml/2006/main">
            <a:pPr algn="ctr">
              <a:defRPr sz="1725" b="1">
                <a:solidFill>
                  <a:srgbClr val="1674D1"/>
                </a:solidFill>
                <a:latin typeface="DejaVu Sans"/>
                <a:ea typeface="DejaVu Sans"/>
                <a:cs typeface="DejaVu Sans"/>
              </a:defRPr>
            </a:pPr>
            <a:r>
              <a:rPr sz="1725" b="1">
                <a:solidFill>
                  <a:srgbClr val="1674D1"/>
                </a:solidFill>
                <a:latin typeface="DejaVu Sans"/>
                <a:ea typeface="DejaVu Sans"/>
                <a:cs typeface="DejaVu Sans"/>
              </a:rPr>
              <a:t>6 RGB</a:t>
            </a:r>
          </a:p>
        </p:txBody>
      </p:sp>
      <p:sp>
        <p:nvSpPr>
          <p:cNvPr id="14" name="label-58">
            <a:extLst xmlns:a="http://schemas.openxmlformats.org/drawingml/2006/main">
              <a:ext uri="{FF2B5EF4-FFF2-40B4-BE49-F238E27FC236}">
                <a16:creationId xmlns:a16="http://schemas.microsoft.com/office/drawing/2014/main" id="{246C4E0C-09F4-4E68-872F-06C433FC0689}"/>
              </a:ext>
            </a:extLst>
          </p:cNvPr>
          <p:cNvSpPr>
            <a:spLocks xmlns:a="http://schemas.openxmlformats.org/drawingml/2006/main" noGrp="1"/>
          </p:cNvSpPr>
          <p:nvPr/>
        </p:nvSpPr>
        <p:spPr>
          <a:xfrm xmlns:a="http://schemas.openxmlformats.org/drawingml/2006/main">
            <a:off x="361950" y="2971800"/>
            <a:ext cx="1276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1674D1"/>
                </a:solidFill>
                <a:latin typeface="DejaVu Sans"/>
                <a:ea typeface="DejaVu Sans"/>
                <a:cs typeface="DejaVu Sans"/>
              </a:defRPr>
            </a:defPPr>
            <a:lvl1pPr algn="ctr">
              <a:defRPr sz="1500" b="0">
                <a:solidFill>
                  <a:srgbClr val="1674D1"/>
                </a:solidFill>
                <a:latin typeface="DejaVu Sans"/>
                <a:ea typeface="DejaVu Sans"/>
                <a:cs typeface="DejaVu Sans"/>
              </a:defRPr>
            </a:lvl1pPr>
            <a:lvl2pPr algn="ctr">
              <a:defRPr sz="1500" b="0">
                <a:solidFill>
                  <a:srgbClr val="1674D1"/>
                </a:solidFill>
                <a:latin typeface="DejaVu Sans"/>
                <a:ea typeface="DejaVu Sans"/>
                <a:cs typeface="DejaVu Sans"/>
              </a:defRPr>
            </a:lvl2pPr>
            <a:lvl3pPr algn="ctr">
              <a:defRPr sz="1500" b="0">
                <a:solidFill>
                  <a:srgbClr val="1674D1"/>
                </a:solidFill>
                <a:latin typeface="DejaVu Sans"/>
                <a:ea typeface="DejaVu Sans"/>
                <a:cs typeface="DejaVu Sans"/>
              </a:defRPr>
            </a:lvl3pPr>
            <a:lvl4pPr algn="ctr">
              <a:defRPr sz="1500" b="0">
                <a:solidFill>
                  <a:srgbClr val="1674D1"/>
                </a:solidFill>
                <a:latin typeface="DejaVu Sans"/>
                <a:ea typeface="DejaVu Sans"/>
                <a:cs typeface="DejaVu Sans"/>
              </a:defRPr>
            </a:lvl4pPr>
            <a:lvl5pPr algn="ctr">
              <a:defRPr sz="1500" b="0">
                <a:solidFill>
                  <a:srgbClr val="1674D1"/>
                </a:solidFill>
                <a:latin typeface="DejaVu Sans"/>
                <a:ea typeface="DejaVu Sans"/>
                <a:cs typeface="DejaVu Sans"/>
              </a:defRPr>
            </a:lvl5pPr>
            <a:lvl6pPr algn="ctr">
              <a:defRPr sz="1500" b="0">
                <a:solidFill>
                  <a:srgbClr val="1674D1"/>
                </a:solidFill>
                <a:latin typeface="DejaVu Sans"/>
                <a:ea typeface="DejaVu Sans"/>
                <a:cs typeface="DejaVu Sans"/>
              </a:defRPr>
            </a:lvl6pPr>
            <a:lvl7pPr algn="ctr">
              <a:defRPr sz="1500" b="0">
                <a:solidFill>
                  <a:srgbClr val="1674D1"/>
                </a:solidFill>
                <a:latin typeface="DejaVu Sans"/>
                <a:ea typeface="DejaVu Sans"/>
                <a:cs typeface="DejaVu Sans"/>
              </a:defRPr>
            </a:lvl7pPr>
            <a:lvl8pPr algn="ctr">
              <a:defRPr sz="1500" b="0">
                <a:solidFill>
                  <a:srgbClr val="1674D1"/>
                </a:solidFill>
                <a:latin typeface="DejaVu Sans"/>
                <a:ea typeface="DejaVu Sans"/>
                <a:cs typeface="DejaVu Sans"/>
              </a:defRPr>
            </a:lvl8pPr>
            <a:lvl9pPr algn="ctr">
              <a:defRPr sz="1500" b="0">
                <a:solidFill>
                  <a:srgbClr val="1674D1"/>
                </a:solidFill>
                <a:latin typeface="DejaVu Sans"/>
                <a:ea typeface="DejaVu Sans"/>
                <a:cs typeface="DejaVu Sans"/>
              </a:defRPr>
            </a:lvl9pPr>
          </a:lstStyle>
          <a:p xmlns:a="http://schemas.openxmlformats.org/drawingml/2006/main">
            <a:pPr algn="ctr">
              <a:defRPr sz="1500" b="0">
                <a:solidFill>
                  <a:srgbClr val="1674D1"/>
                </a:solidFill>
                <a:latin typeface="DejaVu Sans"/>
                <a:ea typeface="DejaVu Sans"/>
                <a:cs typeface="DejaVu Sans"/>
              </a:defRPr>
            </a:pPr>
            <a:r>
              <a:rPr sz="1500" b="0">
                <a:solidFill>
                  <a:srgbClr val="1674D1"/>
                </a:solidFill>
                <a:latin typeface="DejaVu Sans"/>
                <a:ea typeface="DejaVu Sans"/>
                <a:cs typeface="DejaVu Sans"/>
              </a:rPr>
              <a:t>256 × 704</a:t>
            </a:r>
          </a:p>
        </p:txBody>
      </p:sp>
      <p:sp>
        <p:nvSpPr>
          <p:cNvPr id="15" name="shape-59">
            <a:extLst xmlns:a="http://schemas.openxmlformats.org/drawingml/2006/main">
              <a:ext uri="{FF2B5EF4-FFF2-40B4-BE49-F238E27FC236}">
                <a16:creationId xmlns:a16="http://schemas.microsoft.com/office/drawing/2014/main" id="{5574D8E7-7F4B-4C3A-9F00-4B45799E8875}"/>
              </a:ext>
            </a:extLst>
          </p:cNvPr>
          <p:cNvSpPr>
            <a:spLocks xmlns:a="http://schemas.openxmlformats.org/drawingml/2006/main" noGrp="1"/>
          </p:cNvSpPr>
          <p:nvPr/>
        </p:nvSpPr>
        <p:spPr>
          <a:xfrm xmlns:a="http://schemas.openxmlformats.org/drawingml/2006/main" rot="0">
            <a:off x="1981200" y="2028825"/>
            <a:ext cx="1457325" cy="933450"/>
          </a:xfrm>
          <a:prstGeom xmlns:a="http://schemas.openxmlformats.org/drawingml/2006/main" prst="rect">
            <a:avLst/>
          </a:prstGeom>
          <a:solidFill xmlns:a="http://schemas.openxmlformats.org/drawingml/2006/main">
            <a:srgbClr val="DFEDFC"/>
          </a:solidFill>
          <a:ln xmlns:a="http://schemas.openxmlformats.org/drawingml/2006/main" w="15240">
            <a:solidFill>
              <a:srgbClr val="1674D1"/>
            </a:solidFill>
            <a:prstDash val="solid"/>
          </a:ln>
        </p:spPr>
      </p:sp>
      <p:sp>
        <p:nvSpPr>
          <p:cNvPr id="16" name="label-60">
            <a:extLst xmlns:a="http://schemas.openxmlformats.org/drawingml/2006/main">
              <a:ext uri="{FF2B5EF4-FFF2-40B4-BE49-F238E27FC236}">
                <a16:creationId xmlns:a16="http://schemas.microsoft.com/office/drawing/2014/main" id="{792819A0-FE20-4272-A234-3468C1A91DA7}"/>
              </a:ext>
            </a:extLst>
          </p:cNvPr>
          <p:cNvSpPr>
            <a:spLocks xmlns:a="http://schemas.openxmlformats.org/drawingml/2006/main" noGrp="1"/>
          </p:cNvSpPr>
          <p:nvPr/>
        </p:nvSpPr>
        <p:spPr>
          <a:xfrm xmlns:a="http://schemas.openxmlformats.org/drawingml/2006/main">
            <a:off x="2057400" y="2076450"/>
            <a:ext cx="130492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950" b="1">
                <a:solidFill>
                  <a:srgbClr val="1674D1"/>
                </a:solidFill>
                <a:latin typeface="DejaVu Sans"/>
                <a:ea typeface="DejaVu Sans"/>
                <a:cs typeface="DejaVu Sans"/>
              </a:defRPr>
            </a:defPPr>
            <a:lvl1pPr algn="ctr">
              <a:defRPr sz="1950" b="1">
                <a:solidFill>
                  <a:srgbClr val="1674D1"/>
                </a:solidFill>
                <a:latin typeface="DejaVu Sans"/>
                <a:ea typeface="DejaVu Sans"/>
                <a:cs typeface="DejaVu Sans"/>
              </a:defRPr>
            </a:lvl1pPr>
            <a:lvl2pPr algn="ctr">
              <a:defRPr sz="1950" b="1">
                <a:solidFill>
                  <a:srgbClr val="1674D1"/>
                </a:solidFill>
                <a:latin typeface="DejaVu Sans"/>
                <a:ea typeface="DejaVu Sans"/>
                <a:cs typeface="DejaVu Sans"/>
              </a:defRPr>
            </a:lvl2pPr>
            <a:lvl3pPr algn="ctr">
              <a:defRPr sz="1950" b="1">
                <a:solidFill>
                  <a:srgbClr val="1674D1"/>
                </a:solidFill>
                <a:latin typeface="DejaVu Sans"/>
                <a:ea typeface="DejaVu Sans"/>
                <a:cs typeface="DejaVu Sans"/>
              </a:defRPr>
            </a:lvl3pPr>
            <a:lvl4pPr algn="ctr">
              <a:defRPr sz="1950" b="1">
                <a:solidFill>
                  <a:srgbClr val="1674D1"/>
                </a:solidFill>
                <a:latin typeface="DejaVu Sans"/>
                <a:ea typeface="DejaVu Sans"/>
                <a:cs typeface="DejaVu Sans"/>
              </a:defRPr>
            </a:lvl4pPr>
            <a:lvl5pPr algn="ctr">
              <a:defRPr sz="1950" b="1">
                <a:solidFill>
                  <a:srgbClr val="1674D1"/>
                </a:solidFill>
                <a:latin typeface="DejaVu Sans"/>
                <a:ea typeface="DejaVu Sans"/>
                <a:cs typeface="DejaVu Sans"/>
              </a:defRPr>
            </a:lvl5pPr>
            <a:lvl6pPr algn="ctr">
              <a:defRPr sz="1950" b="1">
                <a:solidFill>
                  <a:srgbClr val="1674D1"/>
                </a:solidFill>
                <a:latin typeface="DejaVu Sans"/>
                <a:ea typeface="DejaVu Sans"/>
                <a:cs typeface="DejaVu Sans"/>
              </a:defRPr>
            </a:lvl6pPr>
            <a:lvl7pPr algn="ctr">
              <a:defRPr sz="1950" b="1">
                <a:solidFill>
                  <a:srgbClr val="1674D1"/>
                </a:solidFill>
                <a:latin typeface="DejaVu Sans"/>
                <a:ea typeface="DejaVu Sans"/>
                <a:cs typeface="DejaVu Sans"/>
              </a:defRPr>
            </a:lvl7pPr>
            <a:lvl8pPr algn="ctr">
              <a:defRPr sz="1950" b="1">
                <a:solidFill>
                  <a:srgbClr val="1674D1"/>
                </a:solidFill>
                <a:latin typeface="DejaVu Sans"/>
                <a:ea typeface="DejaVu Sans"/>
                <a:cs typeface="DejaVu Sans"/>
              </a:defRPr>
            </a:lvl8pPr>
            <a:lvl9pPr algn="ctr">
              <a:defRPr sz="1950" b="1">
                <a:solidFill>
                  <a:srgbClr val="1674D1"/>
                </a:solidFill>
                <a:latin typeface="DejaVu Sans"/>
                <a:ea typeface="DejaVu Sans"/>
                <a:cs typeface="DejaVu Sans"/>
              </a:defRPr>
            </a:lvl9pPr>
          </a:lstStyle>
          <a:p xmlns:a="http://schemas.openxmlformats.org/drawingml/2006/main">
            <a:pPr algn="ctr">
              <a:defRPr sz="1950" b="1">
                <a:solidFill>
                  <a:srgbClr val="1674D1"/>
                </a:solidFill>
                <a:latin typeface="DejaVu Sans"/>
                <a:ea typeface="DejaVu Sans"/>
                <a:cs typeface="DejaVu Sans"/>
              </a:defRPr>
            </a:pPr>
            <a:r>
              <a:rPr sz="1950" b="1">
                <a:solidFill>
                  <a:srgbClr val="1674D1"/>
                </a:solidFill>
                <a:latin typeface="DejaVu Sans"/>
                <a:ea typeface="DejaVu Sans"/>
                <a:cs typeface="DejaVu Sans"/>
              </a:rPr>
              <a:t>Swin-T</a:t>
            </a:r>
          </a:p>
          <a:p xmlns:a="http://schemas.openxmlformats.org/drawingml/2006/main">
            <a:pPr algn="ctr">
              <a:defRPr sz="1950" b="1">
                <a:solidFill>
                  <a:srgbClr val="1674D1"/>
                </a:solidFill>
                <a:latin typeface="DejaVu Sans"/>
                <a:ea typeface="DejaVu Sans"/>
                <a:cs typeface="DejaVu Sans"/>
              </a:defRPr>
            </a:pPr>
            <a:r>
              <a:rPr sz="1950" b="1">
                <a:solidFill>
                  <a:srgbClr val="1674D1"/>
                </a:solidFill>
                <a:latin typeface="DejaVu Sans"/>
                <a:ea typeface="DejaVu Sans"/>
                <a:cs typeface="DejaVu Sans"/>
              </a:rPr>
              <a:t>+ FPN</a:t>
            </a:r>
          </a:p>
        </p:txBody>
      </p:sp>
      <p:sp>
        <p:nvSpPr>
          <p:cNvPr id="17" name="path-61">
            <a:extLst xmlns:a="http://schemas.openxmlformats.org/drawingml/2006/main">
              <a:ext uri="{FF2B5EF4-FFF2-40B4-BE49-F238E27FC236}">
                <a16:creationId xmlns:a16="http://schemas.microsoft.com/office/drawing/2014/main" id="{158F62F6-E3DE-4E46-B38B-4EE4FA7F8201}"/>
              </a:ext>
            </a:extLst>
          </p:cNvPr>
          <p:cNvSpPr>
            <a:spLocks xmlns:a="http://schemas.openxmlformats.org/drawingml/2006/main" noGrp="1"/>
          </p:cNvSpPr>
          <p:nvPr/>
        </p:nvSpPr>
        <p:spPr>
          <a:xfrm xmlns:a="http://schemas.openxmlformats.org/drawingml/2006/main">
            <a:off x="1581150" y="2476500"/>
            <a:ext cx="400050" cy="953"/>
          </a:xfrm>
          <a:custGeom xmlns:a="http://schemas.openxmlformats.org/drawingml/2006/main">
            <a:pathLst>
              <a:path w="400050" h="953">
                <a:moveTo>
                  <a:pt x="0" y="0"/>
                </a:moveTo>
                <a:lnTo>
                  <a:pt x="400050" y="0"/>
                </a:lnTo>
              </a:path>
            </a:pathLst>
          </a:custGeom>
          <a:noFill xmlns:a="http://schemas.openxmlformats.org/drawingml/2006/main"/>
          <a:ln xmlns:a="http://schemas.openxmlformats.org/drawingml/2006/main" w="22860">
            <a:solidFill>
              <a:srgbClr val="1674D1"/>
            </a:solidFill>
            <a:prstDash val="solid"/>
          </a:ln>
        </p:spPr>
      </p:sp>
      <p:sp>
        <p:nvSpPr>
          <p:cNvPr id="18" name="path-62">
            <a:extLst xmlns:a="http://schemas.openxmlformats.org/drawingml/2006/main">
              <a:ext uri="{FF2B5EF4-FFF2-40B4-BE49-F238E27FC236}">
                <a16:creationId xmlns:a16="http://schemas.microsoft.com/office/drawing/2014/main" id="{E83CC1C9-CCDF-4D74-9EC5-1ABA20AA3E92}"/>
              </a:ext>
            </a:extLst>
          </p:cNvPr>
          <p:cNvSpPr>
            <a:spLocks xmlns:a="http://schemas.openxmlformats.org/drawingml/2006/main" noGrp="1"/>
          </p:cNvSpPr>
          <p:nvPr/>
        </p:nvSpPr>
        <p:spPr>
          <a:xfrm xmlns:a="http://schemas.openxmlformats.org/drawingml/2006/main">
            <a:off x="1885950" y="2432685"/>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1674D1"/>
          </a:solidFill>
          <a:ln xmlns:a="http://schemas.openxmlformats.org/drawingml/2006/main" w="0">
            <a:solidFill>
              <a:srgbClr val="1674D1"/>
            </a:solidFill>
            <a:prstDash val="solid"/>
          </a:ln>
        </p:spPr>
      </p:sp>
      <p:sp>
        <p:nvSpPr>
          <p:cNvPr id="19" name="shape-63">
            <a:extLst xmlns:a="http://schemas.openxmlformats.org/drawingml/2006/main">
              <a:ext uri="{FF2B5EF4-FFF2-40B4-BE49-F238E27FC236}">
                <a16:creationId xmlns:a16="http://schemas.microsoft.com/office/drawing/2014/main" id="{8B8A2A34-6FA5-4350-861A-716DD651A3E6}"/>
              </a:ext>
            </a:extLst>
          </p:cNvPr>
          <p:cNvSpPr>
            <a:spLocks xmlns:a="http://schemas.openxmlformats.org/drawingml/2006/main" noGrp="1"/>
          </p:cNvSpPr>
          <p:nvPr/>
        </p:nvSpPr>
        <p:spPr>
          <a:xfrm xmlns:a="http://schemas.openxmlformats.org/drawingml/2006/main" rot="0">
            <a:off x="3933825" y="2028825"/>
            <a:ext cx="1666875" cy="933450"/>
          </a:xfrm>
          <a:prstGeom xmlns:a="http://schemas.openxmlformats.org/drawingml/2006/main" prst="rect">
            <a:avLst/>
          </a:prstGeom>
          <a:solidFill xmlns:a="http://schemas.openxmlformats.org/drawingml/2006/main">
            <a:srgbClr val="DFEDFC"/>
          </a:solidFill>
          <a:ln xmlns:a="http://schemas.openxmlformats.org/drawingml/2006/main" w="15240">
            <a:solidFill>
              <a:srgbClr val="1674D1"/>
            </a:solidFill>
            <a:prstDash val="solid"/>
          </a:ln>
        </p:spPr>
      </p:sp>
      <p:sp>
        <p:nvSpPr>
          <p:cNvPr id="20" name="label-64">
            <a:extLst xmlns:a="http://schemas.openxmlformats.org/drawingml/2006/main">
              <a:ext uri="{FF2B5EF4-FFF2-40B4-BE49-F238E27FC236}">
                <a16:creationId xmlns:a16="http://schemas.microsoft.com/office/drawing/2014/main" id="{1EEA73E5-3A3E-445C-84AC-323E4ED69170}"/>
              </a:ext>
            </a:extLst>
          </p:cNvPr>
          <p:cNvSpPr>
            <a:spLocks xmlns:a="http://schemas.openxmlformats.org/drawingml/2006/main" noGrp="1"/>
          </p:cNvSpPr>
          <p:nvPr/>
        </p:nvSpPr>
        <p:spPr>
          <a:xfrm xmlns:a="http://schemas.openxmlformats.org/drawingml/2006/main">
            <a:off x="4010025" y="2076450"/>
            <a:ext cx="15144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75" b="1">
                <a:solidFill>
                  <a:srgbClr val="1674D1"/>
                </a:solidFill>
                <a:latin typeface="DejaVu Sans"/>
                <a:ea typeface="DejaVu Sans"/>
                <a:cs typeface="DejaVu Sans"/>
              </a:defRPr>
            </a:defPPr>
            <a:lvl1pPr algn="ctr">
              <a:defRPr sz="1875" b="1">
                <a:solidFill>
                  <a:srgbClr val="1674D1"/>
                </a:solidFill>
                <a:latin typeface="DejaVu Sans"/>
                <a:ea typeface="DejaVu Sans"/>
                <a:cs typeface="DejaVu Sans"/>
              </a:defRPr>
            </a:lvl1pPr>
            <a:lvl2pPr algn="ctr">
              <a:defRPr sz="1875" b="1">
                <a:solidFill>
                  <a:srgbClr val="1674D1"/>
                </a:solidFill>
                <a:latin typeface="DejaVu Sans"/>
                <a:ea typeface="DejaVu Sans"/>
                <a:cs typeface="DejaVu Sans"/>
              </a:defRPr>
            </a:lvl2pPr>
            <a:lvl3pPr algn="ctr">
              <a:defRPr sz="1875" b="1">
                <a:solidFill>
                  <a:srgbClr val="1674D1"/>
                </a:solidFill>
                <a:latin typeface="DejaVu Sans"/>
                <a:ea typeface="DejaVu Sans"/>
                <a:cs typeface="DejaVu Sans"/>
              </a:defRPr>
            </a:lvl3pPr>
            <a:lvl4pPr algn="ctr">
              <a:defRPr sz="1875" b="1">
                <a:solidFill>
                  <a:srgbClr val="1674D1"/>
                </a:solidFill>
                <a:latin typeface="DejaVu Sans"/>
                <a:ea typeface="DejaVu Sans"/>
                <a:cs typeface="DejaVu Sans"/>
              </a:defRPr>
            </a:lvl4pPr>
            <a:lvl5pPr algn="ctr">
              <a:defRPr sz="1875" b="1">
                <a:solidFill>
                  <a:srgbClr val="1674D1"/>
                </a:solidFill>
                <a:latin typeface="DejaVu Sans"/>
                <a:ea typeface="DejaVu Sans"/>
                <a:cs typeface="DejaVu Sans"/>
              </a:defRPr>
            </a:lvl5pPr>
            <a:lvl6pPr algn="ctr">
              <a:defRPr sz="1875" b="1">
                <a:solidFill>
                  <a:srgbClr val="1674D1"/>
                </a:solidFill>
                <a:latin typeface="DejaVu Sans"/>
                <a:ea typeface="DejaVu Sans"/>
                <a:cs typeface="DejaVu Sans"/>
              </a:defRPr>
            </a:lvl6pPr>
            <a:lvl7pPr algn="ctr">
              <a:defRPr sz="1875" b="1">
                <a:solidFill>
                  <a:srgbClr val="1674D1"/>
                </a:solidFill>
                <a:latin typeface="DejaVu Sans"/>
                <a:ea typeface="DejaVu Sans"/>
                <a:cs typeface="DejaVu Sans"/>
              </a:defRPr>
            </a:lvl7pPr>
            <a:lvl8pPr algn="ctr">
              <a:defRPr sz="1875" b="1">
                <a:solidFill>
                  <a:srgbClr val="1674D1"/>
                </a:solidFill>
                <a:latin typeface="DejaVu Sans"/>
                <a:ea typeface="DejaVu Sans"/>
                <a:cs typeface="DejaVu Sans"/>
              </a:defRPr>
            </a:lvl8pPr>
            <a:lvl9pPr algn="ctr">
              <a:defRPr sz="1875" b="1">
                <a:solidFill>
                  <a:srgbClr val="1674D1"/>
                </a:solidFill>
                <a:latin typeface="DejaVu Sans"/>
                <a:ea typeface="DejaVu Sans"/>
                <a:cs typeface="DejaVu Sans"/>
              </a:defRPr>
            </a:lvl9pPr>
          </a:lstStyle>
          <a:p xmlns:a="http://schemas.openxmlformats.org/drawingml/2006/main">
            <a:pPr algn="ctr">
              <a:defRPr sz="1875" b="1">
                <a:solidFill>
                  <a:srgbClr val="1674D1"/>
                </a:solidFill>
                <a:latin typeface="DejaVu Sans"/>
                <a:ea typeface="DejaVu Sans"/>
                <a:cs typeface="DejaVu Sans"/>
              </a:defRPr>
            </a:pPr>
            <a:r>
              <a:rPr sz="1875" b="1">
                <a:solidFill>
                  <a:srgbClr val="1674D1"/>
                </a:solidFill>
                <a:latin typeface="DejaVu Sans"/>
                <a:ea typeface="DejaVu Sans"/>
                <a:cs typeface="DejaVu Sans"/>
              </a:rPr>
              <a:t>DepthLSS</a:t>
            </a:r>
          </a:p>
          <a:p xmlns:a="http://schemas.openxmlformats.org/drawingml/2006/main">
            <a:pPr algn="ctr">
              <a:defRPr sz="1875" b="1">
                <a:solidFill>
                  <a:srgbClr val="1674D1"/>
                </a:solidFill>
                <a:latin typeface="DejaVu Sans"/>
                <a:ea typeface="DejaVu Sans"/>
                <a:cs typeface="DejaVu Sans"/>
              </a:defRPr>
            </a:pPr>
            <a:r>
              <a:rPr sz="1875" b="1">
                <a:solidFill>
                  <a:srgbClr val="1674D1"/>
                </a:solidFill>
                <a:latin typeface="DejaVu Sans"/>
                <a:ea typeface="DejaVu Sans"/>
                <a:cs typeface="DejaVu Sans"/>
              </a:rPr>
              <a:t>lift + pool</a:t>
            </a:r>
          </a:p>
        </p:txBody>
      </p:sp>
      <p:sp>
        <p:nvSpPr>
          <p:cNvPr id="21" name="path-65">
            <a:extLst xmlns:a="http://schemas.openxmlformats.org/drawingml/2006/main">
              <a:ext uri="{FF2B5EF4-FFF2-40B4-BE49-F238E27FC236}">
                <a16:creationId xmlns:a16="http://schemas.microsoft.com/office/drawing/2014/main" id="{DD0AEC27-6AF4-49C0-83F6-84D4630C5610}"/>
              </a:ext>
            </a:extLst>
          </p:cNvPr>
          <p:cNvSpPr>
            <a:spLocks xmlns:a="http://schemas.openxmlformats.org/drawingml/2006/main" noGrp="1"/>
          </p:cNvSpPr>
          <p:nvPr/>
        </p:nvSpPr>
        <p:spPr>
          <a:xfrm xmlns:a="http://schemas.openxmlformats.org/drawingml/2006/main">
            <a:off x="3438525" y="2476500"/>
            <a:ext cx="495300" cy="953"/>
          </a:xfrm>
          <a:custGeom xmlns:a="http://schemas.openxmlformats.org/drawingml/2006/main">
            <a:pathLst>
              <a:path w="495300" h="953">
                <a:moveTo>
                  <a:pt x="0" y="0"/>
                </a:moveTo>
                <a:lnTo>
                  <a:pt x="495300" y="0"/>
                </a:lnTo>
              </a:path>
            </a:pathLst>
          </a:custGeom>
          <a:noFill xmlns:a="http://schemas.openxmlformats.org/drawingml/2006/main"/>
          <a:ln xmlns:a="http://schemas.openxmlformats.org/drawingml/2006/main" w="22860">
            <a:solidFill>
              <a:srgbClr val="1674D1"/>
            </a:solidFill>
            <a:prstDash val="solid"/>
          </a:ln>
        </p:spPr>
      </p:sp>
      <p:sp>
        <p:nvSpPr>
          <p:cNvPr id="22" name="path-66">
            <a:extLst xmlns:a="http://schemas.openxmlformats.org/drawingml/2006/main">
              <a:ext uri="{FF2B5EF4-FFF2-40B4-BE49-F238E27FC236}">
                <a16:creationId xmlns:a16="http://schemas.microsoft.com/office/drawing/2014/main" id="{64CBEAE3-3E5F-4610-93BB-AE76FADD3F7F}"/>
              </a:ext>
            </a:extLst>
          </p:cNvPr>
          <p:cNvSpPr>
            <a:spLocks xmlns:a="http://schemas.openxmlformats.org/drawingml/2006/main" noGrp="1"/>
          </p:cNvSpPr>
          <p:nvPr/>
        </p:nvSpPr>
        <p:spPr>
          <a:xfrm xmlns:a="http://schemas.openxmlformats.org/drawingml/2006/main">
            <a:off x="3838575" y="2432685"/>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1674D1"/>
          </a:solidFill>
          <a:ln xmlns:a="http://schemas.openxmlformats.org/drawingml/2006/main" w="0">
            <a:solidFill>
              <a:srgbClr val="1674D1"/>
            </a:solidFill>
            <a:prstDash val="solid"/>
          </a:ln>
        </p:spPr>
      </p:sp>
      <p:sp>
        <p:nvSpPr>
          <p:cNvPr id="23" name="path-67">
            <a:extLst xmlns:a="http://schemas.openxmlformats.org/drawingml/2006/main">
              <a:ext uri="{FF2B5EF4-FFF2-40B4-BE49-F238E27FC236}">
                <a16:creationId xmlns:a16="http://schemas.microsoft.com/office/drawing/2014/main" id="{9BEE5DB0-A565-4686-B1B9-F86F2639EE55}"/>
              </a:ext>
            </a:extLst>
          </p:cNvPr>
          <p:cNvSpPr>
            <a:spLocks xmlns:a="http://schemas.openxmlformats.org/drawingml/2006/main" noGrp="1"/>
          </p:cNvSpPr>
          <p:nvPr/>
        </p:nvSpPr>
        <p:spPr>
          <a:xfrm xmlns:a="http://schemas.openxmlformats.org/drawingml/2006/main">
            <a:off x="6191250" y="2009775"/>
            <a:ext cx="1143000" cy="133350"/>
          </a:xfrm>
          <a:custGeom xmlns:a="http://schemas.openxmlformats.org/drawingml/2006/main">
            <a:pathLst>
              <a:path w="1143000" h="133350">
                <a:moveTo>
                  <a:pt x="0" y="133350"/>
                </a:moveTo>
                <a:lnTo>
                  <a:pt x="133350" y="0"/>
                </a:lnTo>
                <a:lnTo>
                  <a:pt x="1143000" y="0"/>
                </a:lnTo>
                <a:lnTo>
                  <a:pt x="1009650" y="133350"/>
                </a:lnTo>
                <a:close/>
              </a:path>
            </a:pathLst>
          </a:custGeom>
          <a:solidFill xmlns:a="http://schemas.openxmlformats.org/drawingml/2006/main">
            <a:srgbClr val="1674D1">
              <a:lumMod val="35000"/>
              <a:lumOff val="65000"/>
            </a:srgbClr>
          </a:solidFill>
          <a:ln xmlns:a="http://schemas.openxmlformats.org/drawingml/2006/main" w="13335">
            <a:solidFill>
              <a:srgbClr val="1674D1"/>
            </a:solidFill>
            <a:prstDash val="solid"/>
          </a:ln>
        </p:spPr>
      </p:sp>
      <p:sp>
        <p:nvSpPr>
          <p:cNvPr id="24" name="path-68">
            <a:extLst xmlns:a="http://schemas.openxmlformats.org/drawingml/2006/main">
              <a:ext uri="{FF2B5EF4-FFF2-40B4-BE49-F238E27FC236}">
                <a16:creationId xmlns:a16="http://schemas.microsoft.com/office/drawing/2014/main" id="{5D2FDE2D-6F2A-4997-9C87-51E3493EBAFC}"/>
              </a:ext>
            </a:extLst>
          </p:cNvPr>
          <p:cNvSpPr>
            <a:spLocks xmlns:a="http://schemas.openxmlformats.org/drawingml/2006/main" noGrp="1"/>
          </p:cNvSpPr>
          <p:nvPr/>
        </p:nvSpPr>
        <p:spPr>
          <a:xfrm xmlns:a="http://schemas.openxmlformats.org/drawingml/2006/main">
            <a:off x="7200900" y="2009775"/>
            <a:ext cx="133350" cy="866775"/>
          </a:xfrm>
          <a:custGeom xmlns:a="http://schemas.openxmlformats.org/drawingml/2006/main">
            <a:pathLst>
              <a:path w="133350" h="866775">
                <a:moveTo>
                  <a:pt x="0" y="133350"/>
                </a:moveTo>
                <a:lnTo>
                  <a:pt x="133350" y="0"/>
                </a:lnTo>
                <a:lnTo>
                  <a:pt x="133350" y="733425"/>
                </a:lnTo>
                <a:lnTo>
                  <a:pt x="0" y="866775"/>
                </a:lnTo>
                <a:close/>
              </a:path>
            </a:pathLst>
          </a:custGeom>
          <a:solidFill xmlns:a="http://schemas.openxmlformats.org/drawingml/2006/main">
            <a:srgbClr val="1674D1">
              <a:lumMod val="65000"/>
              <a:lumOff val="35000"/>
            </a:srgbClr>
          </a:solidFill>
          <a:ln xmlns:a="http://schemas.openxmlformats.org/drawingml/2006/main" w="13335">
            <a:solidFill>
              <a:srgbClr val="1674D1"/>
            </a:solidFill>
            <a:prstDash val="solid"/>
          </a:ln>
        </p:spPr>
      </p:sp>
      <p:sp>
        <p:nvSpPr>
          <p:cNvPr id="25" name="shape-69">
            <a:extLst xmlns:a="http://schemas.openxmlformats.org/drawingml/2006/main">
              <a:ext uri="{FF2B5EF4-FFF2-40B4-BE49-F238E27FC236}">
                <a16:creationId xmlns:a16="http://schemas.microsoft.com/office/drawing/2014/main" id="{7E1B34B8-1BCB-4B89-9F85-3F8BF754BBB3}"/>
              </a:ext>
            </a:extLst>
          </p:cNvPr>
          <p:cNvSpPr>
            <a:spLocks xmlns:a="http://schemas.openxmlformats.org/drawingml/2006/main" noGrp="1"/>
          </p:cNvSpPr>
          <p:nvPr/>
        </p:nvSpPr>
        <p:spPr>
          <a:xfrm xmlns:a="http://schemas.openxmlformats.org/drawingml/2006/main" rot="0">
            <a:off x="6191250" y="2143125"/>
            <a:ext cx="1009650" cy="733425"/>
          </a:xfrm>
          <a:prstGeom xmlns:a="http://schemas.openxmlformats.org/drawingml/2006/main" prst="rect">
            <a:avLst/>
          </a:prstGeom>
          <a:solidFill xmlns:a="http://schemas.openxmlformats.org/drawingml/2006/main">
            <a:srgbClr val="1674D1">
              <a:lumMod val="18000"/>
              <a:lumOff val="82000"/>
            </a:srgbClr>
          </a:solidFill>
          <a:ln xmlns:a="http://schemas.openxmlformats.org/drawingml/2006/main" w="15240">
            <a:solidFill>
              <a:srgbClr val="1674D1"/>
            </a:solidFill>
            <a:prstDash val="solid"/>
          </a:ln>
        </p:spPr>
      </p:sp>
      <p:sp>
        <p:nvSpPr>
          <p:cNvPr id="26" name="path-70">
            <a:extLst xmlns:a="http://schemas.openxmlformats.org/drawingml/2006/main">
              <a:ext uri="{FF2B5EF4-FFF2-40B4-BE49-F238E27FC236}">
                <a16:creationId xmlns:a16="http://schemas.microsoft.com/office/drawing/2014/main" id="{30A46CC9-D93C-494B-B2A0-38FBEFA7AD1D}"/>
              </a:ext>
            </a:extLst>
          </p:cNvPr>
          <p:cNvSpPr>
            <a:spLocks xmlns:a="http://schemas.openxmlformats.org/drawingml/2006/main" noGrp="1"/>
          </p:cNvSpPr>
          <p:nvPr/>
        </p:nvSpPr>
        <p:spPr>
          <a:xfrm xmlns:a="http://schemas.openxmlformats.org/drawingml/2006/main">
            <a:off x="6443663" y="2143125"/>
            <a:ext cx="953" cy="733425"/>
          </a:xfrm>
          <a:custGeom xmlns:a="http://schemas.openxmlformats.org/drawingml/2006/main">
            <a:pathLst>
              <a:path w="953" h="733425">
                <a:moveTo>
                  <a:pt x="0" y="0"/>
                </a:moveTo>
                <a:lnTo>
                  <a:pt x="0" y="733425"/>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27" name="path-71">
            <a:extLst xmlns:a="http://schemas.openxmlformats.org/drawingml/2006/main">
              <a:ext uri="{FF2B5EF4-FFF2-40B4-BE49-F238E27FC236}">
                <a16:creationId xmlns:a16="http://schemas.microsoft.com/office/drawing/2014/main" id="{20358D17-5A84-4A4E-9916-F7EDBDE0103A}"/>
              </a:ext>
            </a:extLst>
          </p:cNvPr>
          <p:cNvSpPr>
            <a:spLocks xmlns:a="http://schemas.openxmlformats.org/drawingml/2006/main" noGrp="1"/>
          </p:cNvSpPr>
          <p:nvPr/>
        </p:nvSpPr>
        <p:spPr>
          <a:xfrm xmlns:a="http://schemas.openxmlformats.org/drawingml/2006/main">
            <a:off x="6696075" y="2143125"/>
            <a:ext cx="953" cy="733425"/>
          </a:xfrm>
          <a:custGeom xmlns:a="http://schemas.openxmlformats.org/drawingml/2006/main">
            <a:pathLst>
              <a:path w="953" h="733425">
                <a:moveTo>
                  <a:pt x="0" y="0"/>
                </a:moveTo>
                <a:lnTo>
                  <a:pt x="0" y="733425"/>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28" name="path-72">
            <a:extLst xmlns:a="http://schemas.openxmlformats.org/drawingml/2006/main">
              <a:ext uri="{FF2B5EF4-FFF2-40B4-BE49-F238E27FC236}">
                <a16:creationId xmlns:a16="http://schemas.microsoft.com/office/drawing/2014/main" id="{2FE30416-D1AF-4CF9-B662-95F42586B55A}"/>
              </a:ext>
            </a:extLst>
          </p:cNvPr>
          <p:cNvSpPr>
            <a:spLocks xmlns:a="http://schemas.openxmlformats.org/drawingml/2006/main" noGrp="1"/>
          </p:cNvSpPr>
          <p:nvPr/>
        </p:nvSpPr>
        <p:spPr>
          <a:xfrm xmlns:a="http://schemas.openxmlformats.org/drawingml/2006/main">
            <a:off x="6948488" y="2143125"/>
            <a:ext cx="953" cy="733425"/>
          </a:xfrm>
          <a:custGeom xmlns:a="http://schemas.openxmlformats.org/drawingml/2006/main">
            <a:pathLst>
              <a:path w="953" h="733425">
                <a:moveTo>
                  <a:pt x="0" y="0"/>
                </a:moveTo>
                <a:lnTo>
                  <a:pt x="0" y="733425"/>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29" name="path-73">
            <a:extLst xmlns:a="http://schemas.openxmlformats.org/drawingml/2006/main">
              <a:ext uri="{FF2B5EF4-FFF2-40B4-BE49-F238E27FC236}">
                <a16:creationId xmlns:a16="http://schemas.microsoft.com/office/drawing/2014/main" id="{A5E434AC-8F50-4762-852C-0555FE7E0C70}"/>
              </a:ext>
            </a:extLst>
          </p:cNvPr>
          <p:cNvSpPr>
            <a:spLocks xmlns:a="http://schemas.openxmlformats.org/drawingml/2006/main" noGrp="1"/>
          </p:cNvSpPr>
          <p:nvPr/>
        </p:nvSpPr>
        <p:spPr>
          <a:xfrm xmlns:a="http://schemas.openxmlformats.org/drawingml/2006/main">
            <a:off x="6191250" y="2326481"/>
            <a:ext cx="1009650" cy="953"/>
          </a:xfrm>
          <a:custGeom xmlns:a="http://schemas.openxmlformats.org/drawingml/2006/main">
            <a:pathLst>
              <a:path w="1009650" h="953">
                <a:moveTo>
                  <a:pt x="0" y="0"/>
                </a:moveTo>
                <a:lnTo>
                  <a:pt x="1009650" y="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30" name="path-74">
            <a:extLst xmlns:a="http://schemas.openxmlformats.org/drawingml/2006/main">
              <a:ext uri="{FF2B5EF4-FFF2-40B4-BE49-F238E27FC236}">
                <a16:creationId xmlns:a16="http://schemas.microsoft.com/office/drawing/2014/main" id="{C01BC521-DF07-4275-A8DF-405E041CDC1A}"/>
              </a:ext>
            </a:extLst>
          </p:cNvPr>
          <p:cNvSpPr>
            <a:spLocks xmlns:a="http://schemas.openxmlformats.org/drawingml/2006/main" noGrp="1"/>
          </p:cNvSpPr>
          <p:nvPr/>
        </p:nvSpPr>
        <p:spPr>
          <a:xfrm xmlns:a="http://schemas.openxmlformats.org/drawingml/2006/main">
            <a:off x="6191250" y="2509838"/>
            <a:ext cx="1009650" cy="953"/>
          </a:xfrm>
          <a:custGeom xmlns:a="http://schemas.openxmlformats.org/drawingml/2006/main">
            <a:pathLst>
              <a:path w="1009650" h="953">
                <a:moveTo>
                  <a:pt x="0" y="0"/>
                </a:moveTo>
                <a:lnTo>
                  <a:pt x="1009650" y="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31" name="path-75">
            <a:extLst xmlns:a="http://schemas.openxmlformats.org/drawingml/2006/main">
              <a:ext uri="{FF2B5EF4-FFF2-40B4-BE49-F238E27FC236}">
                <a16:creationId xmlns:a16="http://schemas.microsoft.com/office/drawing/2014/main" id="{0782F46C-04FE-4953-8BCC-D626277DAACC}"/>
              </a:ext>
            </a:extLst>
          </p:cNvPr>
          <p:cNvSpPr>
            <a:spLocks xmlns:a="http://schemas.openxmlformats.org/drawingml/2006/main" noGrp="1"/>
          </p:cNvSpPr>
          <p:nvPr/>
        </p:nvSpPr>
        <p:spPr>
          <a:xfrm xmlns:a="http://schemas.openxmlformats.org/drawingml/2006/main">
            <a:off x="6191250" y="2693194"/>
            <a:ext cx="1009650" cy="953"/>
          </a:xfrm>
          <a:custGeom xmlns:a="http://schemas.openxmlformats.org/drawingml/2006/main">
            <a:pathLst>
              <a:path w="1009650" h="953">
                <a:moveTo>
                  <a:pt x="0" y="0"/>
                </a:moveTo>
                <a:lnTo>
                  <a:pt x="1009650" y="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32" name="label-76">
            <a:extLst xmlns:a="http://schemas.openxmlformats.org/drawingml/2006/main">
              <a:ext uri="{FF2B5EF4-FFF2-40B4-BE49-F238E27FC236}">
                <a16:creationId xmlns:a16="http://schemas.microsoft.com/office/drawing/2014/main" id="{D6AD19CF-F0EF-4AA9-8FF1-DBF878093DEF}"/>
              </a:ext>
            </a:extLst>
          </p:cNvPr>
          <p:cNvSpPr>
            <a:spLocks xmlns:a="http://schemas.openxmlformats.org/drawingml/2006/main" noGrp="1"/>
          </p:cNvSpPr>
          <p:nvPr/>
        </p:nvSpPr>
        <p:spPr>
          <a:xfrm xmlns:a="http://schemas.openxmlformats.org/drawingml/2006/main">
            <a:off x="6229350" y="2219325"/>
            <a:ext cx="9334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1674D1"/>
                </a:solidFill>
                <a:latin typeface="DejaVu Sans"/>
                <a:ea typeface="DejaVu Sans"/>
                <a:cs typeface="DejaVu Sans"/>
              </a:defRPr>
            </a:defPPr>
            <a:lvl1pPr algn="ctr">
              <a:defRPr sz="1725" b="1">
                <a:solidFill>
                  <a:srgbClr val="1674D1"/>
                </a:solidFill>
                <a:latin typeface="DejaVu Sans"/>
                <a:ea typeface="DejaVu Sans"/>
                <a:cs typeface="DejaVu Sans"/>
              </a:defRPr>
            </a:lvl1pPr>
            <a:lvl2pPr algn="ctr">
              <a:defRPr sz="1725" b="1">
                <a:solidFill>
                  <a:srgbClr val="1674D1"/>
                </a:solidFill>
                <a:latin typeface="DejaVu Sans"/>
                <a:ea typeface="DejaVu Sans"/>
                <a:cs typeface="DejaVu Sans"/>
              </a:defRPr>
            </a:lvl2pPr>
            <a:lvl3pPr algn="ctr">
              <a:defRPr sz="1725" b="1">
                <a:solidFill>
                  <a:srgbClr val="1674D1"/>
                </a:solidFill>
                <a:latin typeface="DejaVu Sans"/>
                <a:ea typeface="DejaVu Sans"/>
                <a:cs typeface="DejaVu Sans"/>
              </a:defRPr>
            </a:lvl3pPr>
            <a:lvl4pPr algn="ctr">
              <a:defRPr sz="1725" b="1">
                <a:solidFill>
                  <a:srgbClr val="1674D1"/>
                </a:solidFill>
                <a:latin typeface="DejaVu Sans"/>
                <a:ea typeface="DejaVu Sans"/>
                <a:cs typeface="DejaVu Sans"/>
              </a:defRPr>
            </a:lvl4pPr>
            <a:lvl5pPr algn="ctr">
              <a:defRPr sz="1725" b="1">
                <a:solidFill>
                  <a:srgbClr val="1674D1"/>
                </a:solidFill>
                <a:latin typeface="DejaVu Sans"/>
                <a:ea typeface="DejaVu Sans"/>
                <a:cs typeface="DejaVu Sans"/>
              </a:defRPr>
            </a:lvl5pPr>
            <a:lvl6pPr algn="ctr">
              <a:defRPr sz="1725" b="1">
                <a:solidFill>
                  <a:srgbClr val="1674D1"/>
                </a:solidFill>
                <a:latin typeface="DejaVu Sans"/>
                <a:ea typeface="DejaVu Sans"/>
                <a:cs typeface="DejaVu Sans"/>
              </a:defRPr>
            </a:lvl6pPr>
            <a:lvl7pPr algn="ctr">
              <a:defRPr sz="1725" b="1">
                <a:solidFill>
                  <a:srgbClr val="1674D1"/>
                </a:solidFill>
                <a:latin typeface="DejaVu Sans"/>
                <a:ea typeface="DejaVu Sans"/>
                <a:cs typeface="DejaVu Sans"/>
              </a:defRPr>
            </a:lvl7pPr>
            <a:lvl8pPr algn="ctr">
              <a:defRPr sz="1725" b="1">
                <a:solidFill>
                  <a:srgbClr val="1674D1"/>
                </a:solidFill>
                <a:latin typeface="DejaVu Sans"/>
                <a:ea typeface="DejaVu Sans"/>
                <a:cs typeface="DejaVu Sans"/>
              </a:defRPr>
            </a:lvl8pPr>
            <a:lvl9pPr algn="ctr">
              <a:defRPr sz="1725" b="1">
                <a:solidFill>
                  <a:srgbClr val="1674D1"/>
                </a:solidFill>
                <a:latin typeface="DejaVu Sans"/>
                <a:ea typeface="DejaVu Sans"/>
                <a:cs typeface="DejaVu Sans"/>
              </a:defRPr>
            </a:lvl9pPr>
          </a:lstStyle>
          <a:p xmlns:a="http://schemas.openxmlformats.org/drawingml/2006/main">
            <a:pPr algn="ctr">
              <a:defRPr sz="1725" b="1">
                <a:solidFill>
                  <a:srgbClr val="1674D1"/>
                </a:solidFill>
                <a:latin typeface="DejaVu Sans"/>
                <a:ea typeface="DejaVu Sans"/>
                <a:cs typeface="DejaVu Sans"/>
              </a:defRPr>
            </a:pPr>
            <a:r>
              <a:rPr sz="1725" b="1">
                <a:solidFill>
                  <a:srgbClr val="1674D1"/>
                </a:solidFill>
                <a:latin typeface="DejaVu Sans"/>
                <a:ea typeface="DejaVu Sans"/>
                <a:cs typeface="DejaVu Sans"/>
              </a:rPr>
              <a:t>80</a:t>
            </a:r>
          </a:p>
        </p:txBody>
      </p:sp>
      <p:sp>
        <p:nvSpPr>
          <p:cNvPr id="33" name="label-77">
            <a:extLst xmlns:a="http://schemas.openxmlformats.org/drawingml/2006/main">
              <a:ext uri="{FF2B5EF4-FFF2-40B4-BE49-F238E27FC236}">
                <a16:creationId xmlns:a16="http://schemas.microsoft.com/office/drawing/2014/main" id="{75CC834A-B861-47A5-8F63-F7001AD0663C}"/>
              </a:ext>
            </a:extLst>
          </p:cNvPr>
          <p:cNvSpPr>
            <a:spLocks xmlns:a="http://schemas.openxmlformats.org/drawingml/2006/main" noGrp="1"/>
          </p:cNvSpPr>
          <p:nvPr/>
        </p:nvSpPr>
        <p:spPr>
          <a:xfrm xmlns:a="http://schemas.openxmlformats.org/drawingml/2006/main">
            <a:off x="6000750" y="3009900"/>
            <a:ext cx="1390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1674D1"/>
                </a:solidFill>
                <a:latin typeface="DejaVu Sans"/>
                <a:ea typeface="DejaVu Sans"/>
                <a:cs typeface="DejaVu Sans"/>
              </a:defRPr>
            </a:defPPr>
            <a:lvl1pPr algn="ctr">
              <a:defRPr sz="1500" b="0">
                <a:solidFill>
                  <a:srgbClr val="1674D1"/>
                </a:solidFill>
                <a:latin typeface="DejaVu Sans"/>
                <a:ea typeface="DejaVu Sans"/>
                <a:cs typeface="DejaVu Sans"/>
              </a:defRPr>
            </a:lvl1pPr>
            <a:lvl2pPr algn="ctr">
              <a:defRPr sz="1500" b="0">
                <a:solidFill>
                  <a:srgbClr val="1674D1"/>
                </a:solidFill>
                <a:latin typeface="DejaVu Sans"/>
                <a:ea typeface="DejaVu Sans"/>
                <a:cs typeface="DejaVu Sans"/>
              </a:defRPr>
            </a:lvl2pPr>
            <a:lvl3pPr algn="ctr">
              <a:defRPr sz="1500" b="0">
                <a:solidFill>
                  <a:srgbClr val="1674D1"/>
                </a:solidFill>
                <a:latin typeface="DejaVu Sans"/>
                <a:ea typeface="DejaVu Sans"/>
                <a:cs typeface="DejaVu Sans"/>
              </a:defRPr>
            </a:lvl3pPr>
            <a:lvl4pPr algn="ctr">
              <a:defRPr sz="1500" b="0">
                <a:solidFill>
                  <a:srgbClr val="1674D1"/>
                </a:solidFill>
                <a:latin typeface="DejaVu Sans"/>
                <a:ea typeface="DejaVu Sans"/>
                <a:cs typeface="DejaVu Sans"/>
              </a:defRPr>
            </a:lvl4pPr>
            <a:lvl5pPr algn="ctr">
              <a:defRPr sz="1500" b="0">
                <a:solidFill>
                  <a:srgbClr val="1674D1"/>
                </a:solidFill>
                <a:latin typeface="DejaVu Sans"/>
                <a:ea typeface="DejaVu Sans"/>
                <a:cs typeface="DejaVu Sans"/>
              </a:defRPr>
            </a:lvl5pPr>
            <a:lvl6pPr algn="ctr">
              <a:defRPr sz="1500" b="0">
                <a:solidFill>
                  <a:srgbClr val="1674D1"/>
                </a:solidFill>
                <a:latin typeface="DejaVu Sans"/>
                <a:ea typeface="DejaVu Sans"/>
                <a:cs typeface="DejaVu Sans"/>
              </a:defRPr>
            </a:lvl6pPr>
            <a:lvl7pPr algn="ctr">
              <a:defRPr sz="1500" b="0">
                <a:solidFill>
                  <a:srgbClr val="1674D1"/>
                </a:solidFill>
                <a:latin typeface="DejaVu Sans"/>
                <a:ea typeface="DejaVu Sans"/>
                <a:cs typeface="DejaVu Sans"/>
              </a:defRPr>
            </a:lvl7pPr>
            <a:lvl8pPr algn="ctr">
              <a:defRPr sz="1500" b="0">
                <a:solidFill>
                  <a:srgbClr val="1674D1"/>
                </a:solidFill>
                <a:latin typeface="DejaVu Sans"/>
                <a:ea typeface="DejaVu Sans"/>
                <a:cs typeface="DejaVu Sans"/>
              </a:defRPr>
            </a:lvl8pPr>
            <a:lvl9pPr algn="ctr">
              <a:defRPr sz="1500" b="0">
                <a:solidFill>
                  <a:srgbClr val="1674D1"/>
                </a:solidFill>
                <a:latin typeface="DejaVu Sans"/>
                <a:ea typeface="DejaVu Sans"/>
                <a:cs typeface="DejaVu Sans"/>
              </a:defRPr>
            </a:lvl9pPr>
          </a:lstStyle>
          <a:p xmlns:a="http://schemas.openxmlformats.org/drawingml/2006/main">
            <a:pPr algn="ctr">
              <a:defRPr sz="1500" b="0">
                <a:solidFill>
                  <a:srgbClr val="1674D1"/>
                </a:solidFill>
                <a:latin typeface="DejaVu Sans"/>
                <a:ea typeface="DejaVu Sans"/>
                <a:cs typeface="DejaVu Sans"/>
              </a:defRPr>
            </a:pPr>
            <a:r>
              <a:rPr sz="1500" b="0">
                <a:solidFill>
                  <a:srgbClr val="1674D1"/>
                </a:solidFill>
                <a:latin typeface="DejaVu Sans"/>
                <a:ea typeface="DejaVu Sans"/>
                <a:cs typeface="DejaVu Sans"/>
              </a:rPr>
              <a:t>180 × 180</a:t>
            </a:r>
          </a:p>
        </p:txBody>
      </p:sp>
      <p:sp>
        <p:nvSpPr>
          <p:cNvPr id="34" name="path-78">
            <a:extLst xmlns:a="http://schemas.openxmlformats.org/drawingml/2006/main">
              <a:ext uri="{FF2B5EF4-FFF2-40B4-BE49-F238E27FC236}">
                <a16:creationId xmlns:a16="http://schemas.microsoft.com/office/drawing/2014/main" id="{7EA247EF-1E95-4CA7-A98F-DE0E2E0F4A42}"/>
              </a:ext>
            </a:extLst>
          </p:cNvPr>
          <p:cNvSpPr>
            <a:spLocks xmlns:a="http://schemas.openxmlformats.org/drawingml/2006/main" noGrp="1"/>
          </p:cNvSpPr>
          <p:nvPr/>
        </p:nvSpPr>
        <p:spPr>
          <a:xfrm xmlns:a="http://schemas.openxmlformats.org/drawingml/2006/main">
            <a:off x="5600700" y="2476500"/>
            <a:ext cx="552450" cy="953"/>
          </a:xfrm>
          <a:custGeom xmlns:a="http://schemas.openxmlformats.org/drawingml/2006/main">
            <a:pathLst>
              <a:path w="552450" h="953">
                <a:moveTo>
                  <a:pt x="0" y="0"/>
                </a:moveTo>
                <a:lnTo>
                  <a:pt x="552450" y="0"/>
                </a:lnTo>
              </a:path>
            </a:pathLst>
          </a:custGeom>
          <a:noFill xmlns:a="http://schemas.openxmlformats.org/drawingml/2006/main"/>
          <a:ln xmlns:a="http://schemas.openxmlformats.org/drawingml/2006/main" w="22860">
            <a:solidFill>
              <a:srgbClr val="1674D1"/>
            </a:solidFill>
            <a:prstDash val="solid"/>
          </a:ln>
        </p:spPr>
      </p:sp>
      <p:sp>
        <p:nvSpPr>
          <p:cNvPr id="35" name="path-79">
            <a:extLst xmlns:a="http://schemas.openxmlformats.org/drawingml/2006/main">
              <a:ext uri="{FF2B5EF4-FFF2-40B4-BE49-F238E27FC236}">
                <a16:creationId xmlns:a16="http://schemas.microsoft.com/office/drawing/2014/main" id="{23BC5DE0-7956-4D31-8F48-B485246B5248}"/>
              </a:ext>
            </a:extLst>
          </p:cNvPr>
          <p:cNvSpPr>
            <a:spLocks xmlns:a="http://schemas.openxmlformats.org/drawingml/2006/main" noGrp="1"/>
          </p:cNvSpPr>
          <p:nvPr/>
        </p:nvSpPr>
        <p:spPr>
          <a:xfrm xmlns:a="http://schemas.openxmlformats.org/drawingml/2006/main">
            <a:off x="6057900" y="2432685"/>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1674D1"/>
          </a:solidFill>
          <a:ln xmlns:a="http://schemas.openxmlformats.org/drawingml/2006/main" w="0">
            <a:solidFill>
              <a:srgbClr val="1674D1"/>
            </a:solidFill>
            <a:prstDash val="solid"/>
          </a:ln>
        </p:spPr>
      </p:sp>
      <p:sp>
        <p:nvSpPr>
          <p:cNvPr id="36" name="label-80">
            <a:extLst xmlns:a="http://schemas.openxmlformats.org/drawingml/2006/main">
              <a:ext uri="{FF2B5EF4-FFF2-40B4-BE49-F238E27FC236}">
                <a16:creationId xmlns:a16="http://schemas.microsoft.com/office/drawing/2014/main" id="{981DF2AB-31EF-47BC-A792-D1154527908F}"/>
              </a:ext>
            </a:extLst>
          </p:cNvPr>
          <p:cNvSpPr>
            <a:spLocks xmlns:a="http://schemas.openxmlformats.org/drawingml/2006/main" noGrp="1"/>
          </p:cNvSpPr>
          <p:nvPr/>
        </p:nvSpPr>
        <p:spPr>
          <a:xfrm xmlns:a="http://schemas.openxmlformats.org/drawingml/2006/main">
            <a:off x="533400" y="3676650"/>
            <a:ext cx="4572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C86A1B"/>
                </a:solidFill>
                <a:latin typeface="DejaVu Sans"/>
                <a:ea typeface="DejaVu Sans"/>
                <a:cs typeface="DejaVu Sans"/>
              </a:defRPr>
            </a:defPPr>
            <a:lvl1pPr algn="l">
              <a:defRPr sz="1950" b="1">
                <a:solidFill>
                  <a:srgbClr val="C86A1B"/>
                </a:solidFill>
                <a:latin typeface="DejaVu Sans"/>
                <a:ea typeface="DejaVu Sans"/>
                <a:cs typeface="DejaVu Sans"/>
              </a:defRPr>
            </a:lvl1pPr>
            <a:lvl2pPr algn="l">
              <a:defRPr sz="1950" b="1">
                <a:solidFill>
                  <a:srgbClr val="C86A1B"/>
                </a:solidFill>
                <a:latin typeface="DejaVu Sans"/>
                <a:ea typeface="DejaVu Sans"/>
                <a:cs typeface="DejaVu Sans"/>
              </a:defRPr>
            </a:lvl2pPr>
            <a:lvl3pPr algn="l">
              <a:defRPr sz="1950" b="1">
                <a:solidFill>
                  <a:srgbClr val="C86A1B"/>
                </a:solidFill>
                <a:latin typeface="DejaVu Sans"/>
                <a:ea typeface="DejaVu Sans"/>
                <a:cs typeface="DejaVu Sans"/>
              </a:defRPr>
            </a:lvl3pPr>
            <a:lvl4pPr algn="l">
              <a:defRPr sz="1950" b="1">
                <a:solidFill>
                  <a:srgbClr val="C86A1B"/>
                </a:solidFill>
                <a:latin typeface="DejaVu Sans"/>
                <a:ea typeface="DejaVu Sans"/>
                <a:cs typeface="DejaVu Sans"/>
              </a:defRPr>
            </a:lvl4pPr>
            <a:lvl5pPr algn="l">
              <a:defRPr sz="1950" b="1">
                <a:solidFill>
                  <a:srgbClr val="C86A1B"/>
                </a:solidFill>
                <a:latin typeface="DejaVu Sans"/>
                <a:ea typeface="DejaVu Sans"/>
                <a:cs typeface="DejaVu Sans"/>
              </a:defRPr>
            </a:lvl5pPr>
            <a:lvl6pPr algn="l">
              <a:defRPr sz="1950" b="1">
                <a:solidFill>
                  <a:srgbClr val="C86A1B"/>
                </a:solidFill>
                <a:latin typeface="DejaVu Sans"/>
                <a:ea typeface="DejaVu Sans"/>
                <a:cs typeface="DejaVu Sans"/>
              </a:defRPr>
            </a:lvl6pPr>
            <a:lvl7pPr algn="l">
              <a:defRPr sz="1950" b="1">
                <a:solidFill>
                  <a:srgbClr val="C86A1B"/>
                </a:solidFill>
                <a:latin typeface="DejaVu Sans"/>
                <a:ea typeface="DejaVu Sans"/>
                <a:cs typeface="DejaVu Sans"/>
              </a:defRPr>
            </a:lvl7pPr>
            <a:lvl8pPr algn="l">
              <a:defRPr sz="1950" b="1">
                <a:solidFill>
                  <a:srgbClr val="C86A1B"/>
                </a:solidFill>
                <a:latin typeface="DejaVu Sans"/>
                <a:ea typeface="DejaVu Sans"/>
                <a:cs typeface="DejaVu Sans"/>
              </a:defRPr>
            </a:lvl8pPr>
            <a:lvl9pPr algn="l">
              <a:defRPr sz="1950" b="1">
                <a:solidFill>
                  <a:srgbClr val="C86A1B"/>
                </a:solidFill>
                <a:latin typeface="DejaVu Sans"/>
                <a:ea typeface="DejaVu Sans"/>
                <a:cs typeface="DejaVu Sans"/>
              </a:defRPr>
            </a:lvl9pPr>
          </a:lstStyle>
          <a:p xmlns:a="http://schemas.openxmlformats.org/drawingml/2006/main">
            <a:pPr algn="l">
              <a:defRPr sz="1950" b="1">
                <a:solidFill>
                  <a:srgbClr val="C86A1B"/>
                </a:solidFill>
                <a:latin typeface="DejaVu Sans"/>
                <a:ea typeface="DejaVu Sans"/>
                <a:cs typeface="DejaVu Sans"/>
              </a:defRPr>
            </a:pPr>
            <a:r>
              <a:rPr sz="1950" b="1">
                <a:solidFill>
                  <a:srgbClr val="C86A1B"/>
                </a:solidFill>
                <a:latin typeface="DejaVu Sans"/>
                <a:ea typeface="DejaVu Sans"/>
                <a:cs typeface="DejaVu Sans"/>
              </a:rPr>
              <a:t>LiDAR branch</a:t>
            </a:r>
          </a:p>
        </p:txBody>
      </p:sp>
      <p:sp>
        <p:nvSpPr>
          <p:cNvPr id="37" name="path-81">
            <a:extLst xmlns:a="http://schemas.openxmlformats.org/drawingml/2006/main">
              <a:ext uri="{FF2B5EF4-FFF2-40B4-BE49-F238E27FC236}">
                <a16:creationId xmlns:a16="http://schemas.microsoft.com/office/drawing/2014/main" id="{75583EF5-4836-4B8A-B770-B8FC99777FDD}"/>
              </a:ext>
            </a:extLst>
          </p:cNvPr>
          <p:cNvSpPr>
            <a:spLocks xmlns:a="http://schemas.openxmlformats.org/drawingml/2006/main" noGrp="1"/>
          </p:cNvSpPr>
          <p:nvPr/>
        </p:nvSpPr>
        <p:spPr>
          <a:xfrm xmlns:a="http://schemas.openxmlformats.org/drawingml/2006/main">
            <a:off x="552450" y="4276725"/>
            <a:ext cx="1009650" cy="114300"/>
          </a:xfrm>
          <a:custGeom xmlns:a="http://schemas.openxmlformats.org/drawingml/2006/main">
            <a:pathLst>
              <a:path w="1009650" h="114300">
                <a:moveTo>
                  <a:pt x="0" y="114300"/>
                </a:moveTo>
                <a:lnTo>
                  <a:pt x="114300" y="0"/>
                </a:lnTo>
                <a:lnTo>
                  <a:pt x="1009650" y="0"/>
                </a:lnTo>
                <a:lnTo>
                  <a:pt x="895350" y="114300"/>
                </a:lnTo>
                <a:close/>
              </a:path>
            </a:pathLst>
          </a:custGeom>
          <a:solidFill xmlns:a="http://schemas.openxmlformats.org/drawingml/2006/main">
            <a:srgbClr val="C86A1B">
              <a:lumMod val="35000"/>
              <a:lumOff val="65000"/>
            </a:srgbClr>
          </a:solidFill>
          <a:ln xmlns:a="http://schemas.openxmlformats.org/drawingml/2006/main" w="13335">
            <a:solidFill>
              <a:srgbClr val="C86A1B"/>
            </a:solidFill>
            <a:prstDash val="solid"/>
          </a:ln>
        </p:spPr>
      </p:sp>
      <p:sp>
        <p:nvSpPr>
          <p:cNvPr id="38" name="path-82">
            <a:extLst xmlns:a="http://schemas.openxmlformats.org/drawingml/2006/main">
              <a:ext uri="{FF2B5EF4-FFF2-40B4-BE49-F238E27FC236}">
                <a16:creationId xmlns:a16="http://schemas.microsoft.com/office/drawing/2014/main" id="{9C7E1A30-861D-49C7-9970-F8FA76809730}"/>
              </a:ext>
            </a:extLst>
          </p:cNvPr>
          <p:cNvSpPr>
            <a:spLocks xmlns:a="http://schemas.openxmlformats.org/drawingml/2006/main" noGrp="1"/>
          </p:cNvSpPr>
          <p:nvPr/>
        </p:nvSpPr>
        <p:spPr>
          <a:xfrm xmlns:a="http://schemas.openxmlformats.org/drawingml/2006/main">
            <a:off x="1447800" y="4276725"/>
            <a:ext cx="114300" cy="800100"/>
          </a:xfrm>
          <a:custGeom xmlns:a="http://schemas.openxmlformats.org/drawingml/2006/main">
            <a:pathLst>
              <a:path w="114300" h="800100">
                <a:moveTo>
                  <a:pt x="0" y="114300"/>
                </a:moveTo>
                <a:lnTo>
                  <a:pt x="114300" y="0"/>
                </a:lnTo>
                <a:lnTo>
                  <a:pt x="114300" y="685800"/>
                </a:lnTo>
                <a:lnTo>
                  <a:pt x="0" y="800100"/>
                </a:lnTo>
                <a:close/>
              </a:path>
            </a:pathLst>
          </a:custGeom>
          <a:solidFill xmlns:a="http://schemas.openxmlformats.org/drawingml/2006/main">
            <a:srgbClr val="C86A1B">
              <a:lumMod val="65000"/>
              <a:lumOff val="35000"/>
            </a:srgbClr>
          </a:solidFill>
          <a:ln xmlns:a="http://schemas.openxmlformats.org/drawingml/2006/main" w="13335">
            <a:solidFill>
              <a:srgbClr val="C86A1B"/>
            </a:solidFill>
            <a:prstDash val="solid"/>
          </a:ln>
        </p:spPr>
      </p:sp>
      <p:sp>
        <p:nvSpPr>
          <p:cNvPr id="39" name="shape-83">
            <a:extLst xmlns:a="http://schemas.openxmlformats.org/drawingml/2006/main">
              <a:ext uri="{FF2B5EF4-FFF2-40B4-BE49-F238E27FC236}">
                <a16:creationId xmlns:a16="http://schemas.microsoft.com/office/drawing/2014/main" id="{06E1168C-47E0-4C55-9794-4B9691783926}"/>
              </a:ext>
            </a:extLst>
          </p:cNvPr>
          <p:cNvSpPr>
            <a:spLocks xmlns:a="http://schemas.openxmlformats.org/drawingml/2006/main" noGrp="1"/>
          </p:cNvSpPr>
          <p:nvPr/>
        </p:nvSpPr>
        <p:spPr>
          <a:xfrm xmlns:a="http://schemas.openxmlformats.org/drawingml/2006/main" rot="0">
            <a:off x="552450" y="4391025"/>
            <a:ext cx="895350" cy="685800"/>
          </a:xfrm>
          <a:prstGeom xmlns:a="http://schemas.openxmlformats.org/drawingml/2006/main" prst="rect">
            <a:avLst/>
          </a:prstGeom>
          <a:solidFill xmlns:a="http://schemas.openxmlformats.org/drawingml/2006/main">
            <a:srgbClr val="C86A1B">
              <a:lumMod val="18000"/>
              <a:lumOff val="82000"/>
            </a:srgbClr>
          </a:solidFill>
          <a:ln xmlns:a="http://schemas.openxmlformats.org/drawingml/2006/main" w="15240">
            <a:solidFill>
              <a:srgbClr val="C86A1B"/>
            </a:solidFill>
            <a:prstDash val="solid"/>
          </a:ln>
        </p:spPr>
      </p:sp>
      <p:sp>
        <p:nvSpPr>
          <p:cNvPr id="40" name="path-84">
            <a:extLst xmlns:a="http://schemas.openxmlformats.org/drawingml/2006/main">
              <a:ext uri="{FF2B5EF4-FFF2-40B4-BE49-F238E27FC236}">
                <a16:creationId xmlns:a16="http://schemas.microsoft.com/office/drawing/2014/main" id="{37B3664B-F4E7-48CC-85F4-0A568BABD37B}"/>
              </a:ext>
            </a:extLst>
          </p:cNvPr>
          <p:cNvSpPr>
            <a:spLocks xmlns:a="http://schemas.openxmlformats.org/drawingml/2006/main" noGrp="1"/>
          </p:cNvSpPr>
          <p:nvPr/>
        </p:nvSpPr>
        <p:spPr>
          <a:xfrm xmlns:a="http://schemas.openxmlformats.org/drawingml/2006/main">
            <a:off x="776288" y="4391025"/>
            <a:ext cx="953" cy="685800"/>
          </a:xfrm>
          <a:custGeom xmlns:a="http://schemas.openxmlformats.org/drawingml/2006/main">
            <a:pathLst>
              <a:path w="953" h="685800">
                <a:moveTo>
                  <a:pt x="0" y="0"/>
                </a:moveTo>
                <a:lnTo>
                  <a:pt x="0" y="685800"/>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41" name="path-85">
            <a:extLst xmlns:a="http://schemas.openxmlformats.org/drawingml/2006/main">
              <a:ext uri="{FF2B5EF4-FFF2-40B4-BE49-F238E27FC236}">
                <a16:creationId xmlns:a16="http://schemas.microsoft.com/office/drawing/2014/main" id="{2A10D2AF-68C8-4F19-B394-9ACC7B3A5C31}"/>
              </a:ext>
            </a:extLst>
          </p:cNvPr>
          <p:cNvSpPr>
            <a:spLocks xmlns:a="http://schemas.openxmlformats.org/drawingml/2006/main" noGrp="1"/>
          </p:cNvSpPr>
          <p:nvPr/>
        </p:nvSpPr>
        <p:spPr>
          <a:xfrm xmlns:a="http://schemas.openxmlformats.org/drawingml/2006/main">
            <a:off x="1000125" y="4391025"/>
            <a:ext cx="953" cy="685800"/>
          </a:xfrm>
          <a:custGeom xmlns:a="http://schemas.openxmlformats.org/drawingml/2006/main">
            <a:pathLst>
              <a:path w="953" h="685800">
                <a:moveTo>
                  <a:pt x="0" y="0"/>
                </a:moveTo>
                <a:lnTo>
                  <a:pt x="0" y="685800"/>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42" name="path-86">
            <a:extLst xmlns:a="http://schemas.openxmlformats.org/drawingml/2006/main">
              <a:ext uri="{FF2B5EF4-FFF2-40B4-BE49-F238E27FC236}">
                <a16:creationId xmlns:a16="http://schemas.microsoft.com/office/drawing/2014/main" id="{EDD94EFE-54AE-40AE-8AC3-58DCA1C97127}"/>
              </a:ext>
            </a:extLst>
          </p:cNvPr>
          <p:cNvSpPr>
            <a:spLocks xmlns:a="http://schemas.openxmlformats.org/drawingml/2006/main" noGrp="1"/>
          </p:cNvSpPr>
          <p:nvPr/>
        </p:nvSpPr>
        <p:spPr>
          <a:xfrm xmlns:a="http://schemas.openxmlformats.org/drawingml/2006/main">
            <a:off x="1223963" y="4391025"/>
            <a:ext cx="953" cy="685800"/>
          </a:xfrm>
          <a:custGeom xmlns:a="http://schemas.openxmlformats.org/drawingml/2006/main">
            <a:pathLst>
              <a:path w="953" h="685800">
                <a:moveTo>
                  <a:pt x="0" y="0"/>
                </a:moveTo>
                <a:lnTo>
                  <a:pt x="0" y="685800"/>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43" name="path-87">
            <a:extLst xmlns:a="http://schemas.openxmlformats.org/drawingml/2006/main">
              <a:ext uri="{FF2B5EF4-FFF2-40B4-BE49-F238E27FC236}">
                <a16:creationId xmlns:a16="http://schemas.microsoft.com/office/drawing/2014/main" id="{D247502B-41DC-4AD2-A77A-448E633B2BB5}"/>
              </a:ext>
            </a:extLst>
          </p:cNvPr>
          <p:cNvSpPr>
            <a:spLocks xmlns:a="http://schemas.openxmlformats.org/drawingml/2006/main" noGrp="1"/>
          </p:cNvSpPr>
          <p:nvPr/>
        </p:nvSpPr>
        <p:spPr>
          <a:xfrm xmlns:a="http://schemas.openxmlformats.org/drawingml/2006/main">
            <a:off x="552450" y="4562475"/>
            <a:ext cx="895350" cy="953"/>
          </a:xfrm>
          <a:custGeom xmlns:a="http://schemas.openxmlformats.org/drawingml/2006/main">
            <a:pathLst>
              <a:path w="895350" h="953">
                <a:moveTo>
                  <a:pt x="0" y="0"/>
                </a:moveTo>
                <a:lnTo>
                  <a:pt x="895350" y="0"/>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44" name="path-88">
            <a:extLst xmlns:a="http://schemas.openxmlformats.org/drawingml/2006/main">
              <a:ext uri="{FF2B5EF4-FFF2-40B4-BE49-F238E27FC236}">
                <a16:creationId xmlns:a16="http://schemas.microsoft.com/office/drawing/2014/main" id="{B38AA648-79A0-4F8B-BCF6-27E831B80E00}"/>
              </a:ext>
            </a:extLst>
          </p:cNvPr>
          <p:cNvSpPr>
            <a:spLocks xmlns:a="http://schemas.openxmlformats.org/drawingml/2006/main" noGrp="1"/>
          </p:cNvSpPr>
          <p:nvPr/>
        </p:nvSpPr>
        <p:spPr>
          <a:xfrm xmlns:a="http://schemas.openxmlformats.org/drawingml/2006/main">
            <a:off x="552450" y="4733925"/>
            <a:ext cx="895350" cy="953"/>
          </a:xfrm>
          <a:custGeom xmlns:a="http://schemas.openxmlformats.org/drawingml/2006/main">
            <a:pathLst>
              <a:path w="895350" h="953">
                <a:moveTo>
                  <a:pt x="0" y="0"/>
                </a:moveTo>
                <a:lnTo>
                  <a:pt x="895350" y="0"/>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45" name="path-89">
            <a:extLst xmlns:a="http://schemas.openxmlformats.org/drawingml/2006/main">
              <a:ext uri="{FF2B5EF4-FFF2-40B4-BE49-F238E27FC236}">
                <a16:creationId xmlns:a16="http://schemas.microsoft.com/office/drawing/2014/main" id="{822FB0FE-CE4D-4D48-BD7D-48A29332BFF0}"/>
              </a:ext>
            </a:extLst>
          </p:cNvPr>
          <p:cNvSpPr>
            <a:spLocks xmlns:a="http://schemas.openxmlformats.org/drawingml/2006/main" noGrp="1"/>
          </p:cNvSpPr>
          <p:nvPr/>
        </p:nvSpPr>
        <p:spPr>
          <a:xfrm xmlns:a="http://schemas.openxmlformats.org/drawingml/2006/main">
            <a:off x="552450" y="4905375"/>
            <a:ext cx="895350" cy="953"/>
          </a:xfrm>
          <a:custGeom xmlns:a="http://schemas.openxmlformats.org/drawingml/2006/main">
            <a:pathLst>
              <a:path w="895350" h="953">
                <a:moveTo>
                  <a:pt x="0" y="0"/>
                </a:moveTo>
                <a:lnTo>
                  <a:pt x="895350" y="0"/>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46" name="label-90">
            <a:extLst xmlns:a="http://schemas.openxmlformats.org/drawingml/2006/main">
              <a:ext uri="{FF2B5EF4-FFF2-40B4-BE49-F238E27FC236}">
                <a16:creationId xmlns:a16="http://schemas.microsoft.com/office/drawing/2014/main" id="{9E5C23B0-6107-4847-9B2F-31A4F6A8A65C}"/>
              </a:ext>
            </a:extLst>
          </p:cNvPr>
          <p:cNvSpPr>
            <a:spLocks xmlns:a="http://schemas.openxmlformats.org/drawingml/2006/main" noGrp="1"/>
          </p:cNvSpPr>
          <p:nvPr/>
        </p:nvSpPr>
        <p:spPr>
          <a:xfrm xmlns:a="http://schemas.openxmlformats.org/drawingml/2006/main">
            <a:off x="590550" y="4467225"/>
            <a:ext cx="8191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C86A1B"/>
                </a:solidFill>
                <a:latin typeface="DejaVu Sans"/>
                <a:ea typeface="DejaVu Sans"/>
                <a:cs typeface="DejaVu Sans"/>
              </a:defRPr>
            </a:defPPr>
            <a:lvl1pPr algn="ctr">
              <a:defRPr sz="1725" b="1">
                <a:solidFill>
                  <a:srgbClr val="C86A1B"/>
                </a:solidFill>
                <a:latin typeface="DejaVu Sans"/>
                <a:ea typeface="DejaVu Sans"/>
                <a:cs typeface="DejaVu Sans"/>
              </a:defRPr>
            </a:lvl1pPr>
            <a:lvl2pPr algn="ctr">
              <a:defRPr sz="1725" b="1">
                <a:solidFill>
                  <a:srgbClr val="C86A1B"/>
                </a:solidFill>
                <a:latin typeface="DejaVu Sans"/>
                <a:ea typeface="DejaVu Sans"/>
                <a:cs typeface="DejaVu Sans"/>
              </a:defRPr>
            </a:lvl2pPr>
            <a:lvl3pPr algn="ctr">
              <a:defRPr sz="1725" b="1">
                <a:solidFill>
                  <a:srgbClr val="C86A1B"/>
                </a:solidFill>
                <a:latin typeface="DejaVu Sans"/>
                <a:ea typeface="DejaVu Sans"/>
                <a:cs typeface="DejaVu Sans"/>
              </a:defRPr>
            </a:lvl3pPr>
            <a:lvl4pPr algn="ctr">
              <a:defRPr sz="1725" b="1">
                <a:solidFill>
                  <a:srgbClr val="C86A1B"/>
                </a:solidFill>
                <a:latin typeface="DejaVu Sans"/>
                <a:ea typeface="DejaVu Sans"/>
                <a:cs typeface="DejaVu Sans"/>
              </a:defRPr>
            </a:lvl4pPr>
            <a:lvl5pPr algn="ctr">
              <a:defRPr sz="1725" b="1">
                <a:solidFill>
                  <a:srgbClr val="C86A1B"/>
                </a:solidFill>
                <a:latin typeface="DejaVu Sans"/>
                <a:ea typeface="DejaVu Sans"/>
                <a:cs typeface="DejaVu Sans"/>
              </a:defRPr>
            </a:lvl5pPr>
            <a:lvl6pPr algn="ctr">
              <a:defRPr sz="1725" b="1">
                <a:solidFill>
                  <a:srgbClr val="C86A1B"/>
                </a:solidFill>
                <a:latin typeface="DejaVu Sans"/>
                <a:ea typeface="DejaVu Sans"/>
                <a:cs typeface="DejaVu Sans"/>
              </a:defRPr>
            </a:lvl6pPr>
            <a:lvl7pPr algn="ctr">
              <a:defRPr sz="1725" b="1">
                <a:solidFill>
                  <a:srgbClr val="C86A1B"/>
                </a:solidFill>
                <a:latin typeface="DejaVu Sans"/>
                <a:ea typeface="DejaVu Sans"/>
                <a:cs typeface="DejaVu Sans"/>
              </a:defRPr>
            </a:lvl7pPr>
            <a:lvl8pPr algn="ctr">
              <a:defRPr sz="1725" b="1">
                <a:solidFill>
                  <a:srgbClr val="C86A1B"/>
                </a:solidFill>
                <a:latin typeface="DejaVu Sans"/>
                <a:ea typeface="DejaVu Sans"/>
                <a:cs typeface="DejaVu Sans"/>
              </a:defRPr>
            </a:lvl8pPr>
            <a:lvl9pPr algn="ctr">
              <a:defRPr sz="1725" b="1">
                <a:solidFill>
                  <a:srgbClr val="C86A1B"/>
                </a:solidFill>
                <a:latin typeface="DejaVu Sans"/>
                <a:ea typeface="DejaVu Sans"/>
                <a:cs typeface="DejaVu Sans"/>
              </a:defRPr>
            </a:lvl9pPr>
          </a:lstStyle>
          <a:p xmlns:a="http://schemas.openxmlformats.org/drawingml/2006/main">
            <a:pPr algn="ctr">
              <a:defRPr sz="1725" b="1">
                <a:solidFill>
                  <a:srgbClr val="C86A1B"/>
                </a:solidFill>
                <a:latin typeface="DejaVu Sans"/>
                <a:ea typeface="DejaVu Sans"/>
                <a:cs typeface="DejaVu Sans"/>
              </a:defRPr>
            </a:pPr>
            <a:r>
              <a:rPr sz="1725" b="1">
                <a:solidFill>
                  <a:srgbClr val="C86A1B"/>
                </a:solidFill>
                <a:latin typeface="DejaVu Sans"/>
                <a:ea typeface="DejaVu Sans"/>
                <a:cs typeface="DejaVu Sans"/>
              </a:rPr>
              <a:t>Points</a:t>
            </a:r>
          </a:p>
        </p:txBody>
      </p:sp>
      <p:sp>
        <p:nvSpPr>
          <p:cNvPr id="47" name="label-91">
            <a:extLst xmlns:a="http://schemas.openxmlformats.org/drawingml/2006/main">
              <a:ext uri="{FF2B5EF4-FFF2-40B4-BE49-F238E27FC236}">
                <a16:creationId xmlns:a16="http://schemas.microsoft.com/office/drawing/2014/main" id="{F171C11D-F01B-4A99-AFE5-A29D77C2A3CD}"/>
              </a:ext>
            </a:extLst>
          </p:cNvPr>
          <p:cNvSpPr>
            <a:spLocks xmlns:a="http://schemas.openxmlformats.org/drawingml/2006/main" noGrp="1"/>
          </p:cNvSpPr>
          <p:nvPr/>
        </p:nvSpPr>
        <p:spPr>
          <a:xfrm xmlns:a="http://schemas.openxmlformats.org/drawingml/2006/main">
            <a:off x="361950" y="5210175"/>
            <a:ext cx="12763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C86A1B"/>
                </a:solidFill>
                <a:latin typeface="DejaVu Sans"/>
                <a:ea typeface="DejaVu Sans"/>
                <a:cs typeface="DejaVu Sans"/>
              </a:defRPr>
            </a:defPPr>
            <a:lvl1pPr algn="ctr">
              <a:defRPr sz="1500" b="0">
                <a:solidFill>
                  <a:srgbClr val="C86A1B"/>
                </a:solidFill>
                <a:latin typeface="DejaVu Sans"/>
                <a:ea typeface="DejaVu Sans"/>
                <a:cs typeface="DejaVu Sans"/>
              </a:defRPr>
            </a:lvl1pPr>
            <a:lvl2pPr algn="ctr">
              <a:defRPr sz="1500" b="0">
                <a:solidFill>
                  <a:srgbClr val="C86A1B"/>
                </a:solidFill>
                <a:latin typeface="DejaVu Sans"/>
                <a:ea typeface="DejaVu Sans"/>
                <a:cs typeface="DejaVu Sans"/>
              </a:defRPr>
            </a:lvl2pPr>
            <a:lvl3pPr algn="ctr">
              <a:defRPr sz="1500" b="0">
                <a:solidFill>
                  <a:srgbClr val="C86A1B"/>
                </a:solidFill>
                <a:latin typeface="DejaVu Sans"/>
                <a:ea typeface="DejaVu Sans"/>
                <a:cs typeface="DejaVu Sans"/>
              </a:defRPr>
            </a:lvl3pPr>
            <a:lvl4pPr algn="ctr">
              <a:defRPr sz="1500" b="0">
                <a:solidFill>
                  <a:srgbClr val="C86A1B"/>
                </a:solidFill>
                <a:latin typeface="DejaVu Sans"/>
                <a:ea typeface="DejaVu Sans"/>
                <a:cs typeface="DejaVu Sans"/>
              </a:defRPr>
            </a:lvl4pPr>
            <a:lvl5pPr algn="ctr">
              <a:defRPr sz="1500" b="0">
                <a:solidFill>
                  <a:srgbClr val="C86A1B"/>
                </a:solidFill>
                <a:latin typeface="DejaVu Sans"/>
                <a:ea typeface="DejaVu Sans"/>
                <a:cs typeface="DejaVu Sans"/>
              </a:defRPr>
            </a:lvl5pPr>
            <a:lvl6pPr algn="ctr">
              <a:defRPr sz="1500" b="0">
                <a:solidFill>
                  <a:srgbClr val="C86A1B"/>
                </a:solidFill>
                <a:latin typeface="DejaVu Sans"/>
                <a:ea typeface="DejaVu Sans"/>
                <a:cs typeface="DejaVu Sans"/>
              </a:defRPr>
            </a:lvl6pPr>
            <a:lvl7pPr algn="ctr">
              <a:defRPr sz="1500" b="0">
                <a:solidFill>
                  <a:srgbClr val="C86A1B"/>
                </a:solidFill>
                <a:latin typeface="DejaVu Sans"/>
                <a:ea typeface="DejaVu Sans"/>
                <a:cs typeface="DejaVu Sans"/>
              </a:defRPr>
            </a:lvl7pPr>
            <a:lvl8pPr algn="ctr">
              <a:defRPr sz="1500" b="0">
                <a:solidFill>
                  <a:srgbClr val="C86A1B"/>
                </a:solidFill>
                <a:latin typeface="DejaVu Sans"/>
                <a:ea typeface="DejaVu Sans"/>
                <a:cs typeface="DejaVu Sans"/>
              </a:defRPr>
            </a:lvl8pPr>
            <a:lvl9pPr algn="ctr">
              <a:defRPr sz="1500" b="0">
                <a:solidFill>
                  <a:srgbClr val="C86A1B"/>
                </a:solidFill>
                <a:latin typeface="DejaVu Sans"/>
                <a:ea typeface="DejaVu Sans"/>
                <a:cs typeface="DejaVu Sans"/>
              </a:defRPr>
            </a:lvl9pPr>
          </a:lstStyle>
          <a:p xmlns:a="http://schemas.openxmlformats.org/drawingml/2006/main">
            <a:pPr algn="ctr">
              <a:defRPr sz="1500" b="0">
                <a:solidFill>
                  <a:srgbClr val="C86A1B"/>
                </a:solidFill>
                <a:latin typeface="DejaVu Sans"/>
                <a:ea typeface="DejaVu Sans"/>
                <a:cs typeface="DejaVu Sans"/>
              </a:defRPr>
            </a:pPr>
            <a:r>
              <a:rPr sz="1500" b="0">
                <a:solidFill>
                  <a:srgbClr val="C86A1B"/>
                </a:solidFill>
                <a:latin typeface="DejaVu Sans"/>
                <a:ea typeface="DejaVu Sans"/>
                <a:cs typeface="DejaVu Sans"/>
              </a:rPr>
              <a:t>10 sweeps</a:t>
            </a:r>
          </a:p>
        </p:txBody>
      </p:sp>
      <p:sp>
        <p:nvSpPr>
          <p:cNvPr id="48" name="shape-92">
            <a:extLst xmlns:a="http://schemas.openxmlformats.org/drawingml/2006/main">
              <a:ext uri="{FF2B5EF4-FFF2-40B4-BE49-F238E27FC236}">
                <a16:creationId xmlns:a16="http://schemas.microsoft.com/office/drawing/2014/main" id="{D13A5810-5CA4-4609-A69A-7A3D895EA0C9}"/>
              </a:ext>
            </a:extLst>
          </p:cNvPr>
          <p:cNvSpPr>
            <a:spLocks xmlns:a="http://schemas.openxmlformats.org/drawingml/2006/main" noGrp="1"/>
          </p:cNvSpPr>
          <p:nvPr/>
        </p:nvSpPr>
        <p:spPr>
          <a:xfrm xmlns:a="http://schemas.openxmlformats.org/drawingml/2006/main" rot="0">
            <a:off x="1981200" y="4267200"/>
            <a:ext cx="1457325" cy="933450"/>
          </a:xfrm>
          <a:prstGeom xmlns:a="http://schemas.openxmlformats.org/drawingml/2006/main" prst="rect">
            <a:avLst/>
          </a:prstGeom>
          <a:solidFill xmlns:a="http://schemas.openxmlformats.org/drawingml/2006/main">
            <a:srgbClr val="FBE8D8"/>
          </a:solidFill>
          <a:ln xmlns:a="http://schemas.openxmlformats.org/drawingml/2006/main" w="15240">
            <a:solidFill>
              <a:srgbClr val="C86A1B"/>
            </a:solidFill>
            <a:prstDash val="solid"/>
          </a:ln>
        </p:spPr>
      </p:sp>
      <p:sp>
        <p:nvSpPr>
          <p:cNvPr id="49" name="label-93">
            <a:extLst xmlns:a="http://schemas.openxmlformats.org/drawingml/2006/main">
              <a:ext uri="{FF2B5EF4-FFF2-40B4-BE49-F238E27FC236}">
                <a16:creationId xmlns:a16="http://schemas.microsoft.com/office/drawing/2014/main" id="{0ADA6CF2-80E4-4A4E-B1EA-15813D7C52FE}"/>
              </a:ext>
            </a:extLst>
          </p:cNvPr>
          <p:cNvSpPr>
            <a:spLocks xmlns:a="http://schemas.openxmlformats.org/drawingml/2006/main" noGrp="1"/>
          </p:cNvSpPr>
          <p:nvPr/>
        </p:nvSpPr>
        <p:spPr>
          <a:xfrm xmlns:a="http://schemas.openxmlformats.org/drawingml/2006/main">
            <a:off x="2057400" y="4314825"/>
            <a:ext cx="130492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C86A1B"/>
                </a:solidFill>
                <a:latin typeface="DejaVu Sans"/>
                <a:ea typeface="DejaVu Sans"/>
                <a:cs typeface="DejaVu Sans"/>
              </a:defRPr>
            </a:defPPr>
            <a:lvl1pPr algn="ctr">
              <a:defRPr sz="1725" b="1">
                <a:solidFill>
                  <a:srgbClr val="C86A1B"/>
                </a:solidFill>
                <a:latin typeface="DejaVu Sans"/>
                <a:ea typeface="DejaVu Sans"/>
                <a:cs typeface="DejaVu Sans"/>
              </a:defRPr>
            </a:lvl1pPr>
            <a:lvl2pPr algn="ctr">
              <a:defRPr sz="1725" b="1">
                <a:solidFill>
                  <a:srgbClr val="C86A1B"/>
                </a:solidFill>
                <a:latin typeface="DejaVu Sans"/>
                <a:ea typeface="DejaVu Sans"/>
                <a:cs typeface="DejaVu Sans"/>
              </a:defRPr>
            </a:lvl2pPr>
            <a:lvl3pPr algn="ctr">
              <a:defRPr sz="1725" b="1">
                <a:solidFill>
                  <a:srgbClr val="C86A1B"/>
                </a:solidFill>
                <a:latin typeface="DejaVu Sans"/>
                <a:ea typeface="DejaVu Sans"/>
                <a:cs typeface="DejaVu Sans"/>
              </a:defRPr>
            </a:lvl3pPr>
            <a:lvl4pPr algn="ctr">
              <a:defRPr sz="1725" b="1">
                <a:solidFill>
                  <a:srgbClr val="C86A1B"/>
                </a:solidFill>
                <a:latin typeface="DejaVu Sans"/>
                <a:ea typeface="DejaVu Sans"/>
                <a:cs typeface="DejaVu Sans"/>
              </a:defRPr>
            </a:lvl4pPr>
            <a:lvl5pPr algn="ctr">
              <a:defRPr sz="1725" b="1">
                <a:solidFill>
                  <a:srgbClr val="C86A1B"/>
                </a:solidFill>
                <a:latin typeface="DejaVu Sans"/>
                <a:ea typeface="DejaVu Sans"/>
                <a:cs typeface="DejaVu Sans"/>
              </a:defRPr>
            </a:lvl5pPr>
            <a:lvl6pPr algn="ctr">
              <a:defRPr sz="1725" b="1">
                <a:solidFill>
                  <a:srgbClr val="C86A1B"/>
                </a:solidFill>
                <a:latin typeface="DejaVu Sans"/>
                <a:ea typeface="DejaVu Sans"/>
                <a:cs typeface="DejaVu Sans"/>
              </a:defRPr>
            </a:lvl6pPr>
            <a:lvl7pPr algn="ctr">
              <a:defRPr sz="1725" b="1">
                <a:solidFill>
                  <a:srgbClr val="C86A1B"/>
                </a:solidFill>
                <a:latin typeface="DejaVu Sans"/>
                <a:ea typeface="DejaVu Sans"/>
                <a:cs typeface="DejaVu Sans"/>
              </a:defRPr>
            </a:lvl7pPr>
            <a:lvl8pPr algn="ctr">
              <a:defRPr sz="1725" b="1">
                <a:solidFill>
                  <a:srgbClr val="C86A1B"/>
                </a:solidFill>
                <a:latin typeface="DejaVu Sans"/>
                <a:ea typeface="DejaVu Sans"/>
                <a:cs typeface="DejaVu Sans"/>
              </a:defRPr>
            </a:lvl8pPr>
            <a:lvl9pPr algn="ctr">
              <a:defRPr sz="1725" b="1">
                <a:solidFill>
                  <a:srgbClr val="C86A1B"/>
                </a:solidFill>
                <a:latin typeface="DejaVu Sans"/>
                <a:ea typeface="DejaVu Sans"/>
                <a:cs typeface="DejaVu Sans"/>
              </a:defRPr>
            </a:lvl9pPr>
          </a:lstStyle>
          <a:p xmlns:a="http://schemas.openxmlformats.org/drawingml/2006/main">
            <a:pPr algn="ctr">
              <a:defRPr sz="1725" b="1">
                <a:solidFill>
                  <a:srgbClr val="C86A1B"/>
                </a:solidFill>
                <a:latin typeface="DejaVu Sans"/>
                <a:ea typeface="DejaVu Sans"/>
                <a:cs typeface="DejaVu Sans"/>
              </a:defRPr>
            </a:pPr>
            <a:r>
              <a:rPr sz="1725" b="1">
                <a:solidFill>
                  <a:srgbClr val="C86A1B"/>
                </a:solidFill>
                <a:latin typeface="DejaVu Sans"/>
                <a:ea typeface="DejaVu Sans"/>
                <a:cs typeface="DejaVu Sans"/>
              </a:rPr>
              <a:t>Voxelize</a:t>
            </a:r>
          </a:p>
          <a:p xmlns:a="http://schemas.openxmlformats.org/drawingml/2006/main">
            <a:pPr algn="ctr">
              <a:defRPr sz="1725" b="1">
                <a:solidFill>
                  <a:srgbClr val="C86A1B"/>
                </a:solidFill>
                <a:latin typeface="DejaVu Sans"/>
                <a:ea typeface="DejaVu Sans"/>
                <a:cs typeface="DejaVu Sans"/>
              </a:defRPr>
            </a:pPr>
            <a:r>
              <a:rPr sz="1725" b="1">
                <a:solidFill>
                  <a:srgbClr val="C86A1B"/>
                </a:solidFill>
                <a:latin typeface="DejaVu Sans"/>
                <a:ea typeface="DejaVu Sans"/>
                <a:cs typeface="DejaVu Sans"/>
              </a:rPr>
              <a:t>+ mean VFE</a:t>
            </a:r>
          </a:p>
        </p:txBody>
      </p:sp>
      <p:sp>
        <p:nvSpPr>
          <p:cNvPr id="50" name="path-94">
            <a:extLst xmlns:a="http://schemas.openxmlformats.org/drawingml/2006/main">
              <a:ext uri="{FF2B5EF4-FFF2-40B4-BE49-F238E27FC236}">
                <a16:creationId xmlns:a16="http://schemas.microsoft.com/office/drawing/2014/main" id="{88B466C3-BC33-4410-A704-506458CBECCE}"/>
              </a:ext>
            </a:extLst>
          </p:cNvPr>
          <p:cNvSpPr>
            <a:spLocks xmlns:a="http://schemas.openxmlformats.org/drawingml/2006/main" noGrp="1"/>
          </p:cNvSpPr>
          <p:nvPr/>
        </p:nvSpPr>
        <p:spPr>
          <a:xfrm xmlns:a="http://schemas.openxmlformats.org/drawingml/2006/main">
            <a:off x="1581150" y="4724400"/>
            <a:ext cx="400050" cy="953"/>
          </a:xfrm>
          <a:custGeom xmlns:a="http://schemas.openxmlformats.org/drawingml/2006/main">
            <a:pathLst>
              <a:path w="400050" h="953">
                <a:moveTo>
                  <a:pt x="0" y="0"/>
                </a:moveTo>
                <a:lnTo>
                  <a:pt x="400050" y="0"/>
                </a:lnTo>
              </a:path>
            </a:pathLst>
          </a:custGeom>
          <a:noFill xmlns:a="http://schemas.openxmlformats.org/drawingml/2006/main"/>
          <a:ln xmlns:a="http://schemas.openxmlformats.org/drawingml/2006/main" w="22860">
            <a:solidFill>
              <a:srgbClr val="C86A1B"/>
            </a:solidFill>
            <a:prstDash val="solid"/>
          </a:ln>
        </p:spPr>
      </p:sp>
      <p:sp>
        <p:nvSpPr>
          <p:cNvPr id="51" name="path-95">
            <a:extLst xmlns:a="http://schemas.openxmlformats.org/drawingml/2006/main">
              <a:ext uri="{FF2B5EF4-FFF2-40B4-BE49-F238E27FC236}">
                <a16:creationId xmlns:a16="http://schemas.microsoft.com/office/drawing/2014/main" id="{ABA633DC-2555-4549-8F50-B756AC02AB5E}"/>
              </a:ext>
            </a:extLst>
          </p:cNvPr>
          <p:cNvSpPr>
            <a:spLocks xmlns:a="http://schemas.openxmlformats.org/drawingml/2006/main" noGrp="1"/>
          </p:cNvSpPr>
          <p:nvPr/>
        </p:nvSpPr>
        <p:spPr>
          <a:xfrm xmlns:a="http://schemas.openxmlformats.org/drawingml/2006/main">
            <a:off x="1885950" y="4680585"/>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C86A1B"/>
          </a:solidFill>
          <a:ln xmlns:a="http://schemas.openxmlformats.org/drawingml/2006/main" w="0">
            <a:solidFill>
              <a:srgbClr val="C86A1B"/>
            </a:solidFill>
            <a:prstDash val="solid"/>
          </a:ln>
        </p:spPr>
      </p:sp>
      <p:sp>
        <p:nvSpPr>
          <p:cNvPr id="52" name="shape-96">
            <a:extLst xmlns:a="http://schemas.openxmlformats.org/drawingml/2006/main">
              <a:ext uri="{FF2B5EF4-FFF2-40B4-BE49-F238E27FC236}">
                <a16:creationId xmlns:a16="http://schemas.microsoft.com/office/drawing/2014/main" id="{73C8B5D9-9C43-4D19-89F9-7363D9A3AEF2}"/>
              </a:ext>
            </a:extLst>
          </p:cNvPr>
          <p:cNvSpPr>
            <a:spLocks xmlns:a="http://schemas.openxmlformats.org/drawingml/2006/main" noGrp="1"/>
          </p:cNvSpPr>
          <p:nvPr/>
        </p:nvSpPr>
        <p:spPr>
          <a:xfrm xmlns:a="http://schemas.openxmlformats.org/drawingml/2006/main" rot="0">
            <a:off x="3933825" y="4267200"/>
            <a:ext cx="1666875" cy="933450"/>
          </a:xfrm>
          <a:prstGeom xmlns:a="http://schemas.openxmlformats.org/drawingml/2006/main" prst="rect">
            <a:avLst/>
          </a:prstGeom>
          <a:solidFill xmlns:a="http://schemas.openxmlformats.org/drawingml/2006/main">
            <a:srgbClr val="FBE8D8"/>
          </a:solidFill>
          <a:ln xmlns:a="http://schemas.openxmlformats.org/drawingml/2006/main" w="15240">
            <a:solidFill>
              <a:srgbClr val="C86A1B"/>
            </a:solidFill>
            <a:prstDash val="solid"/>
          </a:ln>
        </p:spPr>
      </p:sp>
      <p:sp>
        <p:nvSpPr>
          <p:cNvPr id="53" name="label-97">
            <a:extLst xmlns:a="http://schemas.openxmlformats.org/drawingml/2006/main">
              <a:ext uri="{FF2B5EF4-FFF2-40B4-BE49-F238E27FC236}">
                <a16:creationId xmlns:a16="http://schemas.microsoft.com/office/drawing/2014/main" id="{81B38CEC-A404-40C1-B996-91425B37939F}"/>
              </a:ext>
            </a:extLst>
          </p:cNvPr>
          <p:cNvSpPr>
            <a:spLocks xmlns:a="http://schemas.openxmlformats.org/drawingml/2006/main" noGrp="1"/>
          </p:cNvSpPr>
          <p:nvPr/>
        </p:nvSpPr>
        <p:spPr>
          <a:xfrm xmlns:a="http://schemas.openxmlformats.org/drawingml/2006/main">
            <a:off x="4010025" y="4314825"/>
            <a:ext cx="15144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75" b="1">
                <a:solidFill>
                  <a:srgbClr val="C86A1B"/>
                </a:solidFill>
                <a:latin typeface="DejaVu Sans"/>
                <a:ea typeface="DejaVu Sans"/>
                <a:cs typeface="DejaVu Sans"/>
              </a:defRPr>
            </a:defPPr>
            <a:lvl1pPr algn="ctr">
              <a:defRPr sz="1875" b="1">
                <a:solidFill>
                  <a:srgbClr val="C86A1B"/>
                </a:solidFill>
                <a:latin typeface="DejaVu Sans"/>
                <a:ea typeface="DejaVu Sans"/>
                <a:cs typeface="DejaVu Sans"/>
              </a:defRPr>
            </a:lvl1pPr>
            <a:lvl2pPr algn="ctr">
              <a:defRPr sz="1875" b="1">
                <a:solidFill>
                  <a:srgbClr val="C86A1B"/>
                </a:solidFill>
                <a:latin typeface="DejaVu Sans"/>
                <a:ea typeface="DejaVu Sans"/>
                <a:cs typeface="DejaVu Sans"/>
              </a:defRPr>
            </a:lvl2pPr>
            <a:lvl3pPr algn="ctr">
              <a:defRPr sz="1875" b="1">
                <a:solidFill>
                  <a:srgbClr val="C86A1B"/>
                </a:solidFill>
                <a:latin typeface="DejaVu Sans"/>
                <a:ea typeface="DejaVu Sans"/>
                <a:cs typeface="DejaVu Sans"/>
              </a:defRPr>
            </a:lvl3pPr>
            <a:lvl4pPr algn="ctr">
              <a:defRPr sz="1875" b="1">
                <a:solidFill>
                  <a:srgbClr val="C86A1B"/>
                </a:solidFill>
                <a:latin typeface="DejaVu Sans"/>
                <a:ea typeface="DejaVu Sans"/>
                <a:cs typeface="DejaVu Sans"/>
              </a:defRPr>
            </a:lvl4pPr>
            <a:lvl5pPr algn="ctr">
              <a:defRPr sz="1875" b="1">
                <a:solidFill>
                  <a:srgbClr val="C86A1B"/>
                </a:solidFill>
                <a:latin typeface="DejaVu Sans"/>
                <a:ea typeface="DejaVu Sans"/>
                <a:cs typeface="DejaVu Sans"/>
              </a:defRPr>
            </a:lvl5pPr>
            <a:lvl6pPr algn="ctr">
              <a:defRPr sz="1875" b="1">
                <a:solidFill>
                  <a:srgbClr val="C86A1B"/>
                </a:solidFill>
                <a:latin typeface="DejaVu Sans"/>
                <a:ea typeface="DejaVu Sans"/>
                <a:cs typeface="DejaVu Sans"/>
              </a:defRPr>
            </a:lvl6pPr>
            <a:lvl7pPr algn="ctr">
              <a:defRPr sz="1875" b="1">
                <a:solidFill>
                  <a:srgbClr val="C86A1B"/>
                </a:solidFill>
                <a:latin typeface="DejaVu Sans"/>
                <a:ea typeface="DejaVu Sans"/>
                <a:cs typeface="DejaVu Sans"/>
              </a:defRPr>
            </a:lvl7pPr>
            <a:lvl8pPr algn="ctr">
              <a:defRPr sz="1875" b="1">
                <a:solidFill>
                  <a:srgbClr val="C86A1B"/>
                </a:solidFill>
                <a:latin typeface="DejaVu Sans"/>
                <a:ea typeface="DejaVu Sans"/>
                <a:cs typeface="DejaVu Sans"/>
              </a:defRPr>
            </a:lvl8pPr>
            <a:lvl9pPr algn="ctr">
              <a:defRPr sz="1875" b="1">
                <a:solidFill>
                  <a:srgbClr val="C86A1B"/>
                </a:solidFill>
                <a:latin typeface="DejaVu Sans"/>
                <a:ea typeface="DejaVu Sans"/>
                <a:cs typeface="DejaVu Sans"/>
              </a:defRPr>
            </a:lvl9pPr>
          </a:lstStyle>
          <a:p xmlns:a="http://schemas.openxmlformats.org/drawingml/2006/main">
            <a:pPr algn="ctr">
              <a:defRPr sz="1875" b="1">
                <a:solidFill>
                  <a:srgbClr val="C86A1B"/>
                </a:solidFill>
                <a:latin typeface="DejaVu Sans"/>
                <a:ea typeface="DejaVu Sans"/>
                <a:cs typeface="DejaVu Sans"/>
              </a:defRPr>
            </a:pPr>
            <a:r>
              <a:rPr sz="1875" b="1">
                <a:solidFill>
                  <a:srgbClr val="C86A1B"/>
                </a:solidFill>
                <a:latin typeface="DejaVu Sans"/>
                <a:ea typeface="DejaVu Sans"/>
                <a:cs typeface="DejaVu Sans"/>
              </a:rPr>
              <a:t>Sparse 3D</a:t>
            </a:r>
          </a:p>
          <a:p xmlns:a="http://schemas.openxmlformats.org/drawingml/2006/main">
            <a:pPr algn="ctr">
              <a:defRPr sz="1875" b="1">
                <a:solidFill>
                  <a:srgbClr val="C86A1B"/>
                </a:solidFill>
                <a:latin typeface="DejaVu Sans"/>
                <a:ea typeface="DejaVu Sans"/>
                <a:cs typeface="DejaVu Sans"/>
              </a:defRPr>
            </a:pPr>
            <a:r>
              <a:rPr sz="1875" b="1">
                <a:solidFill>
                  <a:srgbClr val="C86A1B"/>
                </a:solidFill>
                <a:latin typeface="DejaVu Sans"/>
                <a:ea typeface="DejaVu Sans"/>
                <a:cs typeface="DejaVu Sans"/>
              </a:rPr>
              <a:t>encoder</a:t>
            </a:r>
          </a:p>
        </p:txBody>
      </p:sp>
      <p:sp>
        <p:nvSpPr>
          <p:cNvPr id="54" name="path-98">
            <a:extLst xmlns:a="http://schemas.openxmlformats.org/drawingml/2006/main">
              <a:ext uri="{FF2B5EF4-FFF2-40B4-BE49-F238E27FC236}">
                <a16:creationId xmlns:a16="http://schemas.microsoft.com/office/drawing/2014/main" id="{FA9D7617-D4AE-47FA-997A-ECBB7C91741E}"/>
              </a:ext>
            </a:extLst>
          </p:cNvPr>
          <p:cNvSpPr>
            <a:spLocks xmlns:a="http://schemas.openxmlformats.org/drawingml/2006/main" noGrp="1"/>
          </p:cNvSpPr>
          <p:nvPr/>
        </p:nvSpPr>
        <p:spPr>
          <a:xfrm xmlns:a="http://schemas.openxmlformats.org/drawingml/2006/main">
            <a:off x="3438525" y="4724400"/>
            <a:ext cx="495300" cy="953"/>
          </a:xfrm>
          <a:custGeom xmlns:a="http://schemas.openxmlformats.org/drawingml/2006/main">
            <a:pathLst>
              <a:path w="495300" h="953">
                <a:moveTo>
                  <a:pt x="0" y="0"/>
                </a:moveTo>
                <a:lnTo>
                  <a:pt x="495300" y="0"/>
                </a:lnTo>
              </a:path>
            </a:pathLst>
          </a:custGeom>
          <a:noFill xmlns:a="http://schemas.openxmlformats.org/drawingml/2006/main"/>
          <a:ln xmlns:a="http://schemas.openxmlformats.org/drawingml/2006/main" w="22860">
            <a:solidFill>
              <a:srgbClr val="C86A1B"/>
            </a:solidFill>
            <a:prstDash val="solid"/>
          </a:ln>
        </p:spPr>
      </p:sp>
      <p:sp>
        <p:nvSpPr>
          <p:cNvPr id="55" name="path-99">
            <a:extLst xmlns:a="http://schemas.openxmlformats.org/drawingml/2006/main">
              <a:ext uri="{FF2B5EF4-FFF2-40B4-BE49-F238E27FC236}">
                <a16:creationId xmlns:a16="http://schemas.microsoft.com/office/drawing/2014/main" id="{02C55646-6C5C-4EB5-BF04-3AEB318C0B0A}"/>
              </a:ext>
            </a:extLst>
          </p:cNvPr>
          <p:cNvSpPr>
            <a:spLocks xmlns:a="http://schemas.openxmlformats.org/drawingml/2006/main" noGrp="1"/>
          </p:cNvSpPr>
          <p:nvPr/>
        </p:nvSpPr>
        <p:spPr>
          <a:xfrm xmlns:a="http://schemas.openxmlformats.org/drawingml/2006/main">
            <a:off x="3838575" y="4680585"/>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C86A1B"/>
          </a:solidFill>
          <a:ln xmlns:a="http://schemas.openxmlformats.org/drawingml/2006/main" w="0">
            <a:solidFill>
              <a:srgbClr val="C86A1B"/>
            </a:solidFill>
            <a:prstDash val="solid"/>
          </a:ln>
        </p:spPr>
      </p:sp>
      <p:sp>
        <p:nvSpPr>
          <p:cNvPr id="56" name="path-100">
            <a:extLst xmlns:a="http://schemas.openxmlformats.org/drawingml/2006/main">
              <a:ext uri="{FF2B5EF4-FFF2-40B4-BE49-F238E27FC236}">
                <a16:creationId xmlns:a16="http://schemas.microsoft.com/office/drawing/2014/main" id="{940B3C62-2146-4DC4-B3D0-4D781A56BD55}"/>
              </a:ext>
            </a:extLst>
          </p:cNvPr>
          <p:cNvSpPr>
            <a:spLocks xmlns:a="http://schemas.openxmlformats.org/drawingml/2006/main" noGrp="1"/>
          </p:cNvSpPr>
          <p:nvPr/>
        </p:nvSpPr>
        <p:spPr>
          <a:xfrm xmlns:a="http://schemas.openxmlformats.org/drawingml/2006/main">
            <a:off x="6191250" y="4248150"/>
            <a:ext cx="1143000" cy="133350"/>
          </a:xfrm>
          <a:custGeom xmlns:a="http://schemas.openxmlformats.org/drawingml/2006/main">
            <a:pathLst>
              <a:path w="1143000" h="133350">
                <a:moveTo>
                  <a:pt x="0" y="133350"/>
                </a:moveTo>
                <a:lnTo>
                  <a:pt x="133350" y="0"/>
                </a:lnTo>
                <a:lnTo>
                  <a:pt x="1143000" y="0"/>
                </a:lnTo>
                <a:lnTo>
                  <a:pt x="1009650" y="133350"/>
                </a:lnTo>
                <a:close/>
              </a:path>
            </a:pathLst>
          </a:custGeom>
          <a:solidFill xmlns:a="http://schemas.openxmlformats.org/drawingml/2006/main">
            <a:srgbClr val="C86A1B">
              <a:lumMod val="35000"/>
              <a:lumOff val="65000"/>
            </a:srgbClr>
          </a:solidFill>
          <a:ln xmlns:a="http://schemas.openxmlformats.org/drawingml/2006/main" w="13335">
            <a:solidFill>
              <a:srgbClr val="C86A1B"/>
            </a:solidFill>
            <a:prstDash val="solid"/>
          </a:ln>
        </p:spPr>
      </p:sp>
      <p:sp>
        <p:nvSpPr>
          <p:cNvPr id="57" name="path-101">
            <a:extLst xmlns:a="http://schemas.openxmlformats.org/drawingml/2006/main">
              <a:ext uri="{FF2B5EF4-FFF2-40B4-BE49-F238E27FC236}">
                <a16:creationId xmlns:a16="http://schemas.microsoft.com/office/drawing/2014/main" id="{E3E2F5A2-93CF-40CE-9E37-1F5EF2F6DEBB}"/>
              </a:ext>
            </a:extLst>
          </p:cNvPr>
          <p:cNvSpPr>
            <a:spLocks xmlns:a="http://schemas.openxmlformats.org/drawingml/2006/main" noGrp="1"/>
          </p:cNvSpPr>
          <p:nvPr/>
        </p:nvSpPr>
        <p:spPr>
          <a:xfrm xmlns:a="http://schemas.openxmlformats.org/drawingml/2006/main">
            <a:off x="7200900" y="4248150"/>
            <a:ext cx="133350" cy="866775"/>
          </a:xfrm>
          <a:custGeom xmlns:a="http://schemas.openxmlformats.org/drawingml/2006/main">
            <a:pathLst>
              <a:path w="133350" h="866775">
                <a:moveTo>
                  <a:pt x="0" y="133350"/>
                </a:moveTo>
                <a:lnTo>
                  <a:pt x="133350" y="0"/>
                </a:lnTo>
                <a:lnTo>
                  <a:pt x="133350" y="733425"/>
                </a:lnTo>
                <a:lnTo>
                  <a:pt x="0" y="866775"/>
                </a:lnTo>
                <a:close/>
              </a:path>
            </a:pathLst>
          </a:custGeom>
          <a:solidFill xmlns:a="http://schemas.openxmlformats.org/drawingml/2006/main">
            <a:srgbClr val="C86A1B">
              <a:lumMod val="65000"/>
              <a:lumOff val="35000"/>
            </a:srgbClr>
          </a:solidFill>
          <a:ln xmlns:a="http://schemas.openxmlformats.org/drawingml/2006/main" w="13335">
            <a:solidFill>
              <a:srgbClr val="C86A1B"/>
            </a:solidFill>
            <a:prstDash val="solid"/>
          </a:ln>
        </p:spPr>
      </p:sp>
      <p:sp>
        <p:nvSpPr>
          <p:cNvPr id="58" name="shape-102">
            <a:extLst xmlns:a="http://schemas.openxmlformats.org/drawingml/2006/main">
              <a:ext uri="{FF2B5EF4-FFF2-40B4-BE49-F238E27FC236}">
                <a16:creationId xmlns:a16="http://schemas.microsoft.com/office/drawing/2014/main" id="{86F2B8AA-C5A0-47EF-A5DC-91F2FE42ABAC}"/>
              </a:ext>
            </a:extLst>
          </p:cNvPr>
          <p:cNvSpPr>
            <a:spLocks xmlns:a="http://schemas.openxmlformats.org/drawingml/2006/main" noGrp="1"/>
          </p:cNvSpPr>
          <p:nvPr/>
        </p:nvSpPr>
        <p:spPr>
          <a:xfrm xmlns:a="http://schemas.openxmlformats.org/drawingml/2006/main" rot="0">
            <a:off x="6191250" y="4381500"/>
            <a:ext cx="1009650" cy="733425"/>
          </a:xfrm>
          <a:prstGeom xmlns:a="http://schemas.openxmlformats.org/drawingml/2006/main" prst="rect">
            <a:avLst/>
          </a:prstGeom>
          <a:solidFill xmlns:a="http://schemas.openxmlformats.org/drawingml/2006/main">
            <a:srgbClr val="C86A1B">
              <a:lumMod val="18000"/>
              <a:lumOff val="82000"/>
            </a:srgbClr>
          </a:solidFill>
          <a:ln xmlns:a="http://schemas.openxmlformats.org/drawingml/2006/main" w="15240">
            <a:solidFill>
              <a:srgbClr val="C86A1B"/>
            </a:solidFill>
            <a:prstDash val="solid"/>
          </a:ln>
        </p:spPr>
      </p:sp>
      <p:sp>
        <p:nvSpPr>
          <p:cNvPr id="59" name="path-103">
            <a:extLst xmlns:a="http://schemas.openxmlformats.org/drawingml/2006/main">
              <a:ext uri="{FF2B5EF4-FFF2-40B4-BE49-F238E27FC236}">
                <a16:creationId xmlns:a16="http://schemas.microsoft.com/office/drawing/2014/main" id="{0A46248C-7B6D-43EA-80E8-5BC6D39ECFFE}"/>
              </a:ext>
            </a:extLst>
          </p:cNvPr>
          <p:cNvSpPr>
            <a:spLocks xmlns:a="http://schemas.openxmlformats.org/drawingml/2006/main" noGrp="1"/>
          </p:cNvSpPr>
          <p:nvPr/>
        </p:nvSpPr>
        <p:spPr>
          <a:xfrm xmlns:a="http://schemas.openxmlformats.org/drawingml/2006/main">
            <a:off x="6443663" y="4381500"/>
            <a:ext cx="953" cy="733425"/>
          </a:xfrm>
          <a:custGeom xmlns:a="http://schemas.openxmlformats.org/drawingml/2006/main">
            <a:pathLst>
              <a:path w="953" h="733425">
                <a:moveTo>
                  <a:pt x="0" y="0"/>
                </a:moveTo>
                <a:lnTo>
                  <a:pt x="0" y="733425"/>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60" name="path-104">
            <a:extLst xmlns:a="http://schemas.openxmlformats.org/drawingml/2006/main">
              <a:ext uri="{FF2B5EF4-FFF2-40B4-BE49-F238E27FC236}">
                <a16:creationId xmlns:a16="http://schemas.microsoft.com/office/drawing/2014/main" id="{7C61D3D6-4B3A-4E27-AC2F-DA6ACED70726}"/>
              </a:ext>
            </a:extLst>
          </p:cNvPr>
          <p:cNvSpPr>
            <a:spLocks xmlns:a="http://schemas.openxmlformats.org/drawingml/2006/main" noGrp="1"/>
          </p:cNvSpPr>
          <p:nvPr/>
        </p:nvSpPr>
        <p:spPr>
          <a:xfrm xmlns:a="http://schemas.openxmlformats.org/drawingml/2006/main">
            <a:off x="6696075" y="4381500"/>
            <a:ext cx="953" cy="733425"/>
          </a:xfrm>
          <a:custGeom xmlns:a="http://schemas.openxmlformats.org/drawingml/2006/main">
            <a:pathLst>
              <a:path w="953" h="733425">
                <a:moveTo>
                  <a:pt x="0" y="0"/>
                </a:moveTo>
                <a:lnTo>
                  <a:pt x="0" y="733425"/>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61" name="path-105">
            <a:extLst xmlns:a="http://schemas.openxmlformats.org/drawingml/2006/main">
              <a:ext uri="{FF2B5EF4-FFF2-40B4-BE49-F238E27FC236}">
                <a16:creationId xmlns:a16="http://schemas.microsoft.com/office/drawing/2014/main" id="{67044B50-F3D1-4951-B10C-F84BDE9FA184}"/>
              </a:ext>
            </a:extLst>
          </p:cNvPr>
          <p:cNvSpPr>
            <a:spLocks xmlns:a="http://schemas.openxmlformats.org/drawingml/2006/main" noGrp="1"/>
          </p:cNvSpPr>
          <p:nvPr/>
        </p:nvSpPr>
        <p:spPr>
          <a:xfrm xmlns:a="http://schemas.openxmlformats.org/drawingml/2006/main">
            <a:off x="6948488" y="4381500"/>
            <a:ext cx="953" cy="733425"/>
          </a:xfrm>
          <a:custGeom xmlns:a="http://schemas.openxmlformats.org/drawingml/2006/main">
            <a:pathLst>
              <a:path w="953" h="733425">
                <a:moveTo>
                  <a:pt x="0" y="0"/>
                </a:moveTo>
                <a:lnTo>
                  <a:pt x="0" y="733425"/>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62" name="path-106">
            <a:extLst xmlns:a="http://schemas.openxmlformats.org/drawingml/2006/main">
              <a:ext uri="{FF2B5EF4-FFF2-40B4-BE49-F238E27FC236}">
                <a16:creationId xmlns:a16="http://schemas.microsoft.com/office/drawing/2014/main" id="{35CFB80B-DBB3-440E-939E-5723AC7BCECE}"/>
              </a:ext>
            </a:extLst>
          </p:cNvPr>
          <p:cNvSpPr>
            <a:spLocks xmlns:a="http://schemas.openxmlformats.org/drawingml/2006/main" noGrp="1"/>
          </p:cNvSpPr>
          <p:nvPr/>
        </p:nvSpPr>
        <p:spPr>
          <a:xfrm xmlns:a="http://schemas.openxmlformats.org/drawingml/2006/main">
            <a:off x="6191250" y="4564856"/>
            <a:ext cx="1009650" cy="953"/>
          </a:xfrm>
          <a:custGeom xmlns:a="http://schemas.openxmlformats.org/drawingml/2006/main">
            <a:pathLst>
              <a:path w="1009650" h="953">
                <a:moveTo>
                  <a:pt x="0" y="0"/>
                </a:moveTo>
                <a:lnTo>
                  <a:pt x="1009650" y="0"/>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63" name="path-107">
            <a:extLst xmlns:a="http://schemas.openxmlformats.org/drawingml/2006/main">
              <a:ext uri="{FF2B5EF4-FFF2-40B4-BE49-F238E27FC236}">
                <a16:creationId xmlns:a16="http://schemas.microsoft.com/office/drawing/2014/main" id="{60FCF1AD-AF2A-4E9F-AA1E-178A1127E626}"/>
              </a:ext>
            </a:extLst>
          </p:cNvPr>
          <p:cNvSpPr>
            <a:spLocks xmlns:a="http://schemas.openxmlformats.org/drawingml/2006/main" noGrp="1"/>
          </p:cNvSpPr>
          <p:nvPr/>
        </p:nvSpPr>
        <p:spPr>
          <a:xfrm xmlns:a="http://schemas.openxmlformats.org/drawingml/2006/main">
            <a:off x="6191250" y="4748213"/>
            <a:ext cx="1009650" cy="953"/>
          </a:xfrm>
          <a:custGeom xmlns:a="http://schemas.openxmlformats.org/drawingml/2006/main">
            <a:pathLst>
              <a:path w="1009650" h="953">
                <a:moveTo>
                  <a:pt x="0" y="0"/>
                </a:moveTo>
                <a:lnTo>
                  <a:pt x="1009650" y="0"/>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64" name="path-108">
            <a:extLst xmlns:a="http://schemas.openxmlformats.org/drawingml/2006/main">
              <a:ext uri="{FF2B5EF4-FFF2-40B4-BE49-F238E27FC236}">
                <a16:creationId xmlns:a16="http://schemas.microsoft.com/office/drawing/2014/main" id="{7E700125-4A26-4056-8D01-3757FED97EE9}"/>
              </a:ext>
            </a:extLst>
          </p:cNvPr>
          <p:cNvSpPr>
            <a:spLocks xmlns:a="http://schemas.openxmlformats.org/drawingml/2006/main" noGrp="1"/>
          </p:cNvSpPr>
          <p:nvPr/>
        </p:nvSpPr>
        <p:spPr>
          <a:xfrm xmlns:a="http://schemas.openxmlformats.org/drawingml/2006/main">
            <a:off x="6191250" y="4931569"/>
            <a:ext cx="1009650" cy="953"/>
          </a:xfrm>
          <a:custGeom xmlns:a="http://schemas.openxmlformats.org/drawingml/2006/main">
            <a:pathLst>
              <a:path w="1009650" h="953">
                <a:moveTo>
                  <a:pt x="0" y="0"/>
                </a:moveTo>
                <a:lnTo>
                  <a:pt x="1009650" y="0"/>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65" name="label-109">
            <a:extLst xmlns:a="http://schemas.openxmlformats.org/drawingml/2006/main">
              <a:ext uri="{FF2B5EF4-FFF2-40B4-BE49-F238E27FC236}">
                <a16:creationId xmlns:a16="http://schemas.microsoft.com/office/drawing/2014/main" id="{AB585BAE-091C-4815-8F32-6A7B65A12037}"/>
              </a:ext>
            </a:extLst>
          </p:cNvPr>
          <p:cNvSpPr>
            <a:spLocks xmlns:a="http://schemas.openxmlformats.org/drawingml/2006/main" noGrp="1"/>
          </p:cNvSpPr>
          <p:nvPr/>
        </p:nvSpPr>
        <p:spPr>
          <a:xfrm xmlns:a="http://schemas.openxmlformats.org/drawingml/2006/main">
            <a:off x="6229350" y="4457700"/>
            <a:ext cx="9334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C86A1B"/>
                </a:solidFill>
                <a:latin typeface="DejaVu Sans"/>
                <a:ea typeface="DejaVu Sans"/>
                <a:cs typeface="DejaVu Sans"/>
              </a:defRPr>
            </a:defPPr>
            <a:lvl1pPr algn="ctr">
              <a:defRPr sz="1725" b="1">
                <a:solidFill>
                  <a:srgbClr val="C86A1B"/>
                </a:solidFill>
                <a:latin typeface="DejaVu Sans"/>
                <a:ea typeface="DejaVu Sans"/>
                <a:cs typeface="DejaVu Sans"/>
              </a:defRPr>
            </a:lvl1pPr>
            <a:lvl2pPr algn="ctr">
              <a:defRPr sz="1725" b="1">
                <a:solidFill>
                  <a:srgbClr val="C86A1B"/>
                </a:solidFill>
                <a:latin typeface="DejaVu Sans"/>
                <a:ea typeface="DejaVu Sans"/>
                <a:cs typeface="DejaVu Sans"/>
              </a:defRPr>
            </a:lvl2pPr>
            <a:lvl3pPr algn="ctr">
              <a:defRPr sz="1725" b="1">
                <a:solidFill>
                  <a:srgbClr val="C86A1B"/>
                </a:solidFill>
                <a:latin typeface="DejaVu Sans"/>
                <a:ea typeface="DejaVu Sans"/>
                <a:cs typeface="DejaVu Sans"/>
              </a:defRPr>
            </a:lvl3pPr>
            <a:lvl4pPr algn="ctr">
              <a:defRPr sz="1725" b="1">
                <a:solidFill>
                  <a:srgbClr val="C86A1B"/>
                </a:solidFill>
                <a:latin typeface="DejaVu Sans"/>
                <a:ea typeface="DejaVu Sans"/>
                <a:cs typeface="DejaVu Sans"/>
              </a:defRPr>
            </a:lvl4pPr>
            <a:lvl5pPr algn="ctr">
              <a:defRPr sz="1725" b="1">
                <a:solidFill>
                  <a:srgbClr val="C86A1B"/>
                </a:solidFill>
                <a:latin typeface="DejaVu Sans"/>
                <a:ea typeface="DejaVu Sans"/>
                <a:cs typeface="DejaVu Sans"/>
              </a:defRPr>
            </a:lvl5pPr>
            <a:lvl6pPr algn="ctr">
              <a:defRPr sz="1725" b="1">
                <a:solidFill>
                  <a:srgbClr val="C86A1B"/>
                </a:solidFill>
                <a:latin typeface="DejaVu Sans"/>
                <a:ea typeface="DejaVu Sans"/>
                <a:cs typeface="DejaVu Sans"/>
              </a:defRPr>
            </a:lvl6pPr>
            <a:lvl7pPr algn="ctr">
              <a:defRPr sz="1725" b="1">
                <a:solidFill>
                  <a:srgbClr val="C86A1B"/>
                </a:solidFill>
                <a:latin typeface="DejaVu Sans"/>
                <a:ea typeface="DejaVu Sans"/>
                <a:cs typeface="DejaVu Sans"/>
              </a:defRPr>
            </a:lvl7pPr>
            <a:lvl8pPr algn="ctr">
              <a:defRPr sz="1725" b="1">
                <a:solidFill>
                  <a:srgbClr val="C86A1B"/>
                </a:solidFill>
                <a:latin typeface="DejaVu Sans"/>
                <a:ea typeface="DejaVu Sans"/>
                <a:cs typeface="DejaVu Sans"/>
              </a:defRPr>
            </a:lvl8pPr>
            <a:lvl9pPr algn="ctr">
              <a:defRPr sz="1725" b="1">
                <a:solidFill>
                  <a:srgbClr val="C86A1B"/>
                </a:solidFill>
                <a:latin typeface="DejaVu Sans"/>
                <a:ea typeface="DejaVu Sans"/>
                <a:cs typeface="DejaVu Sans"/>
              </a:defRPr>
            </a:lvl9pPr>
          </a:lstStyle>
          <a:p xmlns:a="http://schemas.openxmlformats.org/drawingml/2006/main">
            <a:pPr algn="ctr">
              <a:defRPr sz="1725" b="1">
                <a:solidFill>
                  <a:srgbClr val="C86A1B"/>
                </a:solidFill>
                <a:latin typeface="DejaVu Sans"/>
                <a:ea typeface="DejaVu Sans"/>
                <a:cs typeface="DejaVu Sans"/>
              </a:defRPr>
            </a:pPr>
            <a:r>
              <a:rPr sz="1725" b="1">
                <a:solidFill>
                  <a:srgbClr val="C86A1B"/>
                </a:solidFill>
                <a:latin typeface="DejaVu Sans"/>
                <a:ea typeface="DejaVu Sans"/>
                <a:cs typeface="DejaVu Sans"/>
              </a:rPr>
              <a:t>256</a:t>
            </a:r>
          </a:p>
        </p:txBody>
      </p:sp>
      <p:sp>
        <p:nvSpPr>
          <p:cNvPr id="66" name="label-110">
            <a:extLst xmlns:a="http://schemas.openxmlformats.org/drawingml/2006/main">
              <a:ext uri="{FF2B5EF4-FFF2-40B4-BE49-F238E27FC236}">
                <a16:creationId xmlns:a16="http://schemas.microsoft.com/office/drawing/2014/main" id="{2F0CC291-5E28-447E-A3FE-B5A362E1618F}"/>
              </a:ext>
            </a:extLst>
          </p:cNvPr>
          <p:cNvSpPr>
            <a:spLocks xmlns:a="http://schemas.openxmlformats.org/drawingml/2006/main" noGrp="1"/>
          </p:cNvSpPr>
          <p:nvPr/>
        </p:nvSpPr>
        <p:spPr>
          <a:xfrm xmlns:a="http://schemas.openxmlformats.org/drawingml/2006/main">
            <a:off x="6000750" y="5248275"/>
            <a:ext cx="1390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C86A1B"/>
                </a:solidFill>
                <a:latin typeface="DejaVu Sans"/>
                <a:ea typeface="DejaVu Sans"/>
                <a:cs typeface="DejaVu Sans"/>
              </a:defRPr>
            </a:defPPr>
            <a:lvl1pPr algn="ctr">
              <a:defRPr sz="1500" b="0">
                <a:solidFill>
                  <a:srgbClr val="C86A1B"/>
                </a:solidFill>
                <a:latin typeface="DejaVu Sans"/>
                <a:ea typeface="DejaVu Sans"/>
                <a:cs typeface="DejaVu Sans"/>
              </a:defRPr>
            </a:lvl1pPr>
            <a:lvl2pPr algn="ctr">
              <a:defRPr sz="1500" b="0">
                <a:solidFill>
                  <a:srgbClr val="C86A1B"/>
                </a:solidFill>
                <a:latin typeface="DejaVu Sans"/>
                <a:ea typeface="DejaVu Sans"/>
                <a:cs typeface="DejaVu Sans"/>
              </a:defRPr>
            </a:lvl2pPr>
            <a:lvl3pPr algn="ctr">
              <a:defRPr sz="1500" b="0">
                <a:solidFill>
                  <a:srgbClr val="C86A1B"/>
                </a:solidFill>
                <a:latin typeface="DejaVu Sans"/>
                <a:ea typeface="DejaVu Sans"/>
                <a:cs typeface="DejaVu Sans"/>
              </a:defRPr>
            </a:lvl3pPr>
            <a:lvl4pPr algn="ctr">
              <a:defRPr sz="1500" b="0">
                <a:solidFill>
                  <a:srgbClr val="C86A1B"/>
                </a:solidFill>
                <a:latin typeface="DejaVu Sans"/>
                <a:ea typeface="DejaVu Sans"/>
                <a:cs typeface="DejaVu Sans"/>
              </a:defRPr>
            </a:lvl4pPr>
            <a:lvl5pPr algn="ctr">
              <a:defRPr sz="1500" b="0">
                <a:solidFill>
                  <a:srgbClr val="C86A1B"/>
                </a:solidFill>
                <a:latin typeface="DejaVu Sans"/>
                <a:ea typeface="DejaVu Sans"/>
                <a:cs typeface="DejaVu Sans"/>
              </a:defRPr>
            </a:lvl5pPr>
            <a:lvl6pPr algn="ctr">
              <a:defRPr sz="1500" b="0">
                <a:solidFill>
                  <a:srgbClr val="C86A1B"/>
                </a:solidFill>
                <a:latin typeface="DejaVu Sans"/>
                <a:ea typeface="DejaVu Sans"/>
                <a:cs typeface="DejaVu Sans"/>
              </a:defRPr>
            </a:lvl6pPr>
            <a:lvl7pPr algn="ctr">
              <a:defRPr sz="1500" b="0">
                <a:solidFill>
                  <a:srgbClr val="C86A1B"/>
                </a:solidFill>
                <a:latin typeface="DejaVu Sans"/>
                <a:ea typeface="DejaVu Sans"/>
                <a:cs typeface="DejaVu Sans"/>
              </a:defRPr>
            </a:lvl7pPr>
            <a:lvl8pPr algn="ctr">
              <a:defRPr sz="1500" b="0">
                <a:solidFill>
                  <a:srgbClr val="C86A1B"/>
                </a:solidFill>
                <a:latin typeface="DejaVu Sans"/>
                <a:ea typeface="DejaVu Sans"/>
                <a:cs typeface="DejaVu Sans"/>
              </a:defRPr>
            </a:lvl8pPr>
            <a:lvl9pPr algn="ctr">
              <a:defRPr sz="1500" b="0">
                <a:solidFill>
                  <a:srgbClr val="C86A1B"/>
                </a:solidFill>
                <a:latin typeface="DejaVu Sans"/>
                <a:ea typeface="DejaVu Sans"/>
                <a:cs typeface="DejaVu Sans"/>
              </a:defRPr>
            </a:lvl9pPr>
          </a:lstStyle>
          <a:p xmlns:a="http://schemas.openxmlformats.org/drawingml/2006/main">
            <a:pPr algn="ctr">
              <a:defRPr sz="1500" b="0">
                <a:solidFill>
                  <a:srgbClr val="C86A1B"/>
                </a:solidFill>
                <a:latin typeface="DejaVu Sans"/>
                <a:ea typeface="DejaVu Sans"/>
                <a:cs typeface="DejaVu Sans"/>
              </a:defRPr>
            </a:pPr>
            <a:r>
              <a:rPr sz="1500" b="0">
                <a:solidFill>
                  <a:srgbClr val="C86A1B"/>
                </a:solidFill>
                <a:latin typeface="DejaVu Sans"/>
                <a:ea typeface="DejaVu Sans"/>
                <a:cs typeface="DejaVu Sans"/>
              </a:rPr>
              <a:t>180 × 180</a:t>
            </a:r>
          </a:p>
        </p:txBody>
      </p:sp>
      <p:sp>
        <p:nvSpPr>
          <p:cNvPr id="67" name="path-111">
            <a:extLst xmlns:a="http://schemas.openxmlformats.org/drawingml/2006/main">
              <a:ext uri="{FF2B5EF4-FFF2-40B4-BE49-F238E27FC236}">
                <a16:creationId xmlns:a16="http://schemas.microsoft.com/office/drawing/2014/main" id="{0CCBA96B-D678-45A5-BA84-E58336185492}"/>
              </a:ext>
            </a:extLst>
          </p:cNvPr>
          <p:cNvSpPr>
            <a:spLocks xmlns:a="http://schemas.openxmlformats.org/drawingml/2006/main" noGrp="1"/>
          </p:cNvSpPr>
          <p:nvPr/>
        </p:nvSpPr>
        <p:spPr>
          <a:xfrm xmlns:a="http://schemas.openxmlformats.org/drawingml/2006/main">
            <a:off x="5600700" y="4724400"/>
            <a:ext cx="552450" cy="953"/>
          </a:xfrm>
          <a:custGeom xmlns:a="http://schemas.openxmlformats.org/drawingml/2006/main">
            <a:pathLst>
              <a:path w="552450" h="953">
                <a:moveTo>
                  <a:pt x="0" y="0"/>
                </a:moveTo>
                <a:lnTo>
                  <a:pt x="552450" y="0"/>
                </a:lnTo>
              </a:path>
            </a:pathLst>
          </a:custGeom>
          <a:noFill xmlns:a="http://schemas.openxmlformats.org/drawingml/2006/main"/>
          <a:ln xmlns:a="http://schemas.openxmlformats.org/drawingml/2006/main" w="22860">
            <a:solidFill>
              <a:srgbClr val="C86A1B"/>
            </a:solidFill>
            <a:prstDash val="solid"/>
          </a:ln>
        </p:spPr>
      </p:sp>
      <p:sp>
        <p:nvSpPr>
          <p:cNvPr id="68" name="path-112">
            <a:extLst xmlns:a="http://schemas.openxmlformats.org/drawingml/2006/main">
              <a:ext uri="{FF2B5EF4-FFF2-40B4-BE49-F238E27FC236}">
                <a16:creationId xmlns:a16="http://schemas.microsoft.com/office/drawing/2014/main" id="{0A869A0F-F938-49DD-ADD3-62937ABE5428}"/>
              </a:ext>
            </a:extLst>
          </p:cNvPr>
          <p:cNvSpPr>
            <a:spLocks xmlns:a="http://schemas.openxmlformats.org/drawingml/2006/main" noGrp="1"/>
          </p:cNvSpPr>
          <p:nvPr/>
        </p:nvSpPr>
        <p:spPr>
          <a:xfrm xmlns:a="http://schemas.openxmlformats.org/drawingml/2006/main">
            <a:off x="6057900" y="4680585"/>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C86A1B"/>
          </a:solidFill>
          <a:ln xmlns:a="http://schemas.openxmlformats.org/drawingml/2006/main" w="0">
            <a:solidFill>
              <a:srgbClr val="C86A1B"/>
            </a:solidFill>
            <a:prstDash val="solid"/>
          </a:ln>
        </p:spPr>
      </p:sp>
      <p:sp>
        <p:nvSpPr>
          <p:cNvPr id="69" name="path-113">
            <a:extLst xmlns:a="http://schemas.openxmlformats.org/drawingml/2006/main">
              <a:ext uri="{FF2B5EF4-FFF2-40B4-BE49-F238E27FC236}">
                <a16:creationId xmlns:a16="http://schemas.microsoft.com/office/drawing/2014/main" id="{413FD0E3-AD4F-4631-A5B2-DA1F81911EC2}"/>
              </a:ext>
            </a:extLst>
          </p:cNvPr>
          <p:cNvSpPr>
            <a:spLocks xmlns:a="http://schemas.openxmlformats.org/drawingml/2006/main" noGrp="1"/>
          </p:cNvSpPr>
          <p:nvPr/>
        </p:nvSpPr>
        <p:spPr>
          <a:xfrm xmlns:a="http://schemas.openxmlformats.org/drawingml/2006/main">
            <a:off x="1047750" y="2962275"/>
            <a:ext cx="3705225" cy="1209675"/>
          </a:xfrm>
          <a:custGeom xmlns:a="http://schemas.openxmlformats.org/drawingml/2006/main">
            <a:pathLst>
              <a:path w="3705225" h="1209675">
                <a:moveTo>
                  <a:pt x="0" y="1209675"/>
                </a:moveTo>
                <a:lnTo>
                  <a:pt x="0" y="495300"/>
                </a:lnTo>
                <a:lnTo>
                  <a:pt x="3705225" y="495300"/>
                </a:lnTo>
                <a:lnTo>
                  <a:pt x="3705225" y="0"/>
                </a:lnTo>
              </a:path>
            </a:pathLst>
          </a:custGeom>
          <a:noFill xmlns:a="http://schemas.openxmlformats.org/drawingml/2006/main"/>
          <a:ln xmlns:a="http://schemas.openxmlformats.org/drawingml/2006/main" w="19050">
            <a:solidFill>
              <a:srgbClr val="C86A1B"/>
            </a:solidFill>
            <a:prstDash val="dash"/>
          </a:ln>
        </p:spPr>
      </p:sp>
      <p:sp>
        <p:nvSpPr>
          <p:cNvPr id="70" name="path-114">
            <a:extLst xmlns:a="http://schemas.openxmlformats.org/drawingml/2006/main">
              <a:ext uri="{FF2B5EF4-FFF2-40B4-BE49-F238E27FC236}">
                <a16:creationId xmlns:a16="http://schemas.microsoft.com/office/drawing/2014/main" id="{48CF6C3C-4C65-4AC3-B854-EDD3E911F081}"/>
              </a:ext>
            </a:extLst>
          </p:cNvPr>
          <p:cNvSpPr>
            <a:spLocks xmlns:a="http://schemas.openxmlformats.org/drawingml/2006/main" noGrp="1"/>
          </p:cNvSpPr>
          <p:nvPr/>
        </p:nvSpPr>
        <p:spPr>
          <a:xfrm xmlns:a="http://schemas.openxmlformats.org/drawingml/2006/main">
            <a:off x="4709160" y="2962275"/>
            <a:ext cx="87630" cy="95250"/>
          </a:xfrm>
          <a:custGeom xmlns:a="http://schemas.openxmlformats.org/drawingml/2006/main">
            <a:pathLst>
              <a:path w="87630" h="95250">
                <a:moveTo>
                  <a:pt x="43815" y="0"/>
                </a:moveTo>
                <a:lnTo>
                  <a:pt x="0" y="95250"/>
                </a:lnTo>
                <a:lnTo>
                  <a:pt x="87630" y="95250"/>
                </a:lnTo>
                <a:close/>
              </a:path>
            </a:pathLst>
          </a:custGeom>
          <a:solidFill xmlns:a="http://schemas.openxmlformats.org/drawingml/2006/main">
            <a:srgbClr val="C86A1B"/>
          </a:solidFill>
          <a:ln xmlns:a="http://schemas.openxmlformats.org/drawingml/2006/main" w="0">
            <a:solidFill>
              <a:srgbClr val="C86A1B"/>
            </a:solidFill>
            <a:prstDash val="solid"/>
          </a:ln>
        </p:spPr>
      </p:sp>
      <p:sp>
        <p:nvSpPr>
          <p:cNvPr id="71" name="label-115">
            <a:extLst xmlns:a="http://schemas.openxmlformats.org/drawingml/2006/main">
              <a:ext uri="{FF2B5EF4-FFF2-40B4-BE49-F238E27FC236}">
                <a16:creationId xmlns:a16="http://schemas.microsoft.com/office/drawing/2014/main" id="{BFF4A412-9B95-41A3-8BA7-32A200C8FDE5}"/>
              </a:ext>
            </a:extLst>
          </p:cNvPr>
          <p:cNvSpPr>
            <a:spLocks xmlns:a="http://schemas.openxmlformats.org/drawingml/2006/main" noGrp="1"/>
          </p:cNvSpPr>
          <p:nvPr/>
        </p:nvSpPr>
        <p:spPr>
          <a:xfrm xmlns:a="http://schemas.openxmlformats.org/drawingml/2006/main">
            <a:off x="1752600" y="3171825"/>
            <a:ext cx="3333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C86A1B"/>
                </a:solidFill>
                <a:latin typeface="DejaVu Sans"/>
                <a:ea typeface="DejaVu Sans"/>
                <a:cs typeface="DejaVu Sans"/>
              </a:defRPr>
            </a:defPPr>
            <a:lvl1pPr algn="l">
              <a:defRPr sz="1500" b="0">
                <a:solidFill>
                  <a:srgbClr val="C86A1B"/>
                </a:solidFill>
                <a:latin typeface="DejaVu Sans"/>
                <a:ea typeface="DejaVu Sans"/>
                <a:cs typeface="DejaVu Sans"/>
              </a:defRPr>
            </a:lvl1pPr>
            <a:lvl2pPr algn="l">
              <a:defRPr sz="1500" b="0">
                <a:solidFill>
                  <a:srgbClr val="C86A1B"/>
                </a:solidFill>
                <a:latin typeface="DejaVu Sans"/>
                <a:ea typeface="DejaVu Sans"/>
                <a:cs typeface="DejaVu Sans"/>
              </a:defRPr>
            </a:lvl2pPr>
            <a:lvl3pPr algn="l">
              <a:defRPr sz="1500" b="0">
                <a:solidFill>
                  <a:srgbClr val="C86A1B"/>
                </a:solidFill>
                <a:latin typeface="DejaVu Sans"/>
                <a:ea typeface="DejaVu Sans"/>
                <a:cs typeface="DejaVu Sans"/>
              </a:defRPr>
            </a:lvl3pPr>
            <a:lvl4pPr algn="l">
              <a:defRPr sz="1500" b="0">
                <a:solidFill>
                  <a:srgbClr val="C86A1B"/>
                </a:solidFill>
                <a:latin typeface="DejaVu Sans"/>
                <a:ea typeface="DejaVu Sans"/>
                <a:cs typeface="DejaVu Sans"/>
              </a:defRPr>
            </a:lvl4pPr>
            <a:lvl5pPr algn="l">
              <a:defRPr sz="1500" b="0">
                <a:solidFill>
                  <a:srgbClr val="C86A1B"/>
                </a:solidFill>
                <a:latin typeface="DejaVu Sans"/>
                <a:ea typeface="DejaVu Sans"/>
                <a:cs typeface="DejaVu Sans"/>
              </a:defRPr>
            </a:lvl5pPr>
            <a:lvl6pPr algn="l">
              <a:defRPr sz="1500" b="0">
                <a:solidFill>
                  <a:srgbClr val="C86A1B"/>
                </a:solidFill>
                <a:latin typeface="DejaVu Sans"/>
                <a:ea typeface="DejaVu Sans"/>
                <a:cs typeface="DejaVu Sans"/>
              </a:defRPr>
            </a:lvl6pPr>
            <a:lvl7pPr algn="l">
              <a:defRPr sz="1500" b="0">
                <a:solidFill>
                  <a:srgbClr val="C86A1B"/>
                </a:solidFill>
                <a:latin typeface="DejaVu Sans"/>
                <a:ea typeface="DejaVu Sans"/>
                <a:cs typeface="DejaVu Sans"/>
              </a:defRPr>
            </a:lvl7pPr>
            <a:lvl8pPr algn="l">
              <a:defRPr sz="1500" b="0">
                <a:solidFill>
                  <a:srgbClr val="C86A1B"/>
                </a:solidFill>
                <a:latin typeface="DejaVu Sans"/>
                <a:ea typeface="DejaVu Sans"/>
                <a:cs typeface="DejaVu Sans"/>
              </a:defRPr>
            </a:lvl8pPr>
            <a:lvl9pPr algn="l">
              <a:defRPr sz="1500" b="0">
                <a:solidFill>
                  <a:srgbClr val="C86A1B"/>
                </a:solidFill>
                <a:latin typeface="DejaVu Sans"/>
                <a:ea typeface="DejaVu Sans"/>
                <a:cs typeface="DejaVu Sans"/>
              </a:defRPr>
            </a:lvl9pPr>
          </a:lstStyle>
          <a:p xmlns:a="http://schemas.openxmlformats.org/drawingml/2006/main">
            <a:pPr algn="l">
              <a:defRPr sz="1500" b="0">
                <a:solidFill>
                  <a:srgbClr val="C86A1B"/>
                </a:solidFill>
                <a:latin typeface="DejaVu Sans"/>
                <a:ea typeface="DejaVu Sans"/>
                <a:cs typeface="DejaVu Sans"/>
              </a:defRPr>
            </a:pPr>
            <a:r>
              <a:rPr sz="1500" b="0">
                <a:solidFill>
                  <a:srgbClr val="C86A1B"/>
                </a:solidFill>
                <a:latin typeface="DejaVu Sans"/>
                <a:ea typeface="DejaVu Sans"/>
                <a:cs typeface="DejaVu Sans"/>
              </a:rPr>
              <a:t>Projected sparse depth</a:t>
            </a:r>
          </a:p>
        </p:txBody>
      </p:sp>
      <p:sp>
        <p:nvSpPr>
          <p:cNvPr id="72" name="shape-116">
            <a:extLst xmlns:a="http://schemas.openxmlformats.org/drawingml/2006/main">
              <a:ext uri="{FF2B5EF4-FFF2-40B4-BE49-F238E27FC236}">
                <a16:creationId xmlns:a16="http://schemas.microsoft.com/office/drawing/2014/main" id="{CC9D19A6-310B-49B4-BDBD-D8A8A92C4343}"/>
              </a:ext>
            </a:extLst>
          </p:cNvPr>
          <p:cNvSpPr>
            <a:spLocks xmlns:a="http://schemas.openxmlformats.org/drawingml/2006/main" noGrp="1"/>
          </p:cNvSpPr>
          <p:nvPr/>
        </p:nvSpPr>
        <p:spPr>
          <a:xfrm xmlns:a="http://schemas.openxmlformats.org/drawingml/2006/main" rot="0">
            <a:off x="7867650" y="2867025"/>
            <a:ext cx="1666875" cy="971550"/>
          </a:xfrm>
          <a:prstGeom xmlns:a="http://schemas.openxmlformats.org/drawingml/2006/main" prst="rect">
            <a:avLst/>
          </a:prstGeom>
          <a:solidFill xmlns:a="http://schemas.openxmlformats.org/drawingml/2006/main">
            <a:srgbClr val="EEE7FA"/>
          </a:solidFill>
          <a:ln xmlns:a="http://schemas.openxmlformats.org/drawingml/2006/main" w="15240">
            <a:solidFill>
              <a:srgbClr val="7351C7"/>
            </a:solidFill>
            <a:prstDash val="solid"/>
          </a:ln>
        </p:spPr>
      </p:sp>
      <p:sp>
        <p:nvSpPr>
          <p:cNvPr id="73" name="label-117">
            <a:extLst xmlns:a="http://schemas.openxmlformats.org/drawingml/2006/main">
              <a:ext uri="{FF2B5EF4-FFF2-40B4-BE49-F238E27FC236}">
                <a16:creationId xmlns:a16="http://schemas.microsoft.com/office/drawing/2014/main" id="{944F5B0F-1554-4C01-AF7A-1DFD74D9B9F0}"/>
              </a:ext>
            </a:extLst>
          </p:cNvPr>
          <p:cNvSpPr>
            <a:spLocks xmlns:a="http://schemas.openxmlformats.org/drawingml/2006/main" noGrp="1"/>
          </p:cNvSpPr>
          <p:nvPr/>
        </p:nvSpPr>
        <p:spPr>
          <a:xfrm xmlns:a="http://schemas.openxmlformats.org/drawingml/2006/main">
            <a:off x="7943850" y="2914650"/>
            <a:ext cx="1514475"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75" b="1">
                <a:solidFill>
                  <a:srgbClr val="7351C7"/>
                </a:solidFill>
                <a:latin typeface="DejaVu Sans"/>
                <a:ea typeface="DejaVu Sans"/>
                <a:cs typeface="DejaVu Sans"/>
              </a:defRPr>
            </a:defPPr>
            <a:lvl1pPr algn="ctr">
              <a:defRPr sz="1875" b="1">
                <a:solidFill>
                  <a:srgbClr val="7351C7"/>
                </a:solidFill>
                <a:latin typeface="DejaVu Sans"/>
                <a:ea typeface="DejaVu Sans"/>
                <a:cs typeface="DejaVu Sans"/>
              </a:defRPr>
            </a:lvl1pPr>
            <a:lvl2pPr algn="ctr">
              <a:defRPr sz="1875" b="1">
                <a:solidFill>
                  <a:srgbClr val="7351C7"/>
                </a:solidFill>
                <a:latin typeface="DejaVu Sans"/>
                <a:ea typeface="DejaVu Sans"/>
                <a:cs typeface="DejaVu Sans"/>
              </a:defRPr>
            </a:lvl2pPr>
            <a:lvl3pPr algn="ctr">
              <a:defRPr sz="1875" b="1">
                <a:solidFill>
                  <a:srgbClr val="7351C7"/>
                </a:solidFill>
                <a:latin typeface="DejaVu Sans"/>
                <a:ea typeface="DejaVu Sans"/>
                <a:cs typeface="DejaVu Sans"/>
              </a:defRPr>
            </a:lvl3pPr>
            <a:lvl4pPr algn="ctr">
              <a:defRPr sz="1875" b="1">
                <a:solidFill>
                  <a:srgbClr val="7351C7"/>
                </a:solidFill>
                <a:latin typeface="DejaVu Sans"/>
                <a:ea typeface="DejaVu Sans"/>
                <a:cs typeface="DejaVu Sans"/>
              </a:defRPr>
            </a:lvl4pPr>
            <a:lvl5pPr algn="ctr">
              <a:defRPr sz="1875" b="1">
                <a:solidFill>
                  <a:srgbClr val="7351C7"/>
                </a:solidFill>
                <a:latin typeface="DejaVu Sans"/>
                <a:ea typeface="DejaVu Sans"/>
                <a:cs typeface="DejaVu Sans"/>
              </a:defRPr>
            </a:lvl5pPr>
            <a:lvl6pPr algn="ctr">
              <a:defRPr sz="1875" b="1">
                <a:solidFill>
                  <a:srgbClr val="7351C7"/>
                </a:solidFill>
                <a:latin typeface="DejaVu Sans"/>
                <a:ea typeface="DejaVu Sans"/>
                <a:cs typeface="DejaVu Sans"/>
              </a:defRPr>
            </a:lvl6pPr>
            <a:lvl7pPr algn="ctr">
              <a:defRPr sz="1875" b="1">
                <a:solidFill>
                  <a:srgbClr val="7351C7"/>
                </a:solidFill>
                <a:latin typeface="DejaVu Sans"/>
                <a:ea typeface="DejaVu Sans"/>
                <a:cs typeface="DejaVu Sans"/>
              </a:defRPr>
            </a:lvl7pPr>
            <a:lvl8pPr algn="ctr">
              <a:defRPr sz="1875" b="1">
                <a:solidFill>
                  <a:srgbClr val="7351C7"/>
                </a:solidFill>
                <a:latin typeface="DejaVu Sans"/>
                <a:ea typeface="DejaVu Sans"/>
                <a:cs typeface="DejaVu Sans"/>
              </a:defRPr>
            </a:lvl8pPr>
            <a:lvl9pPr algn="ctr">
              <a:defRPr sz="1875" b="1">
                <a:solidFill>
                  <a:srgbClr val="7351C7"/>
                </a:solidFill>
                <a:latin typeface="DejaVu Sans"/>
                <a:ea typeface="DejaVu Sans"/>
                <a:cs typeface="DejaVu Sans"/>
              </a:defRPr>
            </a:lvl9pPr>
          </a:lstStyle>
          <a:p xmlns:a="http://schemas.openxmlformats.org/drawingml/2006/main">
            <a:pPr algn="ctr">
              <a:defRPr sz="1875" b="1">
                <a:solidFill>
                  <a:srgbClr val="7351C7"/>
                </a:solidFill>
                <a:latin typeface="DejaVu Sans"/>
                <a:ea typeface="DejaVu Sans"/>
                <a:cs typeface="DejaVu Sans"/>
              </a:defRPr>
            </a:pPr>
            <a:r>
              <a:rPr sz="1875" b="1">
                <a:solidFill>
                  <a:srgbClr val="7351C7"/>
                </a:solidFill>
                <a:latin typeface="DejaVu Sans"/>
                <a:ea typeface="DejaVu Sans"/>
                <a:cs typeface="DejaVu Sans"/>
              </a:rPr>
              <a:t>Spatial</a:t>
            </a:r>
          </a:p>
          <a:p xmlns:a="http://schemas.openxmlformats.org/drawingml/2006/main">
            <a:pPr algn="ctr">
              <a:defRPr sz="1875" b="1">
                <a:solidFill>
                  <a:srgbClr val="7351C7"/>
                </a:solidFill>
                <a:latin typeface="DejaVu Sans"/>
                <a:ea typeface="DejaVu Sans"/>
                <a:cs typeface="DejaVu Sans"/>
              </a:defRPr>
            </a:pPr>
            <a:r>
              <a:rPr sz="1875" b="1">
                <a:solidFill>
                  <a:srgbClr val="7351C7"/>
                </a:solidFill>
                <a:latin typeface="DejaVu Sans"/>
                <a:ea typeface="DejaVu Sans"/>
                <a:cs typeface="DejaVu Sans"/>
              </a:rPr>
              <a:t>fusion gate</a:t>
            </a:r>
          </a:p>
        </p:txBody>
      </p:sp>
      <p:sp>
        <p:nvSpPr>
          <p:cNvPr id="74" name="path-118">
            <a:extLst xmlns:a="http://schemas.openxmlformats.org/drawingml/2006/main">
              <a:ext uri="{FF2B5EF4-FFF2-40B4-BE49-F238E27FC236}">
                <a16:creationId xmlns:a16="http://schemas.microsoft.com/office/drawing/2014/main" id="{79E2A015-6CCC-4235-A895-2E41C566FA45}"/>
              </a:ext>
            </a:extLst>
          </p:cNvPr>
          <p:cNvSpPr>
            <a:spLocks xmlns:a="http://schemas.openxmlformats.org/drawingml/2006/main" noGrp="1"/>
          </p:cNvSpPr>
          <p:nvPr/>
        </p:nvSpPr>
        <p:spPr>
          <a:xfrm xmlns:a="http://schemas.openxmlformats.org/drawingml/2006/main">
            <a:off x="7334250" y="2514600"/>
            <a:ext cx="533400" cy="619125"/>
          </a:xfrm>
          <a:custGeom xmlns:a="http://schemas.openxmlformats.org/drawingml/2006/main">
            <a:pathLst>
              <a:path w="533400" h="619125">
                <a:moveTo>
                  <a:pt x="0" y="0"/>
                </a:moveTo>
                <a:lnTo>
                  <a:pt x="257175" y="0"/>
                </a:lnTo>
                <a:lnTo>
                  <a:pt x="257175" y="619125"/>
                </a:lnTo>
                <a:lnTo>
                  <a:pt x="533400" y="619125"/>
                </a:lnTo>
              </a:path>
            </a:pathLst>
          </a:custGeom>
          <a:noFill xmlns:a="http://schemas.openxmlformats.org/drawingml/2006/main"/>
          <a:ln xmlns:a="http://schemas.openxmlformats.org/drawingml/2006/main" w="22860">
            <a:solidFill>
              <a:srgbClr val="1674D1"/>
            </a:solidFill>
            <a:prstDash val="solid"/>
          </a:ln>
        </p:spPr>
      </p:sp>
      <p:sp>
        <p:nvSpPr>
          <p:cNvPr id="75" name="path-119">
            <a:extLst xmlns:a="http://schemas.openxmlformats.org/drawingml/2006/main">
              <a:ext uri="{FF2B5EF4-FFF2-40B4-BE49-F238E27FC236}">
                <a16:creationId xmlns:a16="http://schemas.microsoft.com/office/drawing/2014/main" id="{BAF2E170-1572-4874-9E3F-7E6637042847}"/>
              </a:ext>
            </a:extLst>
          </p:cNvPr>
          <p:cNvSpPr>
            <a:spLocks xmlns:a="http://schemas.openxmlformats.org/drawingml/2006/main" noGrp="1"/>
          </p:cNvSpPr>
          <p:nvPr/>
        </p:nvSpPr>
        <p:spPr>
          <a:xfrm xmlns:a="http://schemas.openxmlformats.org/drawingml/2006/main">
            <a:off x="7772400" y="3089910"/>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1674D1"/>
          </a:solidFill>
          <a:ln xmlns:a="http://schemas.openxmlformats.org/drawingml/2006/main" w="0">
            <a:solidFill>
              <a:srgbClr val="1674D1"/>
            </a:solidFill>
            <a:prstDash val="solid"/>
          </a:ln>
        </p:spPr>
      </p:sp>
      <p:sp>
        <p:nvSpPr>
          <p:cNvPr id="76" name="path-120">
            <a:extLst xmlns:a="http://schemas.openxmlformats.org/drawingml/2006/main">
              <a:ext uri="{FF2B5EF4-FFF2-40B4-BE49-F238E27FC236}">
                <a16:creationId xmlns:a16="http://schemas.microsoft.com/office/drawing/2014/main" id="{EB2BB30D-1D69-4839-BB0A-6B4B31C5BB34}"/>
              </a:ext>
            </a:extLst>
          </p:cNvPr>
          <p:cNvSpPr>
            <a:spLocks xmlns:a="http://schemas.openxmlformats.org/drawingml/2006/main" noGrp="1"/>
          </p:cNvSpPr>
          <p:nvPr/>
        </p:nvSpPr>
        <p:spPr>
          <a:xfrm xmlns:a="http://schemas.openxmlformats.org/drawingml/2006/main">
            <a:off x="7334250" y="3571875"/>
            <a:ext cx="533400" cy="1162050"/>
          </a:xfrm>
          <a:custGeom xmlns:a="http://schemas.openxmlformats.org/drawingml/2006/main">
            <a:pathLst>
              <a:path w="533400" h="1162050">
                <a:moveTo>
                  <a:pt x="0" y="1162050"/>
                </a:moveTo>
                <a:lnTo>
                  <a:pt x="257175" y="1162050"/>
                </a:lnTo>
                <a:lnTo>
                  <a:pt x="257175" y="0"/>
                </a:lnTo>
                <a:lnTo>
                  <a:pt x="533400" y="0"/>
                </a:lnTo>
              </a:path>
            </a:pathLst>
          </a:custGeom>
          <a:noFill xmlns:a="http://schemas.openxmlformats.org/drawingml/2006/main"/>
          <a:ln xmlns:a="http://schemas.openxmlformats.org/drawingml/2006/main" w="22860">
            <a:solidFill>
              <a:srgbClr val="C86A1B"/>
            </a:solidFill>
            <a:prstDash val="solid"/>
          </a:ln>
        </p:spPr>
      </p:sp>
      <p:sp>
        <p:nvSpPr>
          <p:cNvPr id="77" name="path-121">
            <a:extLst xmlns:a="http://schemas.openxmlformats.org/drawingml/2006/main">
              <a:ext uri="{FF2B5EF4-FFF2-40B4-BE49-F238E27FC236}">
                <a16:creationId xmlns:a16="http://schemas.microsoft.com/office/drawing/2014/main" id="{9D81605C-9462-4CF2-801F-0CA25C6F91CE}"/>
              </a:ext>
            </a:extLst>
          </p:cNvPr>
          <p:cNvSpPr>
            <a:spLocks xmlns:a="http://schemas.openxmlformats.org/drawingml/2006/main" noGrp="1"/>
          </p:cNvSpPr>
          <p:nvPr/>
        </p:nvSpPr>
        <p:spPr>
          <a:xfrm xmlns:a="http://schemas.openxmlformats.org/drawingml/2006/main">
            <a:off x="7772400" y="3528060"/>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C86A1B"/>
          </a:solidFill>
          <a:ln xmlns:a="http://schemas.openxmlformats.org/drawingml/2006/main" w="0">
            <a:solidFill>
              <a:srgbClr val="C86A1B"/>
            </a:solidFill>
            <a:prstDash val="solid"/>
          </a:ln>
        </p:spPr>
      </p:sp>
      <p:sp>
        <p:nvSpPr>
          <p:cNvPr id="78" name="path-122">
            <a:extLst xmlns:a="http://schemas.openxmlformats.org/drawingml/2006/main">
              <a:ext uri="{FF2B5EF4-FFF2-40B4-BE49-F238E27FC236}">
                <a16:creationId xmlns:a16="http://schemas.microsoft.com/office/drawing/2014/main" id="{58AFFC22-E235-4C9C-A2B0-E6E77A6D02F1}"/>
              </a:ext>
            </a:extLst>
          </p:cNvPr>
          <p:cNvSpPr>
            <a:spLocks xmlns:a="http://schemas.openxmlformats.org/drawingml/2006/main" noGrp="1"/>
          </p:cNvSpPr>
          <p:nvPr/>
        </p:nvSpPr>
        <p:spPr>
          <a:xfrm xmlns:a="http://schemas.openxmlformats.org/drawingml/2006/main">
            <a:off x="8696325" y="3838575"/>
            <a:ext cx="953" cy="485775"/>
          </a:xfrm>
          <a:custGeom xmlns:a="http://schemas.openxmlformats.org/drawingml/2006/main">
            <a:pathLst>
              <a:path w="953" h="485775">
                <a:moveTo>
                  <a:pt x="0" y="0"/>
                </a:moveTo>
                <a:lnTo>
                  <a:pt x="0" y="485775"/>
                </a:lnTo>
              </a:path>
            </a:pathLst>
          </a:custGeom>
          <a:noFill xmlns:a="http://schemas.openxmlformats.org/drawingml/2006/main"/>
          <a:ln xmlns:a="http://schemas.openxmlformats.org/drawingml/2006/main" w="22860">
            <a:solidFill>
              <a:srgbClr val="7351C7"/>
            </a:solidFill>
            <a:prstDash val="solid"/>
          </a:ln>
        </p:spPr>
      </p:sp>
      <p:sp>
        <p:nvSpPr>
          <p:cNvPr id="79" name="path-123">
            <a:extLst xmlns:a="http://schemas.openxmlformats.org/drawingml/2006/main">
              <a:ext uri="{FF2B5EF4-FFF2-40B4-BE49-F238E27FC236}">
                <a16:creationId xmlns:a16="http://schemas.microsoft.com/office/drawing/2014/main" id="{CC41E9D6-CFBA-4208-9770-84F62B8288C3}"/>
              </a:ext>
            </a:extLst>
          </p:cNvPr>
          <p:cNvSpPr>
            <a:spLocks xmlns:a="http://schemas.openxmlformats.org/drawingml/2006/main" noGrp="1"/>
          </p:cNvSpPr>
          <p:nvPr/>
        </p:nvSpPr>
        <p:spPr>
          <a:xfrm xmlns:a="http://schemas.openxmlformats.org/drawingml/2006/main">
            <a:off x="8652510" y="4229100"/>
            <a:ext cx="87630" cy="95250"/>
          </a:xfrm>
          <a:custGeom xmlns:a="http://schemas.openxmlformats.org/drawingml/2006/main">
            <a:pathLst>
              <a:path w="87630" h="95250">
                <a:moveTo>
                  <a:pt x="43815" y="95250"/>
                </a:moveTo>
                <a:lnTo>
                  <a:pt x="87630" y="0"/>
                </a:lnTo>
                <a:lnTo>
                  <a:pt x="0" y="0"/>
                </a:lnTo>
                <a:close/>
              </a:path>
            </a:pathLst>
          </a:custGeom>
          <a:solidFill xmlns:a="http://schemas.openxmlformats.org/drawingml/2006/main">
            <a:srgbClr val="7351C7"/>
          </a:solidFill>
          <a:ln xmlns:a="http://schemas.openxmlformats.org/drawingml/2006/main" w="0">
            <a:solidFill>
              <a:srgbClr val="7351C7"/>
            </a:solidFill>
            <a:prstDash val="solid"/>
          </a:ln>
        </p:spPr>
      </p:sp>
      <p:sp>
        <p:nvSpPr>
          <p:cNvPr id="80" name="shape-124">
            <a:extLst xmlns:a="http://schemas.openxmlformats.org/drawingml/2006/main">
              <a:ext uri="{FF2B5EF4-FFF2-40B4-BE49-F238E27FC236}">
                <a16:creationId xmlns:a16="http://schemas.microsoft.com/office/drawing/2014/main" id="{7BA17DFA-EB48-4C44-8247-195F237CEAB0}"/>
              </a:ext>
            </a:extLst>
          </p:cNvPr>
          <p:cNvSpPr>
            <a:spLocks xmlns:a="http://schemas.openxmlformats.org/drawingml/2006/main" noGrp="1"/>
          </p:cNvSpPr>
          <p:nvPr/>
        </p:nvSpPr>
        <p:spPr>
          <a:xfrm xmlns:a="http://schemas.openxmlformats.org/drawingml/2006/main" rot="0">
            <a:off x="7867650" y="4324350"/>
            <a:ext cx="1666875" cy="876300"/>
          </a:xfrm>
          <a:prstGeom xmlns:a="http://schemas.openxmlformats.org/drawingml/2006/main" prst="rect">
            <a:avLst/>
          </a:prstGeom>
          <a:solidFill xmlns:a="http://schemas.openxmlformats.org/drawingml/2006/main">
            <a:srgbClr val="E5EBF2"/>
          </a:solidFill>
          <a:ln xmlns:a="http://schemas.openxmlformats.org/drawingml/2006/main" w="15240">
            <a:solidFill>
              <a:srgbClr val="304C68"/>
            </a:solidFill>
            <a:prstDash val="solid"/>
          </a:ln>
        </p:spPr>
      </p:sp>
      <p:sp>
        <p:nvSpPr>
          <p:cNvPr id="81" name="label-125">
            <a:extLst xmlns:a="http://schemas.openxmlformats.org/drawingml/2006/main">
              <a:ext uri="{FF2B5EF4-FFF2-40B4-BE49-F238E27FC236}">
                <a16:creationId xmlns:a16="http://schemas.microsoft.com/office/drawing/2014/main" id="{41DEF1C0-767B-4282-88B5-2B1C13CA9A0D}"/>
              </a:ext>
            </a:extLst>
          </p:cNvPr>
          <p:cNvSpPr>
            <a:spLocks xmlns:a="http://schemas.openxmlformats.org/drawingml/2006/main" noGrp="1"/>
          </p:cNvSpPr>
          <p:nvPr/>
        </p:nvSpPr>
        <p:spPr>
          <a:xfrm xmlns:a="http://schemas.openxmlformats.org/drawingml/2006/main">
            <a:off x="7943850" y="4371975"/>
            <a:ext cx="151447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75" b="1">
                <a:solidFill>
                  <a:srgbClr val="304C68"/>
                </a:solidFill>
                <a:latin typeface="DejaVu Sans"/>
                <a:ea typeface="DejaVu Sans"/>
                <a:cs typeface="DejaVu Sans"/>
              </a:defRPr>
            </a:defPPr>
            <a:lvl1pPr algn="ctr">
              <a:defRPr sz="1875" b="1">
                <a:solidFill>
                  <a:srgbClr val="304C68"/>
                </a:solidFill>
                <a:latin typeface="DejaVu Sans"/>
                <a:ea typeface="DejaVu Sans"/>
                <a:cs typeface="DejaVu Sans"/>
              </a:defRPr>
            </a:lvl1pPr>
            <a:lvl2pPr algn="ctr">
              <a:defRPr sz="1875" b="1">
                <a:solidFill>
                  <a:srgbClr val="304C68"/>
                </a:solidFill>
                <a:latin typeface="DejaVu Sans"/>
                <a:ea typeface="DejaVu Sans"/>
                <a:cs typeface="DejaVu Sans"/>
              </a:defRPr>
            </a:lvl2pPr>
            <a:lvl3pPr algn="ctr">
              <a:defRPr sz="1875" b="1">
                <a:solidFill>
                  <a:srgbClr val="304C68"/>
                </a:solidFill>
                <a:latin typeface="DejaVu Sans"/>
                <a:ea typeface="DejaVu Sans"/>
                <a:cs typeface="DejaVu Sans"/>
              </a:defRPr>
            </a:lvl3pPr>
            <a:lvl4pPr algn="ctr">
              <a:defRPr sz="1875" b="1">
                <a:solidFill>
                  <a:srgbClr val="304C68"/>
                </a:solidFill>
                <a:latin typeface="DejaVu Sans"/>
                <a:ea typeface="DejaVu Sans"/>
                <a:cs typeface="DejaVu Sans"/>
              </a:defRPr>
            </a:lvl4pPr>
            <a:lvl5pPr algn="ctr">
              <a:defRPr sz="1875" b="1">
                <a:solidFill>
                  <a:srgbClr val="304C68"/>
                </a:solidFill>
                <a:latin typeface="DejaVu Sans"/>
                <a:ea typeface="DejaVu Sans"/>
                <a:cs typeface="DejaVu Sans"/>
              </a:defRPr>
            </a:lvl5pPr>
            <a:lvl6pPr algn="ctr">
              <a:defRPr sz="1875" b="1">
                <a:solidFill>
                  <a:srgbClr val="304C68"/>
                </a:solidFill>
                <a:latin typeface="DejaVu Sans"/>
                <a:ea typeface="DejaVu Sans"/>
                <a:cs typeface="DejaVu Sans"/>
              </a:defRPr>
            </a:lvl6pPr>
            <a:lvl7pPr algn="ctr">
              <a:defRPr sz="1875" b="1">
                <a:solidFill>
                  <a:srgbClr val="304C68"/>
                </a:solidFill>
                <a:latin typeface="DejaVu Sans"/>
                <a:ea typeface="DejaVu Sans"/>
                <a:cs typeface="DejaVu Sans"/>
              </a:defRPr>
            </a:lvl7pPr>
            <a:lvl8pPr algn="ctr">
              <a:defRPr sz="1875" b="1">
                <a:solidFill>
                  <a:srgbClr val="304C68"/>
                </a:solidFill>
                <a:latin typeface="DejaVu Sans"/>
                <a:ea typeface="DejaVu Sans"/>
                <a:cs typeface="DejaVu Sans"/>
              </a:defRPr>
            </a:lvl8pPr>
            <a:lvl9pPr algn="ctr">
              <a:defRPr sz="1875" b="1">
                <a:solidFill>
                  <a:srgbClr val="304C68"/>
                </a:solidFill>
                <a:latin typeface="DejaVu Sans"/>
                <a:ea typeface="DejaVu Sans"/>
                <a:cs typeface="DejaVu Sans"/>
              </a:defRPr>
            </a:lvl9pPr>
          </a:lstStyle>
          <a:p xmlns:a="http://schemas.openxmlformats.org/drawingml/2006/main">
            <a:pPr algn="ctr">
              <a:defRPr sz="1875" b="1">
                <a:solidFill>
                  <a:srgbClr val="304C68"/>
                </a:solidFill>
                <a:latin typeface="DejaVu Sans"/>
                <a:ea typeface="DejaVu Sans"/>
                <a:cs typeface="DejaVu Sans"/>
              </a:defRPr>
            </a:pPr>
            <a:r>
              <a:rPr sz="1875" b="1">
                <a:solidFill>
                  <a:srgbClr val="304C68"/>
                </a:solidFill>
                <a:latin typeface="DejaVu Sans"/>
                <a:ea typeface="DejaVu Sans"/>
                <a:cs typeface="DejaVu Sans"/>
              </a:rPr>
              <a:t>SECOND</a:t>
            </a:r>
          </a:p>
          <a:p xmlns:a="http://schemas.openxmlformats.org/drawingml/2006/main">
            <a:pPr algn="ctr">
              <a:defRPr sz="1875" b="1">
                <a:solidFill>
                  <a:srgbClr val="304C68"/>
                </a:solidFill>
                <a:latin typeface="DejaVu Sans"/>
                <a:ea typeface="DejaVu Sans"/>
                <a:cs typeface="DejaVu Sans"/>
              </a:defRPr>
            </a:pPr>
            <a:r>
              <a:rPr sz="1875" b="1">
                <a:solidFill>
                  <a:srgbClr val="304C68"/>
                </a:solidFill>
                <a:latin typeface="DejaVu Sans"/>
                <a:ea typeface="DejaVu Sans"/>
                <a:cs typeface="DejaVu Sans"/>
              </a:rPr>
              <a:t>+ FPN</a:t>
            </a:r>
          </a:p>
        </p:txBody>
      </p:sp>
      <p:sp>
        <p:nvSpPr>
          <p:cNvPr id="82" name="path-126">
            <a:extLst xmlns:a="http://schemas.openxmlformats.org/drawingml/2006/main">
              <a:ext uri="{FF2B5EF4-FFF2-40B4-BE49-F238E27FC236}">
                <a16:creationId xmlns:a16="http://schemas.microsoft.com/office/drawing/2014/main" id="{065EF779-36ED-47B8-B443-AC0880120871}"/>
              </a:ext>
            </a:extLst>
          </p:cNvPr>
          <p:cNvSpPr>
            <a:spLocks xmlns:a="http://schemas.openxmlformats.org/drawingml/2006/main" noGrp="1"/>
          </p:cNvSpPr>
          <p:nvPr/>
        </p:nvSpPr>
        <p:spPr>
          <a:xfrm xmlns:a="http://schemas.openxmlformats.org/drawingml/2006/main">
            <a:off x="9534525" y="1895475"/>
            <a:ext cx="381000" cy="2867025"/>
          </a:xfrm>
          <a:custGeom xmlns:a="http://schemas.openxmlformats.org/drawingml/2006/main">
            <a:pathLst>
              <a:path w="381000" h="2867025">
                <a:moveTo>
                  <a:pt x="0" y="2867025"/>
                </a:moveTo>
                <a:lnTo>
                  <a:pt x="180975" y="2867025"/>
                </a:lnTo>
                <a:lnTo>
                  <a:pt x="180975" y="0"/>
                </a:lnTo>
                <a:lnTo>
                  <a:pt x="381000" y="0"/>
                </a:lnTo>
              </a:path>
            </a:pathLst>
          </a:custGeom>
          <a:noFill xmlns:a="http://schemas.openxmlformats.org/drawingml/2006/main"/>
          <a:ln xmlns:a="http://schemas.openxmlformats.org/drawingml/2006/main" w="22860">
            <a:solidFill>
              <a:srgbClr val="304C68"/>
            </a:solidFill>
            <a:prstDash val="solid"/>
          </a:ln>
        </p:spPr>
      </p:sp>
      <p:sp>
        <p:nvSpPr>
          <p:cNvPr id="83" name="path-127">
            <a:extLst xmlns:a="http://schemas.openxmlformats.org/drawingml/2006/main">
              <a:ext uri="{FF2B5EF4-FFF2-40B4-BE49-F238E27FC236}">
                <a16:creationId xmlns:a16="http://schemas.microsoft.com/office/drawing/2014/main" id="{EF0A2B05-DED7-4E5E-97D5-946C4E6F7259}"/>
              </a:ext>
            </a:extLst>
          </p:cNvPr>
          <p:cNvSpPr>
            <a:spLocks xmlns:a="http://schemas.openxmlformats.org/drawingml/2006/main" noGrp="1"/>
          </p:cNvSpPr>
          <p:nvPr/>
        </p:nvSpPr>
        <p:spPr>
          <a:xfrm xmlns:a="http://schemas.openxmlformats.org/drawingml/2006/main">
            <a:off x="9820275" y="1851660"/>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304C68"/>
          </a:solidFill>
          <a:ln xmlns:a="http://schemas.openxmlformats.org/drawingml/2006/main" w="0">
            <a:solidFill>
              <a:srgbClr val="304C68"/>
            </a:solidFill>
            <a:prstDash val="solid"/>
          </a:ln>
        </p:spPr>
      </p:sp>
      <p:sp>
        <p:nvSpPr>
          <p:cNvPr id="84" name="shape-128">
            <a:extLst xmlns:a="http://schemas.openxmlformats.org/drawingml/2006/main">
              <a:ext uri="{FF2B5EF4-FFF2-40B4-BE49-F238E27FC236}">
                <a16:creationId xmlns:a16="http://schemas.microsoft.com/office/drawing/2014/main" id="{B2D02BB8-9CD0-4376-82DC-C696F262484B}"/>
              </a:ext>
            </a:extLst>
          </p:cNvPr>
          <p:cNvSpPr>
            <a:spLocks xmlns:a="http://schemas.openxmlformats.org/drawingml/2006/main" noGrp="1"/>
          </p:cNvSpPr>
          <p:nvPr/>
        </p:nvSpPr>
        <p:spPr>
          <a:xfrm xmlns:a="http://schemas.openxmlformats.org/drawingml/2006/main" rot="0">
            <a:off x="9915525" y="1438275"/>
            <a:ext cx="1743075" cy="885825"/>
          </a:xfrm>
          <a:prstGeom xmlns:a="http://schemas.openxmlformats.org/drawingml/2006/main" prst="rect">
            <a:avLst/>
          </a:prstGeom>
          <a:solidFill xmlns:a="http://schemas.openxmlformats.org/drawingml/2006/main">
            <a:srgbClr val="E5EBF2"/>
          </a:solidFill>
          <a:ln xmlns:a="http://schemas.openxmlformats.org/drawingml/2006/main" w="15240">
            <a:solidFill>
              <a:srgbClr val="304C68"/>
            </a:solidFill>
            <a:prstDash val="solid"/>
          </a:ln>
        </p:spPr>
      </p:sp>
      <p:sp>
        <p:nvSpPr>
          <p:cNvPr id="85" name="label-129">
            <a:extLst xmlns:a="http://schemas.openxmlformats.org/drawingml/2006/main">
              <a:ext uri="{FF2B5EF4-FFF2-40B4-BE49-F238E27FC236}">
                <a16:creationId xmlns:a16="http://schemas.microsoft.com/office/drawing/2014/main" id="{33C3F5A1-C586-40AD-9D6C-DF439585025A}"/>
              </a:ext>
            </a:extLst>
          </p:cNvPr>
          <p:cNvSpPr>
            <a:spLocks xmlns:a="http://schemas.openxmlformats.org/drawingml/2006/main" noGrp="1"/>
          </p:cNvSpPr>
          <p:nvPr/>
        </p:nvSpPr>
        <p:spPr>
          <a:xfrm xmlns:a="http://schemas.openxmlformats.org/drawingml/2006/main">
            <a:off x="9991725" y="1485900"/>
            <a:ext cx="1590675"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304C68"/>
                </a:solidFill>
                <a:latin typeface="DejaVu Sans"/>
                <a:ea typeface="DejaVu Sans"/>
                <a:cs typeface="DejaVu Sans"/>
              </a:defRPr>
            </a:defPPr>
            <a:lvl1pPr algn="ctr">
              <a:defRPr sz="1800" b="1">
                <a:solidFill>
                  <a:srgbClr val="304C68"/>
                </a:solidFill>
                <a:latin typeface="DejaVu Sans"/>
                <a:ea typeface="DejaVu Sans"/>
                <a:cs typeface="DejaVu Sans"/>
              </a:defRPr>
            </a:lvl1pPr>
            <a:lvl2pPr algn="ctr">
              <a:defRPr sz="1800" b="1">
                <a:solidFill>
                  <a:srgbClr val="304C68"/>
                </a:solidFill>
                <a:latin typeface="DejaVu Sans"/>
                <a:ea typeface="DejaVu Sans"/>
                <a:cs typeface="DejaVu Sans"/>
              </a:defRPr>
            </a:lvl2pPr>
            <a:lvl3pPr algn="ctr">
              <a:defRPr sz="1800" b="1">
                <a:solidFill>
                  <a:srgbClr val="304C68"/>
                </a:solidFill>
                <a:latin typeface="DejaVu Sans"/>
                <a:ea typeface="DejaVu Sans"/>
                <a:cs typeface="DejaVu Sans"/>
              </a:defRPr>
            </a:lvl3pPr>
            <a:lvl4pPr algn="ctr">
              <a:defRPr sz="1800" b="1">
                <a:solidFill>
                  <a:srgbClr val="304C68"/>
                </a:solidFill>
                <a:latin typeface="DejaVu Sans"/>
                <a:ea typeface="DejaVu Sans"/>
                <a:cs typeface="DejaVu Sans"/>
              </a:defRPr>
            </a:lvl4pPr>
            <a:lvl5pPr algn="ctr">
              <a:defRPr sz="1800" b="1">
                <a:solidFill>
                  <a:srgbClr val="304C68"/>
                </a:solidFill>
                <a:latin typeface="DejaVu Sans"/>
                <a:ea typeface="DejaVu Sans"/>
                <a:cs typeface="DejaVu Sans"/>
              </a:defRPr>
            </a:lvl5pPr>
            <a:lvl6pPr algn="ctr">
              <a:defRPr sz="1800" b="1">
                <a:solidFill>
                  <a:srgbClr val="304C68"/>
                </a:solidFill>
                <a:latin typeface="DejaVu Sans"/>
                <a:ea typeface="DejaVu Sans"/>
                <a:cs typeface="DejaVu Sans"/>
              </a:defRPr>
            </a:lvl6pPr>
            <a:lvl7pPr algn="ctr">
              <a:defRPr sz="1800" b="1">
                <a:solidFill>
                  <a:srgbClr val="304C68"/>
                </a:solidFill>
                <a:latin typeface="DejaVu Sans"/>
                <a:ea typeface="DejaVu Sans"/>
                <a:cs typeface="DejaVu Sans"/>
              </a:defRPr>
            </a:lvl7pPr>
            <a:lvl8pPr algn="ctr">
              <a:defRPr sz="1800" b="1">
                <a:solidFill>
                  <a:srgbClr val="304C68"/>
                </a:solidFill>
                <a:latin typeface="DejaVu Sans"/>
                <a:ea typeface="DejaVu Sans"/>
                <a:cs typeface="DejaVu Sans"/>
              </a:defRPr>
            </a:lvl8pPr>
            <a:lvl9pPr algn="ctr">
              <a:defRPr sz="1800" b="1">
                <a:solidFill>
                  <a:srgbClr val="304C68"/>
                </a:solidFill>
                <a:latin typeface="DejaVu Sans"/>
                <a:ea typeface="DejaVu Sans"/>
                <a:cs typeface="DejaVu Sans"/>
              </a:defRPr>
            </a:lvl9pPr>
          </a:lstStyle>
          <a:p xmlns:a="http://schemas.openxmlformats.org/drawingml/2006/main">
            <a:pPr algn="ctr">
              <a:defRPr sz="1800" b="1">
                <a:solidFill>
                  <a:srgbClr val="304C68"/>
                </a:solidFill>
                <a:latin typeface="DejaVu Sans"/>
                <a:ea typeface="DejaVu Sans"/>
                <a:cs typeface="DejaVu Sans"/>
              </a:defRPr>
            </a:pPr>
            <a:r>
              <a:rPr sz="1800" b="1">
                <a:solidFill>
                  <a:srgbClr val="304C68"/>
                </a:solidFill>
                <a:latin typeface="DejaVu Sans"/>
                <a:ea typeface="DejaVu Sans"/>
                <a:cs typeface="DejaVu Sans"/>
              </a:rPr>
              <a:t>TransFusion</a:t>
            </a:r>
          </a:p>
          <a:p xmlns:a="http://schemas.openxmlformats.org/drawingml/2006/main">
            <a:pPr algn="ctr">
              <a:defRPr sz="1800" b="1">
                <a:solidFill>
                  <a:srgbClr val="304C68"/>
                </a:solidFill>
                <a:latin typeface="DejaVu Sans"/>
                <a:ea typeface="DejaVu Sans"/>
                <a:cs typeface="DejaVu Sans"/>
              </a:defRPr>
            </a:pPr>
            <a:r>
              <a:rPr sz="1800" b="1">
                <a:solidFill>
                  <a:srgbClr val="304C68"/>
                </a:solidFill>
                <a:latin typeface="DejaVu Sans"/>
                <a:ea typeface="DejaVu Sans"/>
                <a:cs typeface="DejaVu Sans"/>
              </a:rPr>
              <a:t>200 queries</a:t>
            </a:r>
          </a:p>
        </p:txBody>
      </p:sp>
      <p:sp>
        <p:nvSpPr>
          <p:cNvPr id="86" name="path-130">
            <a:extLst xmlns:a="http://schemas.openxmlformats.org/drawingml/2006/main">
              <a:ext uri="{FF2B5EF4-FFF2-40B4-BE49-F238E27FC236}">
                <a16:creationId xmlns:a16="http://schemas.microsoft.com/office/drawing/2014/main" id="{3997293E-D9FD-4E39-A0D3-8CC05519582E}"/>
              </a:ext>
            </a:extLst>
          </p:cNvPr>
          <p:cNvSpPr>
            <a:spLocks xmlns:a="http://schemas.openxmlformats.org/drawingml/2006/main" noGrp="1"/>
          </p:cNvSpPr>
          <p:nvPr/>
        </p:nvSpPr>
        <p:spPr>
          <a:xfrm xmlns:a="http://schemas.openxmlformats.org/drawingml/2006/main">
            <a:off x="10782300" y="2324100"/>
            <a:ext cx="953" cy="533400"/>
          </a:xfrm>
          <a:custGeom xmlns:a="http://schemas.openxmlformats.org/drawingml/2006/main">
            <a:pathLst>
              <a:path w="953" h="533400">
                <a:moveTo>
                  <a:pt x="0" y="0"/>
                </a:moveTo>
                <a:lnTo>
                  <a:pt x="0" y="533400"/>
                </a:lnTo>
              </a:path>
            </a:pathLst>
          </a:custGeom>
          <a:noFill xmlns:a="http://schemas.openxmlformats.org/drawingml/2006/main"/>
          <a:ln xmlns:a="http://schemas.openxmlformats.org/drawingml/2006/main" w="22860">
            <a:solidFill>
              <a:srgbClr val="304C68"/>
            </a:solidFill>
            <a:prstDash val="solid"/>
          </a:ln>
        </p:spPr>
      </p:sp>
      <p:sp>
        <p:nvSpPr>
          <p:cNvPr id="87" name="path-131">
            <a:extLst xmlns:a="http://schemas.openxmlformats.org/drawingml/2006/main">
              <a:ext uri="{FF2B5EF4-FFF2-40B4-BE49-F238E27FC236}">
                <a16:creationId xmlns:a16="http://schemas.microsoft.com/office/drawing/2014/main" id="{24C06522-0AB7-44FC-A86A-6F96783C0DDE}"/>
              </a:ext>
            </a:extLst>
          </p:cNvPr>
          <p:cNvSpPr>
            <a:spLocks xmlns:a="http://schemas.openxmlformats.org/drawingml/2006/main" noGrp="1"/>
          </p:cNvSpPr>
          <p:nvPr/>
        </p:nvSpPr>
        <p:spPr>
          <a:xfrm xmlns:a="http://schemas.openxmlformats.org/drawingml/2006/main">
            <a:off x="10738485" y="2762250"/>
            <a:ext cx="87630" cy="95250"/>
          </a:xfrm>
          <a:custGeom xmlns:a="http://schemas.openxmlformats.org/drawingml/2006/main">
            <a:pathLst>
              <a:path w="87630" h="95250">
                <a:moveTo>
                  <a:pt x="43815" y="95250"/>
                </a:moveTo>
                <a:lnTo>
                  <a:pt x="87630" y="0"/>
                </a:lnTo>
                <a:lnTo>
                  <a:pt x="0" y="0"/>
                </a:lnTo>
                <a:close/>
              </a:path>
            </a:pathLst>
          </a:custGeom>
          <a:solidFill xmlns:a="http://schemas.openxmlformats.org/drawingml/2006/main">
            <a:srgbClr val="304C68"/>
          </a:solidFill>
          <a:ln xmlns:a="http://schemas.openxmlformats.org/drawingml/2006/main" w="0">
            <a:solidFill>
              <a:srgbClr val="304C68"/>
            </a:solidFill>
            <a:prstDash val="solid"/>
          </a:ln>
        </p:spPr>
      </p:sp>
      <p:sp>
        <p:nvSpPr>
          <p:cNvPr id="88" name="shape-132">
            <a:extLst xmlns:a="http://schemas.openxmlformats.org/drawingml/2006/main">
              <a:ext uri="{FF2B5EF4-FFF2-40B4-BE49-F238E27FC236}">
                <a16:creationId xmlns:a16="http://schemas.microsoft.com/office/drawing/2014/main" id="{85126C7B-C1A3-40DA-9ACF-053AAE97A7EE}"/>
              </a:ext>
            </a:extLst>
          </p:cNvPr>
          <p:cNvSpPr>
            <a:spLocks xmlns:a="http://schemas.openxmlformats.org/drawingml/2006/main" noGrp="1"/>
          </p:cNvSpPr>
          <p:nvPr/>
        </p:nvSpPr>
        <p:spPr>
          <a:xfrm xmlns:a="http://schemas.openxmlformats.org/drawingml/2006/main" rot="0">
            <a:off x="9915525" y="2857500"/>
            <a:ext cx="1743075" cy="981075"/>
          </a:xfrm>
          <a:prstGeom xmlns:a="http://schemas.openxmlformats.org/drawingml/2006/main" prst="rect">
            <a:avLst/>
          </a:prstGeom>
          <a:solidFill xmlns:a="http://schemas.openxmlformats.org/drawingml/2006/main">
            <a:srgbClr val="EEE7FA"/>
          </a:solidFill>
          <a:ln xmlns:a="http://schemas.openxmlformats.org/drawingml/2006/main" w="15240">
            <a:solidFill>
              <a:srgbClr val="7351C7"/>
            </a:solidFill>
            <a:prstDash val="solid"/>
          </a:ln>
        </p:spPr>
      </p:sp>
      <p:sp>
        <p:nvSpPr>
          <p:cNvPr id="89" name="label-133">
            <a:extLst xmlns:a="http://schemas.openxmlformats.org/drawingml/2006/main">
              <a:ext uri="{FF2B5EF4-FFF2-40B4-BE49-F238E27FC236}">
                <a16:creationId xmlns:a16="http://schemas.microsoft.com/office/drawing/2014/main" id="{E138EAAA-32E2-4C00-BCD2-2287687C9F80}"/>
              </a:ext>
            </a:extLst>
          </p:cNvPr>
          <p:cNvSpPr>
            <a:spLocks xmlns:a="http://schemas.openxmlformats.org/drawingml/2006/main" noGrp="1"/>
          </p:cNvSpPr>
          <p:nvPr/>
        </p:nvSpPr>
        <p:spPr>
          <a:xfrm xmlns:a="http://schemas.openxmlformats.org/drawingml/2006/main">
            <a:off x="9991725" y="2905125"/>
            <a:ext cx="1590675"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75" b="1">
                <a:solidFill>
                  <a:srgbClr val="7351C7"/>
                </a:solidFill>
                <a:latin typeface="DejaVu Sans"/>
                <a:ea typeface="DejaVu Sans"/>
                <a:cs typeface="DejaVu Sans"/>
              </a:defRPr>
            </a:defPPr>
            <a:lvl1pPr algn="ctr">
              <a:defRPr sz="1875" b="1">
                <a:solidFill>
                  <a:srgbClr val="7351C7"/>
                </a:solidFill>
                <a:latin typeface="DejaVu Sans"/>
                <a:ea typeface="DejaVu Sans"/>
                <a:cs typeface="DejaVu Sans"/>
              </a:defRPr>
            </a:lvl1pPr>
            <a:lvl2pPr algn="ctr">
              <a:defRPr sz="1875" b="1">
                <a:solidFill>
                  <a:srgbClr val="7351C7"/>
                </a:solidFill>
                <a:latin typeface="DejaVu Sans"/>
                <a:ea typeface="DejaVu Sans"/>
                <a:cs typeface="DejaVu Sans"/>
              </a:defRPr>
            </a:lvl2pPr>
            <a:lvl3pPr algn="ctr">
              <a:defRPr sz="1875" b="1">
                <a:solidFill>
                  <a:srgbClr val="7351C7"/>
                </a:solidFill>
                <a:latin typeface="DejaVu Sans"/>
                <a:ea typeface="DejaVu Sans"/>
                <a:cs typeface="DejaVu Sans"/>
              </a:defRPr>
            </a:lvl3pPr>
            <a:lvl4pPr algn="ctr">
              <a:defRPr sz="1875" b="1">
                <a:solidFill>
                  <a:srgbClr val="7351C7"/>
                </a:solidFill>
                <a:latin typeface="DejaVu Sans"/>
                <a:ea typeface="DejaVu Sans"/>
                <a:cs typeface="DejaVu Sans"/>
              </a:defRPr>
            </a:lvl4pPr>
            <a:lvl5pPr algn="ctr">
              <a:defRPr sz="1875" b="1">
                <a:solidFill>
                  <a:srgbClr val="7351C7"/>
                </a:solidFill>
                <a:latin typeface="DejaVu Sans"/>
                <a:ea typeface="DejaVu Sans"/>
                <a:cs typeface="DejaVu Sans"/>
              </a:defRPr>
            </a:lvl5pPr>
            <a:lvl6pPr algn="ctr">
              <a:defRPr sz="1875" b="1">
                <a:solidFill>
                  <a:srgbClr val="7351C7"/>
                </a:solidFill>
                <a:latin typeface="DejaVu Sans"/>
                <a:ea typeface="DejaVu Sans"/>
                <a:cs typeface="DejaVu Sans"/>
              </a:defRPr>
            </a:lvl6pPr>
            <a:lvl7pPr algn="ctr">
              <a:defRPr sz="1875" b="1">
                <a:solidFill>
                  <a:srgbClr val="7351C7"/>
                </a:solidFill>
                <a:latin typeface="DejaVu Sans"/>
                <a:ea typeface="DejaVu Sans"/>
                <a:cs typeface="DejaVu Sans"/>
              </a:defRPr>
            </a:lvl7pPr>
            <a:lvl8pPr algn="ctr">
              <a:defRPr sz="1875" b="1">
                <a:solidFill>
                  <a:srgbClr val="7351C7"/>
                </a:solidFill>
                <a:latin typeface="DejaVu Sans"/>
                <a:ea typeface="DejaVu Sans"/>
                <a:cs typeface="DejaVu Sans"/>
              </a:defRPr>
            </a:lvl8pPr>
            <a:lvl9pPr algn="ctr">
              <a:defRPr sz="1875" b="1">
                <a:solidFill>
                  <a:srgbClr val="7351C7"/>
                </a:solidFill>
                <a:latin typeface="DejaVu Sans"/>
                <a:ea typeface="DejaVu Sans"/>
                <a:cs typeface="DejaVu Sans"/>
              </a:defRPr>
            </a:lvl9pPr>
          </a:lstStyle>
          <a:p xmlns:a="http://schemas.openxmlformats.org/drawingml/2006/main">
            <a:pPr algn="ctr">
              <a:defRPr sz="1875" b="1">
                <a:solidFill>
                  <a:srgbClr val="7351C7"/>
                </a:solidFill>
                <a:latin typeface="DejaVu Sans"/>
                <a:ea typeface="DejaVu Sans"/>
                <a:cs typeface="DejaVu Sans"/>
              </a:defRPr>
            </a:pPr>
            <a:r>
              <a:rPr sz="1875" b="1">
                <a:solidFill>
                  <a:srgbClr val="7351C7"/>
                </a:solidFill>
                <a:latin typeface="DejaVu Sans"/>
                <a:ea typeface="DejaVu Sans"/>
                <a:cs typeface="DejaVu Sans"/>
              </a:rPr>
              <a:t>Local box</a:t>
            </a:r>
          </a:p>
          <a:p xmlns:a="http://schemas.openxmlformats.org/drawingml/2006/main">
            <a:pPr algn="ctr">
              <a:defRPr sz="1875" b="1">
                <a:solidFill>
                  <a:srgbClr val="7351C7"/>
                </a:solidFill>
                <a:latin typeface="DejaVu Sans"/>
                <a:ea typeface="DejaVu Sans"/>
                <a:cs typeface="DejaVu Sans"/>
              </a:defRPr>
            </a:pPr>
            <a:r>
              <a:rPr sz="1875" b="1">
                <a:solidFill>
                  <a:srgbClr val="7351C7"/>
                </a:solidFill>
                <a:latin typeface="DejaVu Sans"/>
                <a:ea typeface="DejaVu Sans"/>
                <a:cs typeface="DejaVu Sans"/>
              </a:rPr>
              <a:t>refinement</a:t>
            </a:r>
          </a:p>
        </p:txBody>
      </p:sp>
      <p:sp>
        <p:nvSpPr>
          <p:cNvPr id="90" name="path-134">
            <a:extLst xmlns:a="http://schemas.openxmlformats.org/drawingml/2006/main">
              <a:ext uri="{FF2B5EF4-FFF2-40B4-BE49-F238E27FC236}">
                <a16:creationId xmlns:a16="http://schemas.microsoft.com/office/drawing/2014/main" id="{A82D3548-C208-4F91-A1C9-CB60C27FF793}"/>
              </a:ext>
            </a:extLst>
          </p:cNvPr>
          <p:cNvSpPr>
            <a:spLocks xmlns:a="http://schemas.openxmlformats.org/drawingml/2006/main" noGrp="1"/>
          </p:cNvSpPr>
          <p:nvPr/>
        </p:nvSpPr>
        <p:spPr>
          <a:xfrm xmlns:a="http://schemas.openxmlformats.org/drawingml/2006/main">
            <a:off x="10782300" y="3838575"/>
            <a:ext cx="953" cy="495300"/>
          </a:xfrm>
          <a:custGeom xmlns:a="http://schemas.openxmlformats.org/drawingml/2006/main">
            <a:pathLst>
              <a:path w="953" h="495300">
                <a:moveTo>
                  <a:pt x="0" y="0"/>
                </a:moveTo>
                <a:lnTo>
                  <a:pt x="0" y="495300"/>
                </a:lnTo>
              </a:path>
            </a:pathLst>
          </a:custGeom>
          <a:noFill xmlns:a="http://schemas.openxmlformats.org/drawingml/2006/main"/>
          <a:ln xmlns:a="http://schemas.openxmlformats.org/drawingml/2006/main" w="22860">
            <a:solidFill>
              <a:srgbClr val="7351C7"/>
            </a:solidFill>
            <a:prstDash val="solid"/>
          </a:ln>
        </p:spPr>
      </p:sp>
      <p:sp>
        <p:nvSpPr>
          <p:cNvPr id="91" name="path-135">
            <a:extLst xmlns:a="http://schemas.openxmlformats.org/drawingml/2006/main">
              <a:ext uri="{FF2B5EF4-FFF2-40B4-BE49-F238E27FC236}">
                <a16:creationId xmlns:a16="http://schemas.microsoft.com/office/drawing/2014/main" id="{9D88E983-AD07-42CB-827C-BD743A3A154B}"/>
              </a:ext>
            </a:extLst>
          </p:cNvPr>
          <p:cNvSpPr>
            <a:spLocks xmlns:a="http://schemas.openxmlformats.org/drawingml/2006/main" noGrp="1"/>
          </p:cNvSpPr>
          <p:nvPr/>
        </p:nvSpPr>
        <p:spPr>
          <a:xfrm xmlns:a="http://schemas.openxmlformats.org/drawingml/2006/main">
            <a:off x="10738485" y="4238625"/>
            <a:ext cx="87630" cy="95250"/>
          </a:xfrm>
          <a:custGeom xmlns:a="http://schemas.openxmlformats.org/drawingml/2006/main">
            <a:pathLst>
              <a:path w="87630" h="95250">
                <a:moveTo>
                  <a:pt x="43815" y="95250"/>
                </a:moveTo>
                <a:lnTo>
                  <a:pt x="87630" y="0"/>
                </a:lnTo>
                <a:lnTo>
                  <a:pt x="0" y="0"/>
                </a:lnTo>
                <a:close/>
              </a:path>
            </a:pathLst>
          </a:custGeom>
          <a:solidFill xmlns:a="http://schemas.openxmlformats.org/drawingml/2006/main">
            <a:srgbClr val="7351C7"/>
          </a:solidFill>
          <a:ln xmlns:a="http://schemas.openxmlformats.org/drawingml/2006/main" w="0">
            <a:solidFill>
              <a:srgbClr val="7351C7"/>
            </a:solidFill>
            <a:prstDash val="solid"/>
          </a:ln>
        </p:spPr>
      </p:sp>
      <p:sp>
        <p:nvSpPr>
          <p:cNvPr id="92" name="path-136">
            <a:extLst xmlns:a="http://schemas.openxmlformats.org/drawingml/2006/main">
              <a:ext uri="{FF2B5EF4-FFF2-40B4-BE49-F238E27FC236}">
                <a16:creationId xmlns:a16="http://schemas.microsoft.com/office/drawing/2014/main" id="{E49B4AC1-E4F7-4F53-816C-6684C1DBF413}"/>
              </a:ext>
            </a:extLst>
          </p:cNvPr>
          <p:cNvSpPr>
            <a:spLocks xmlns:a="http://schemas.openxmlformats.org/drawingml/2006/main" noGrp="1"/>
          </p:cNvSpPr>
          <p:nvPr/>
        </p:nvSpPr>
        <p:spPr>
          <a:xfrm xmlns:a="http://schemas.openxmlformats.org/drawingml/2006/main">
            <a:off x="10382250" y="4695825"/>
            <a:ext cx="619125" cy="295275"/>
          </a:xfrm>
          <a:custGeom xmlns:a="http://schemas.openxmlformats.org/drawingml/2006/main">
            <a:pathLst>
              <a:path w="619125" h="295275">
                <a:moveTo>
                  <a:pt x="0" y="0"/>
                </a:moveTo>
                <a:lnTo>
                  <a:pt x="619125" y="0"/>
                </a:lnTo>
                <a:lnTo>
                  <a:pt x="619125" y="295275"/>
                </a:lnTo>
                <a:lnTo>
                  <a:pt x="0" y="295275"/>
                </a:lnTo>
                <a:close/>
              </a:path>
            </a:pathLst>
          </a:custGeom>
          <a:noFill xmlns:a="http://schemas.openxmlformats.org/drawingml/2006/main"/>
          <a:ln xmlns:a="http://schemas.openxmlformats.org/drawingml/2006/main" w="23813">
            <a:solidFill>
              <a:srgbClr val="087F6C"/>
            </a:solidFill>
            <a:prstDash val="solid"/>
          </a:ln>
        </p:spPr>
      </p:sp>
      <p:sp>
        <p:nvSpPr>
          <p:cNvPr id="93" name="path-137">
            <a:extLst xmlns:a="http://schemas.openxmlformats.org/drawingml/2006/main">
              <a:ext uri="{FF2B5EF4-FFF2-40B4-BE49-F238E27FC236}">
                <a16:creationId xmlns:a16="http://schemas.microsoft.com/office/drawing/2014/main" id="{8C1856B2-91C1-47A0-90D5-88B342B8D54A}"/>
              </a:ext>
            </a:extLst>
          </p:cNvPr>
          <p:cNvSpPr>
            <a:spLocks xmlns:a="http://schemas.openxmlformats.org/drawingml/2006/main" noGrp="1"/>
          </p:cNvSpPr>
          <p:nvPr/>
        </p:nvSpPr>
        <p:spPr>
          <a:xfrm xmlns:a="http://schemas.openxmlformats.org/drawingml/2006/main">
            <a:off x="10582275" y="4495800"/>
            <a:ext cx="619125" cy="295275"/>
          </a:xfrm>
          <a:custGeom xmlns:a="http://schemas.openxmlformats.org/drawingml/2006/main">
            <a:pathLst>
              <a:path w="619125" h="295275">
                <a:moveTo>
                  <a:pt x="0" y="0"/>
                </a:moveTo>
                <a:lnTo>
                  <a:pt x="619125" y="0"/>
                </a:lnTo>
                <a:lnTo>
                  <a:pt x="619125" y="295275"/>
                </a:lnTo>
                <a:lnTo>
                  <a:pt x="0" y="295275"/>
                </a:lnTo>
                <a:close/>
              </a:path>
            </a:pathLst>
          </a:custGeom>
          <a:noFill xmlns:a="http://schemas.openxmlformats.org/drawingml/2006/main"/>
          <a:ln xmlns:a="http://schemas.openxmlformats.org/drawingml/2006/main" w="23813">
            <a:solidFill>
              <a:srgbClr val="087F6C"/>
            </a:solidFill>
            <a:prstDash val="solid"/>
          </a:ln>
        </p:spPr>
      </p:sp>
      <p:sp>
        <p:nvSpPr>
          <p:cNvPr id="94" name="path-138">
            <a:extLst xmlns:a="http://schemas.openxmlformats.org/drawingml/2006/main">
              <a:ext uri="{FF2B5EF4-FFF2-40B4-BE49-F238E27FC236}">
                <a16:creationId xmlns:a16="http://schemas.microsoft.com/office/drawing/2014/main" id="{C53CD099-5BEB-4D61-849F-651D5C2C28A9}"/>
              </a:ext>
            </a:extLst>
          </p:cNvPr>
          <p:cNvSpPr>
            <a:spLocks xmlns:a="http://schemas.openxmlformats.org/drawingml/2006/main" noGrp="1"/>
          </p:cNvSpPr>
          <p:nvPr/>
        </p:nvSpPr>
        <p:spPr>
          <a:xfrm xmlns:a="http://schemas.openxmlformats.org/drawingml/2006/main">
            <a:off x="10382250" y="4495800"/>
            <a:ext cx="200025" cy="200025"/>
          </a:xfrm>
          <a:custGeom xmlns:a="http://schemas.openxmlformats.org/drawingml/2006/main">
            <a:pathLst>
              <a:path w="200025" h="200025">
                <a:moveTo>
                  <a:pt x="0" y="200025"/>
                </a:moveTo>
                <a:lnTo>
                  <a:pt x="200025" y="0"/>
                </a:lnTo>
              </a:path>
            </a:pathLst>
          </a:custGeom>
          <a:noFill xmlns:a="http://schemas.openxmlformats.org/drawingml/2006/main"/>
          <a:ln xmlns:a="http://schemas.openxmlformats.org/drawingml/2006/main" w="23813">
            <a:solidFill>
              <a:srgbClr val="087F6C"/>
            </a:solidFill>
            <a:prstDash val="solid"/>
          </a:ln>
        </p:spPr>
      </p:sp>
      <p:sp>
        <p:nvSpPr>
          <p:cNvPr id="95" name="path-139">
            <a:extLst xmlns:a="http://schemas.openxmlformats.org/drawingml/2006/main">
              <a:ext uri="{FF2B5EF4-FFF2-40B4-BE49-F238E27FC236}">
                <a16:creationId xmlns:a16="http://schemas.microsoft.com/office/drawing/2014/main" id="{BB67B68B-8B61-4EC9-8829-C614129415D2}"/>
              </a:ext>
            </a:extLst>
          </p:cNvPr>
          <p:cNvSpPr>
            <a:spLocks xmlns:a="http://schemas.openxmlformats.org/drawingml/2006/main" noGrp="1"/>
          </p:cNvSpPr>
          <p:nvPr/>
        </p:nvSpPr>
        <p:spPr>
          <a:xfrm xmlns:a="http://schemas.openxmlformats.org/drawingml/2006/main">
            <a:off x="11001375" y="4495800"/>
            <a:ext cx="200025" cy="200025"/>
          </a:xfrm>
          <a:custGeom xmlns:a="http://schemas.openxmlformats.org/drawingml/2006/main">
            <a:pathLst>
              <a:path w="200025" h="200025">
                <a:moveTo>
                  <a:pt x="0" y="200025"/>
                </a:moveTo>
                <a:lnTo>
                  <a:pt x="200025" y="0"/>
                </a:lnTo>
              </a:path>
            </a:pathLst>
          </a:custGeom>
          <a:noFill xmlns:a="http://schemas.openxmlformats.org/drawingml/2006/main"/>
          <a:ln xmlns:a="http://schemas.openxmlformats.org/drawingml/2006/main" w="23813">
            <a:solidFill>
              <a:srgbClr val="087F6C"/>
            </a:solidFill>
            <a:prstDash val="solid"/>
          </a:ln>
        </p:spPr>
      </p:sp>
      <p:sp>
        <p:nvSpPr>
          <p:cNvPr id="96" name="path-140">
            <a:extLst xmlns:a="http://schemas.openxmlformats.org/drawingml/2006/main">
              <a:ext uri="{FF2B5EF4-FFF2-40B4-BE49-F238E27FC236}">
                <a16:creationId xmlns:a16="http://schemas.microsoft.com/office/drawing/2014/main" id="{BEFDCAC2-3FF7-4044-BF9C-77611718FBCD}"/>
              </a:ext>
            </a:extLst>
          </p:cNvPr>
          <p:cNvSpPr>
            <a:spLocks xmlns:a="http://schemas.openxmlformats.org/drawingml/2006/main" noGrp="1"/>
          </p:cNvSpPr>
          <p:nvPr/>
        </p:nvSpPr>
        <p:spPr>
          <a:xfrm xmlns:a="http://schemas.openxmlformats.org/drawingml/2006/main">
            <a:off x="11001375" y="4791075"/>
            <a:ext cx="200025" cy="200025"/>
          </a:xfrm>
          <a:custGeom xmlns:a="http://schemas.openxmlformats.org/drawingml/2006/main">
            <a:pathLst>
              <a:path w="200025" h="200025">
                <a:moveTo>
                  <a:pt x="0" y="200025"/>
                </a:moveTo>
                <a:lnTo>
                  <a:pt x="200025" y="0"/>
                </a:lnTo>
              </a:path>
            </a:pathLst>
          </a:custGeom>
          <a:noFill xmlns:a="http://schemas.openxmlformats.org/drawingml/2006/main"/>
          <a:ln xmlns:a="http://schemas.openxmlformats.org/drawingml/2006/main" w="23813">
            <a:solidFill>
              <a:srgbClr val="087F6C"/>
            </a:solidFill>
            <a:prstDash val="solid"/>
          </a:ln>
        </p:spPr>
      </p:sp>
      <p:sp>
        <p:nvSpPr>
          <p:cNvPr id="97" name="path-141">
            <a:extLst xmlns:a="http://schemas.openxmlformats.org/drawingml/2006/main">
              <a:ext uri="{FF2B5EF4-FFF2-40B4-BE49-F238E27FC236}">
                <a16:creationId xmlns:a16="http://schemas.microsoft.com/office/drawing/2014/main" id="{F3364FCC-291D-4324-B6D7-6E654F2E4EA2}"/>
              </a:ext>
            </a:extLst>
          </p:cNvPr>
          <p:cNvSpPr>
            <a:spLocks xmlns:a="http://schemas.openxmlformats.org/drawingml/2006/main" noGrp="1"/>
          </p:cNvSpPr>
          <p:nvPr/>
        </p:nvSpPr>
        <p:spPr>
          <a:xfrm xmlns:a="http://schemas.openxmlformats.org/drawingml/2006/main">
            <a:off x="10382250" y="4791075"/>
            <a:ext cx="200025" cy="200025"/>
          </a:xfrm>
          <a:custGeom xmlns:a="http://schemas.openxmlformats.org/drawingml/2006/main">
            <a:pathLst>
              <a:path w="200025" h="200025">
                <a:moveTo>
                  <a:pt x="0" y="200025"/>
                </a:moveTo>
                <a:lnTo>
                  <a:pt x="200025" y="0"/>
                </a:lnTo>
              </a:path>
            </a:pathLst>
          </a:custGeom>
          <a:noFill xmlns:a="http://schemas.openxmlformats.org/drawingml/2006/main"/>
          <a:ln xmlns:a="http://schemas.openxmlformats.org/drawingml/2006/main" w="23813">
            <a:solidFill>
              <a:srgbClr val="087F6C"/>
            </a:solidFill>
            <a:prstDash val="solid"/>
          </a:ln>
        </p:spPr>
      </p:sp>
      <p:sp>
        <p:nvSpPr>
          <p:cNvPr id="98" name="label-142">
            <a:extLst xmlns:a="http://schemas.openxmlformats.org/drawingml/2006/main">
              <a:ext uri="{FF2B5EF4-FFF2-40B4-BE49-F238E27FC236}">
                <a16:creationId xmlns:a16="http://schemas.microsoft.com/office/drawing/2014/main" id="{A2877858-A761-407A-921D-8609F41C023A}"/>
              </a:ext>
            </a:extLst>
          </p:cNvPr>
          <p:cNvSpPr>
            <a:spLocks xmlns:a="http://schemas.openxmlformats.org/drawingml/2006/main" noGrp="1"/>
          </p:cNvSpPr>
          <p:nvPr/>
        </p:nvSpPr>
        <p:spPr>
          <a:xfrm xmlns:a="http://schemas.openxmlformats.org/drawingml/2006/main">
            <a:off x="9953625" y="5238750"/>
            <a:ext cx="16668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0">
                <a:solidFill>
                  <a:srgbClr val="087F6C"/>
                </a:solidFill>
                <a:latin typeface="DejaVu Sans"/>
                <a:ea typeface="DejaVu Sans"/>
                <a:cs typeface="DejaVu Sans"/>
              </a:defRPr>
            </a:defPPr>
            <a:lvl1pPr algn="ctr">
              <a:defRPr sz="1800" b="0">
                <a:solidFill>
                  <a:srgbClr val="087F6C"/>
                </a:solidFill>
                <a:latin typeface="DejaVu Sans"/>
                <a:ea typeface="DejaVu Sans"/>
                <a:cs typeface="DejaVu Sans"/>
              </a:defRPr>
            </a:lvl1pPr>
            <a:lvl2pPr algn="ctr">
              <a:defRPr sz="1800" b="0">
                <a:solidFill>
                  <a:srgbClr val="087F6C"/>
                </a:solidFill>
                <a:latin typeface="DejaVu Sans"/>
                <a:ea typeface="DejaVu Sans"/>
                <a:cs typeface="DejaVu Sans"/>
              </a:defRPr>
            </a:lvl2pPr>
            <a:lvl3pPr algn="ctr">
              <a:defRPr sz="1800" b="0">
                <a:solidFill>
                  <a:srgbClr val="087F6C"/>
                </a:solidFill>
                <a:latin typeface="DejaVu Sans"/>
                <a:ea typeface="DejaVu Sans"/>
                <a:cs typeface="DejaVu Sans"/>
              </a:defRPr>
            </a:lvl3pPr>
            <a:lvl4pPr algn="ctr">
              <a:defRPr sz="1800" b="0">
                <a:solidFill>
                  <a:srgbClr val="087F6C"/>
                </a:solidFill>
                <a:latin typeface="DejaVu Sans"/>
                <a:ea typeface="DejaVu Sans"/>
                <a:cs typeface="DejaVu Sans"/>
              </a:defRPr>
            </a:lvl4pPr>
            <a:lvl5pPr algn="ctr">
              <a:defRPr sz="1800" b="0">
                <a:solidFill>
                  <a:srgbClr val="087F6C"/>
                </a:solidFill>
                <a:latin typeface="DejaVu Sans"/>
                <a:ea typeface="DejaVu Sans"/>
                <a:cs typeface="DejaVu Sans"/>
              </a:defRPr>
            </a:lvl5pPr>
            <a:lvl6pPr algn="ctr">
              <a:defRPr sz="1800" b="0">
                <a:solidFill>
                  <a:srgbClr val="087F6C"/>
                </a:solidFill>
                <a:latin typeface="DejaVu Sans"/>
                <a:ea typeface="DejaVu Sans"/>
                <a:cs typeface="DejaVu Sans"/>
              </a:defRPr>
            </a:lvl6pPr>
            <a:lvl7pPr algn="ctr">
              <a:defRPr sz="1800" b="0">
                <a:solidFill>
                  <a:srgbClr val="087F6C"/>
                </a:solidFill>
                <a:latin typeface="DejaVu Sans"/>
                <a:ea typeface="DejaVu Sans"/>
                <a:cs typeface="DejaVu Sans"/>
              </a:defRPr>
            </a:lvl7pPr>
            <a:lvl8pPr algn="ctr">
              <a:defRPr sz="1800" b="0">
                <a:solidFill>
                  <a:srgbClr val="087F6C"/>
                </a:solidFill>
                <a:latin typeface="DejaVu Sans"/>
                <a:ea typeface="DejaVu Sans"/>
                <a:cs typeface="DejaVu Sans"/>
              </a:defRPr>
            </a:lvl8pPr>
            <a:lvl9pPr algn="ctr">
              <a:defRPr sz="1800" b="0">
                <a:solidFill>
                  <a:srgbClr val="087F6C"/>
                </a:solidFill>
                <a:latin typeface="DejaVu Sans"/>
                <a:ea typeface="DejaVu Sans"/>
                <a:cs typeface="DejaVu Sans"/>
              </a:defRPr>
            </a:lvl9pPr>
          </a:lstStyle>
          <a:p xmlns:a="http://schemas.openxmlformats.org/drawingml/2006/main">
            <a:pPr algn="ctr">
              <a:defRPr sz="1800" b="0">
                <a:solidFill>
                  <a:srgbClr val="087F6C"/>
                </a:solidFill>
                <a:latin typeface="DejaVu Sans"/>
                <a:ea typeface="DejaVu Sans"/>
                <a:cs typeface="DejaVu Sans"/>
              </a:defRPr>
            </a:pPr>
            <a:r>
              <a:rPr sz="1800" b="0">
                <a:solidFill>
                  <a:srgbClr val="087F6C"/>
                </a:solidFill>
                <a:latin typeface="DejaVu Sans"/>
                <a:ea typeface="DejaVu Sans"/>
                <a:cs typeface="DejaVu Sans"/>
              </a:rPr>
              <a:t>3D boxes</a:t>
            </a:r>
          </a:p>
        </p:txBody>
      </p:sp>
      <p:sp>
        <p:nvSpPr>
          <p:cNvPr id="99" name="label-143">
            <a:extLst xmlns:a="http://schemas.openxmlformats.org/drawingml/2006/main">
              <a:ext uri="{FF2B5EF4-FFF2-40B4-BE49-F238E27FC236}">
                <a16:creationId xmlns:a16="http://schemas.microsoft.com/office/drawing/2014/main" id="{7E3600C2-A810-4D2B-91BC-B5522D547896}"/>
              </a:ext>
            </a:extLst>
          </p:cNvPr>
          <p:cNvSpPr>
            <a:spLocks xmlns:a="http://schemas.openxmlformats.org/drawingml/2006/main" noGrp="1"/>
          </p:cNvSpPr>
          <p:nvPr/>
        </p:nvSpPr>
        <p:spPr>
          <a:xfrm xmlns:a="http://schemas.openxmlformats.org/drawingml/2006/main">
            <a:off x="533400" y="5534025"/>
            <a:ext cx="6953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7351C7"/>
                </a:solidFill>
                <a:latin typeface="DejaVu Sans"/>
                <a:ea typeface="DejaVu Sans"/>
                <a:cs typeface="DejaVu Sans"/>
              </a:defRPr>
            </a:defPPr>
            <a:lvl1pPr algn="l">
              <a:defRPr sz="1650" b="1">
                <a:solidFill>
                  <a:srgbClr val="7351C7"/>
                </a:solidFill>
                <a:latin typeface="DejaVu Sans"/>
                <a:ea typeface="DejaVu Sans"/>
                <a:cs typeface="DejaVu Sans"/>
              </a:defRPr>
            </a:lvl1pPr>
            <a:lvl2pPr algn="l">
              <a:defRPr sz="1650" b="1">
                <a:solidFill>
                  <a:srgbClr val="7351C7"/>
                </a:solidFill>
                <a:latin typeface="DejaVu Sans"/>
                <a:ea typeface="DejaVu Sans"/>
                <a:cs typeface="DejaVu Sans"/>
              </a:defRPr>
            </a:lvl2pPr>
            <a:lvl3pPr algn="l">
              <a:defRPr sz="1650" b="1">
                <a:solidFill>
                  <a:srgbClr val="7351C7"/>
                </a:solidFill>
                <a:latin typeface="DejaVu Sans"/>
                <a:ea typeface="DejaVu Sans"/>
                <a:cs typeface="DejaVu Sans"/>
              </a:defRPr>
            </a:lvl3pPr>
            <a:lvl4pPr algn="l">
              <a:defRPr sz="1650" b="1">
                <a:solidFill>
                  <a:srgbClr val="7351C7"/>
                </a:solidFill>
                <a:latin typeface="DejaVu Sans"/>
                <a:ea typeface="DejaVu Sans"/>
                <a:cs typeface="DejaVu Sans"/>
              </a:defRPr>
            </a:lvl4pPr>
            <a:lvl5pPr algn="l">
              <a:defRPr sz="1650" b="1">
                <a:solidFill>
                  <a:srgbClr val="7351C7"/>
                </a:solidFill>
                <a:latin typeface="DejaVu Sans"/>
                <a:ea typeface="DejaVu Sans"/>
                <a:cs typeface="DejaVu Sans"/>
              </a:defRPr>
            </a:lvl5pPr>
            <a:lvl6pPr algn="l">
              <a:defRPr sz="1650" b="1">
                <a:solidFill>
                  <a:srgbClr val="7351C7"/>
                </a:solidFill>
                <a:latin typeface="DejaVu Sans"/>
                <a:ea typeface="DejaVu Sans"/>
                <a:cs typeface="DejaVu Sans"/>
              </a:defRPr>
            </a:lvl6pPr>
            <a:lvl7pPr algn="l">
              <a:defRPr sz="1650" b="1">
                <a:solidFill>
                  <a:srgbClr val="7351C7"/>
                </a:solidFill>
                <a:latin typeface="DejaVu Sans"/>
                <a:ea typeface="DejaVu Sans"/>
                <a:cs typeface="DejaVu Sans"/>
              </a:defRPr>
            </a:lvl7pPr>
            <a:lvl8pPr algn="l">
              <a:defRPr sz="1650" b="1">
                <a:solidFill>
                  <a:srgbClr val="7351C7"/>
                </a:solidFill>
                <a:latin typeface="DejaVu Sans"/>
                <a:ea typeface="DejaVu Sans"/>
                <a:cs typeface="DejaVu Sans"/>
              </a:defRPr>
            </a:lvl8pPr>
            <a:lvl9pPr algn="l">
              <a:defRPr sz="1650" b="1">
                <a:solidFill>
                  <a:srgbClr val="7351C7"/>
                </a:solidFill>
                <a:latin typeface="DejaVu Sans"/>
                <a:ea typeface="DejaVu Sans"/>
                <a:cs typeface="DejaVu Sans"/>
              </a:defRPr>
            </a:lvl9pPr>
          </a:lstStyle>
          <a:p xmlns:a="http://schemas.openxmlformats.org/drawingml/2006/main">
            <a:pPr algn="l">
              <a:defRPr sz="1650" b="1">
                <a:solidFill>
                  <a:srgbClr val="7351C7"/>
                </a:solidFill>
                <a:latin typeface="DejaVu Sans"/>
                <a:ea typeface="DejaVu Sans"/>
                <a:cs typeface="DejaVu Sans"/>
              </a:defRPr>
            </a:pPr>
            <a:r>
              <a:rPr sz="1650" b="1">
                <a:solidFill>
                  <a:srgbClr val="7351C7"/>
                </a:solidFill>
                <a:latin typeface="DejaVu Sans"/>
                <a:ea typeface="DejaVu Sans"/>
                <a:cs typeface="DejaVu Sans"/>
              </a:rPr>
              <a:t>Purple modules are the project additions</a:t>
            </a:r>
          </a:p>
        </p:txBody>
      </p:sp>
    </p:spTree>
    <p:extLst>
      <p:ext uri="{BB962C8B-B14F-4D97-AF65-F5344CB8AC3E}">
        <p14:creationId xmlns:p14="http://schemas.microsoft.com/office/powerpoint/2010/main" val="1140850965"/>
      </p:ext>
    </p:extLst>
  </p:cSld>
</p:sld>
</file>

<file path=ppt/slides/slide3.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63" name="slide-title">
            <a:extLst xmlns:a="http://schemas.openxmlformats.org/drawingml/2006/main">
              <a:ext uri="{FF2B5EF4-FFF2-40B4-BE49-F238E27FC236}">
                <a16:creationId xmlns:a16="http://schemas.microsoft.com/office/drawing/2014/main" id="{D22E7782-7900-482B-84D5-93A5A5F4B52C}"/>
              </a:ext>
            </a:extLst>
          </p:cNvPr>
          <p:cNvSpPr>
            <a:spLocks xmlns:a="http://schemas.openxmlformats.org/drawingml/2006/main" noGrp="1"/>
          </p:cNvSpPr>
          <p:nvPr/>
        </p:nvSpPr>
        <p:spPr>
          <a:xfrm xmlns:a="http://schemas.openxmlformats.org/drawingml/2006/main">
            <a:off x="533400" y="361950"/>
            <a:ext cx="1112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6253B"/>
                </a:solidFill>
                <a:latin typeface="DejaVu Sans"/>
                <a:ea typeface="DejaVu Sans"/>
                <a:cs typeface="DejaVu Sans"/>
              </a:defRPr>
            </a:defPPr>
            <a:lvl1pPr algn="l">
              <a:defRPr sz="3300" b="1">
                <a:solidFill>
                  <a:srgbClr val="16253B"/>
                </a:solidFill>
                <a:latin typeface="DejaVu Sans"/>
                <a:ea typeface="DejaVu Sans"/>
                <a:cs typeface="DejaVu Sans"/>
              </a:defRPr>
            </a:lvl1pPr>
            <a:lvl2pPr algn="l">
              <a:defRPr sz="3300" b="1">
                <a:solidFill>
                  <a:srgbClr val="16253B"/>
                </a:solidFill>
                <a:latin typeface="DejaVu Sans"/>
                <a:ea typeface="DejaVu Sans"/>
                <a:cs typeface="DejaVu Sans"/>
              </a:defRPr>
            </a:lvl2pPr>
            <a:lvl3pPr algn="l">
              <a:defRPr sz="3300" b="1">
                <a:solidFill>
                  <a:srgbClr val="16253B"/>
                </a:solidFill>
                <a:latin typeface="DejaVu Sans"/>
                <a:ea typeface="DejaVu Sans"/>
                <a:cs typeface="DejaVu Sans"/>
              </a:defRPr>
            </a:lvl3pPr>
            <a:lvl4pPr algn="l">
              <a:defRPr sz="3300" b="1">
                <a:solidFill>
                  <a:srgbClr val="16253B"/>
                </a:solidFill>
                <a:latin typeface="DejaVu Sans"/>
                <a:ea typeface="DejaVu Sans"/>
                <a:cs typeface="DejaVu Sans"/>
              </a:defRPr>
            </a:lvl4pPr>
            <a:lvl5pPr algn="l">
              <a:defRPr sz="3300" b="1">
                <a:solidFill>
                  <a:srgbClr val="16253B"/>
                </a:solidFill>
                <a:latin typeface="DejaVu Sans"/>
                <a:ea typeface="DejaVu Sans"/>
                <a:cs typeface="DejaVu Sans"/>
              </a:defRPr>
            </a:lvl5pPr>
            <a:lvl6pPr algn="l">
              <a:defRPr sz="3300" b="1">
                <a:solidFill>
                  <a:srgbClr val="16253B"/>
                </a:solidFill>
                <a:latin typeface="DejaVu Sans"/>
                <a:ea typeface="DejaVu Sans"/>
                <a:cs typeface="DejaVu Sans"/>
              </a:defRPr>
            </a:lvl6pPr>
            <a:lvl7pPr algn="l">
              <a:defRPr sz="3300" b="1">
                <a:solidFill>
                  <a:srgbClr val="16253B"/>
                </a:solidFill>
                <a:latin typeface="DejaVu Sans"/>
                <a:ea typeface="DejaVu Sans"/>
                <a:cs typeface="DejaVu Sans"/>
              </a:defRPr>
            </a:lvl7pPr>
            <a:lvl8pPr algn="l">
              <a:defRPr sz="3300" b="1">
                <a:solidFill>
                  <a:srgbClr val="16253B"/>
                </a:solidFill>
                <a:latin typeface="DejaVu Sans"/>
                <a:ea typeface="DejaVu Sans"/>
                <a:cs typeface="DejaVu Sans"/>
              </a:defRPr>
            </a:lvl8pPr>
            <a:lvl9pPr algn="l">
              <a:defRPr sz="3300" b="1">
                <a:solidFill>
                  <a:srgbClr val="16253B"/>
                </a:solidFill>
                <a:latin typeface="DejaVu Sans"/>
                <a:ea typeface="DejaVu Sans"/>
                <a:cs typeface="DejaVu Sans"/>
              </a:defRPr>
            </a:lvl9pPr>
          </a:lstStyle>
          <a:p xmlns:a="http://schemas.openxmlformats.org/drawingml/2006/main">
            <a:pPr algn="l">
              <a:defRPr sz="3300" b="1">
                <a:solidFill>
                  <a:srgbClr val="16253B"/>
                </a:solidFill>
                <a:latin typeface="DejaVu Sans"/>
                <a:ea typeface="DejaVu Sans"/>
                <a:cs typeface="DejaVu Sans"/>
              </a:defRPr>
            </a:pPr>
            <a:r>
              <a:rPr sz="3300" b="1">
                <a:solidFill>
                  <a:srgbClr val="16253B"/>
                </a:solidFill>
                <a:latin typeface="DejaVu Sans"/>
                <a:ea typeface="DejaVu Sans"/>
                <a:cs typeface="DejaVu Sans"/>
              </a:rPr>
              <a:t>A shared grid aligns both sensor streams</a:t>
            </a:r>
          </a:p>
        </p:txBody>
      </p:sp>
      <p:sp>
        <p:nvSpPr>
          <p:cNvPr id="2" name="label-144">
            <a:extLst xmlns:a="http://schemas.openxmlformats.org/drawingml/2006/main">
              <a:ext uri="{FF2B5EF4-FFF2-40B4-BE49-F238E27FC236}">
                <a16:creationId xmlns:a16="http://schemas.microsoft.com/office/drawing/2014/main" id="{E168C65E-F17E-4156-A489-E5011DF8879C}"/>
              </a:ext>
            </a:extLst>
          </p:cNvPr>
          <p:cNvSpPr>
            <a:spLocks xmlns:a="http://schemas.openxmlformats.org/drawingml/2006/main" noGrp="1"/>
          </p:cNvSpPr>
          <p:nvPr/>
        </p:nvSpPr>
        <p:spPr>
          <a:xfrm xmlns:a="http://schemas.openxmlformats.org/drawingml/2006/main">
            <a:off x="11144250" y="64674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77C"/>
                </a:solidFill>
                <a:latin typeface="DejaVu Sans"/>
                <a:ea typeface="DejaVu Sans"/>
                <a:cs typeface="DejaVu Sans"/>
              </a:defRPr>
            </a:defPPr>
            <a:lvl1pPr algn="r">
              <a:defRPr sz="1200" b="0">
                <a:solidFill>
                  <a:srgbClr val="58677C"/>
                </a:solidFill>
                <a:latin typeface="DejaVu Sans"/>
                <a:ea typeface="DejaVu Sans"/>
                <a:cs typeface="DejaVu Sans"/>
              </a:defRPr>
            </a:lvl1pPr>
            <a:lvl2pPr algn="r">
              <a:defRPr sz="1200" b="0">
                <a:solidFill>
                  <a:srgbClr val="58677C"/>
                </a:solidFill>
                <a:latin typeface="DejaVu Sans"/>
                <a:ea typeface="DejaVu Sans"/>
                <a:cs typeface="DejaVu Sans"/>
              </a:defRPr>
            </a:lvl2pPr>
            <a:lvl3pPr algn="r">
              <a:defRPr sz="1200" b="0">
                <a:solidFill>
                  <a:srgbClr val="58677C"/>
                </a:solidFill>
                <a:latin typeface="DejaVu Sans"/>
                <a:ea typeface="DejaVu Sans"/>
                <a:cs typeface="DejaVu Sans"/>
              </a:defRPr>
            </a:lvl3pPr>
            <a:lvl4pPr algn="r">
              <a:defRPr sz="1200" b="0">
                <a:solidFill>
                  <a:srgbClr val="58677C"/>
                </a:solidFill>
                <a:latin typeface="DejaVu Sans"/>
                <a:ea typeface="DejaVu Sans"/>
                <a:cs typeface="DejaVu Sans"/>
              </a:defRPr>
            </a:lvl4pPr>
            <a:lvl5pPr algn="r">
              <a:defRPr sz="1200" b="0">
                <a:solidFill>
                  <a:srgbClr val="58677C"/>
                </a:solidFill>
                <a:latin typeface="DejaVu Sans"/>
                <a:ea typeface="DejaVu Sans"/>
                <a:cs typeface="DejaVu Sans"/>
              </a:defRPr>
            </a:lvl5pPr>
            <a:lvl6pPr algn="r">
              <a:defRPr sz="1200" b="0">
                <a:solidFill>
                  <a:srgbClr val="58677C"/>
                </a:solidFill>
                <a:latin typeface="DejaVu Sans"/>
                <a:ea typeface="DejaVu Sans"/>
                <a:cs typeface="DejaVu Sans"/>
              </a:defRPr>
            </a:lvl6pPr>
            <a:lvl7pPr algn="r">
              <a:defRPr sz="1200" b="0">
                <a:solidFill>
                  <a:srgbClr val="58677C"/>
                </a:solidFill>
                <a:latin typeface="DejaVu Sans"/>
                <a:ea typeface="DejaVu Sans"/>
                <a:cs typeface="DejaVu Sans"/>
              </a:defRPr>
            </a:lvl7pPr>
            <a:lvl8pPr algn="r">
              <a:defRPr sz="1200" b="0">
                <a:solidFill>
                  <a:srgbClr val="58677C"/>
                </a:solidFill>
                <a:latin typeface="DejaVu Sans"/>
                <a:ea typeface="DejaVu Sans"/>
                <a:cs typeface="DejaVu Sans"/>
              </a:defRPr>
            </a:lvl8pPr>
            <a:lvl9pPr algn="r">
              <a:defRPr sz="1200" b="0">
                <a:solidFill>
                  <a:srgbClr val="58677C"/>
                </a:solidFill>
                <a:latin typeface="DejaVu Sans"/>
                <a:ea typeface="DejaVu Sans"/>
                <a:cs typeface="DejaVu Sans"/>
              </a:defRPr>
            </a:lvl9pPr>
          </a:lstStyle>
          <a:p xmlns:a="http://schemas.openxmlformats.org/drawingml/2006/main">
            <a:pPr algn="r">
              <a:defRPr sz="1200" b="0">
                <a:solidFill>
                  <a:srgbClr val="58677C"/>
                </a:solidFill>
                <a:latin typeface="DejaVu Sans"/>
                <a:ea typeface="DejaVu Sans"/>
                <a:cs typeface="DejaVu Sans"/>
              </a:defRPr>
            </a:pPr>
            <a:r>
              <a:rPr sz="1200" b="0">
                <a:solidFill>
                  <a:srgbClr val="58677C"/>
                </a:solidFill>
                <a:latin typeface="DejaVu Sans"/>
                <a:ea typeface="DejaVu Sans"/>
                <a:cs typeface="DejaVu Sans"/>
              </a:rPr>
              <a:t>03</a:t>
            </a:r>
          </a:p>
        </p:txBody>
      </p:sp>
      <p:sp>
        <p:nvSpPr>
          <p:cNvPr id="3" name="label-145">
            <a:extLst xmlns:a="http://schemas.openxmlformats.org/drawingml/2006/main">
              <a:ext uri="{FF2B5EF4-FFF2-40B4-BE49-F238E27FC236}">
                <a16:creationId xmlns:a16="http://schemas.microsoft.com/office/drawing/2014/main" id="{8C1273B9-CF5B-42A6-B7FA-CBB42490BD74}"/>
              </a:ext>
            </a:extLst>
          </p:cNvPr>
          <p:cNvSpPr>
            <a:spLocks xmlns:a="http://schemas.openxmlformats.org/drawingml/2006/main" noGrp="1"/>
          </p:cNvSpPr>
          <p:nvPr/>
        </p:nvSpPr>
        <p:spPr>
          <a:xfrm xmlns:a="http://schemas.openxmlformats.org/drawingml/2006/main">
            <a:off x="552450" y="1381125"/>
            <a:ext cx="3143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674D1"/>
                </a:solidFill>
                <a:latin typeface="DejaVu Sans"/>
                <a:ea typeface="DejaVu Sans"/>
                <a:cs typeface="DejaVu Sans"/>
              </a:defRPr>
            </a:defPPr>
            <a:lvl1pPr algn="l">
              <a:defRPr sz="2175" b="1">
                <a:solidFill>
                  <a:srgbClr val="1674D1"/>
                </a:solidFill>
                <a:latin typeface="DejaVu Sans"/>
                <a:ea typeface="DejaVu Sans"/>
                <a:cs typeface="DejaVu Sans"/>
              </a:defRPr>
            </a:lvl1pPr>
            <a:lvl2pPr algn="l">
              <a:defRPr sz="2175" b="1">
                <a:solidFill>
                  <a:srgbClr val="1674D1"/>
                </a:solidFill>
                <a:latin typeface="DejaVu Sans"/>
                <a:ea typeface="DejaVu Sans"/>
                <a:cs typeface="DejaVu Sans"/>
              </a:defRPr>
            </a:lvl2pPr>
            <a:lvl3pPr algn="l">
              <a:defRPr sz="2175" b="1">
                <a:solidFill>
                  <a:srgbClr val="1674D1"/>
                </a:solidFill>
                <a:latin typeface="DejaVu Sans"/>
                <a:ea typeface="DejaVu Sans"/>
                <a:cs typeface="DejaVu Sans"/>
              </a:defRPr>
            </a:lvl3pPr>
            <a:lvl4pPr algn="l">
              <a:defRPr sz="2175" b="1">
                <a:solidFill>
                  <a:srgbClr val="1674D1"/>
                </a:solidFill>
                <a:latin typeface="DejaVu Sans"/>
                <a:ea typeface="DejaVu Sans"/>
                <a:cs typeface="DejaVu Sans"/>
              </a:defRPr>
            </a:lvl4pPr>
            <a:lvl5pPr algn="l">
              <a:defRPr sz="2175" b="1">
                <a:solidFill>
                  <a:srgbClr val="1674D1"/>
                </a:solidFill>
                <a:latin typeface="DejaVu Sans"/>
                <a:ea typeface="DejaVu Sans"/>
                <a:cs typeface="DejaVu Sans"/>
              </a:defRPr>
            </a:lvl5pPr>
            <a:lvl6pPr algn="l">
              <a:defRPr sz="2175" b="1">
                <a:solidFill>
                  <a:srgbClr val="1674D1"/>
                </a:solidFill>
                <a:latin typeface="DejaVu Sans"/>
                <a:ea typeface="DejaVu Sans"/>
                <a:cs typeface="DejaVu Sans"/>
              </a:defRPr>
            </a:lvl6pPr>
            <a:lvl7pPr algn="l">
              <a:defRPr sz="2175" b="1">
                <a:solidFill>
                  <a:srgbClr val="1674D1"/>
                </a:solidFill>
                <a:latin typeface="DejaVu Sans"/>
                <a:ea typeface="DejaVu Sans"/>
                <a:cs typeface="DejaVu Sans"/>
              </a:defRPr>
            </a:lvl7pPr>
            <a:lvl8pPr algn="l">
              <a:defRPr sz="2175" b="1">
                <a:solidFill>
                  <a:srgbClr val="1674D1"/>
                </a:solidFill>
                <a:latin typeface="DejaVu Sans"/>
                <a:ea typeface="DejaVu Sans"/>
                <a:cs typeface="DejaVu Sans"/>
              </a:defRPr>
            </a:lvl8pPr>
            <a:lvl9pPr algn="l">
              <a:defRPr sz="2175" b="1">
                <a:solidFill>
                  <a:srgbClr val="1674D1"/>
                </a:solidFill>
                <a:latin typeface="DejaVu Sans"/>
                <a:ea typeface="DejaVu Sans"/>
                <a:cs typeface="DejaVu Sans"/>
              </a:defRPr>
            </a:lvl9pPr>
          </a:lstStyle>
          <a:p xmlns:a="http://schemas.openxmlformats.org/drawingml/2006/main">
            <a:pPr algn="l">
              <a:defRPr sz="2175" b="1">
                <a:solidFill>
                  <a:srgbClr val="1674D1"/>
                </a:solidFill>
                <a:latin typeface="DejaVu Sans"/>
                <a:ea typeface="DejaVu Sans"/>
                <a:cs typeface="DejaVu Sans"/>
              </a:defRPr>
            </a:pPr>
            <a:r>
              <a:rPr sz="2175" b="1">
                <a:solidFill>
                  <a:srgbClr val="1674D1"/>
                </a:solidFill>
                <a:latin typeface="DejaVu Sans"/>
                <a:ea typeface="DejaVu Sans"/>
                <a:cs typeface="DejaVu Sans"/>
              </a:rPr>
              <a:t>Camera features</a:t>
            </a:r>
          </a:p>
        </p:txBody>
      </p:sp>
      <p:sp>
        <p:nvSpPr>
          <p:cNvPr id="4" name="path-146">
            <a:extLst xmlns:a="http://schemas.openxmlformats.org/drawingml/2006/main">
              <a:ext uri="{FF2B5EF4-FFF2-40B4-BE49-F238E27FC236}">
                <a16:creationId xmlns:a16="http://schemas.microsoft.com/office/drawing/2014/main" id="{8021DB20-AB66-4D2E-AD92-B0CAC39C7309}"/>
              </a:ext>
            </a:extLst>
          </p:cNvPr>
          <p:cNvSpPr>
            <a:spLocks xmlns:a="http://schemas.openxmlformats.org/drawingml/2006/main" noGrp="1"/>
          </p:cNvSpPr>
          <p:nvPr/>
        </p:nvSpPr>
        <p:spPr>
          <a:xfrm xmlns:a="http://schemas.openxmlformats.org/drawingml/2006/main">
            <a:off x="819150" y="2095500"/>
            <a:ext cx="1533525" cy="171450"/>
          </a:xfrm>
          <a:custGeom xmlns:a="http://schemas.openxmlformats.org/drawingml/2006/main">
            <a:pathLst>
              <a:path w="1533525" h="171450">
                <a:moveTo>
                  <a:pt x="0" y="171450"/>
                </a:moveTo>
                <a:lnTo>
                  <a:pt x="171450" y="0"/>
                </a:lnTo>
                <a:lnTo>
                  <a:pt x="1533525" y="0"/>
                </a:lnTo>
                <a:lnTo>
                  <a:pt x="1362075" y="171450"/>
                </a:lnTo>
                <a:close/>
              </a:path>
            </a:pathLst>
          </a:custGeom>
          <a:solidFill xmlns:a="http://schemas.openxmlformats.org/drawingml/2006/main">
            <a:srgbClr val="1674D1">
              <a:lumMod val="35000"/>
              <a:lumOff val="65000"/>
            </a:srgbClr>
          </a:solidFill>
          <a:ln xmlns:a="http://schemas.openxmlformats.org/drawingml/2006/main" w="13335">
            <a:solidFill>
              <a:srgbClr val="1674D1"/>
            </a:solidFill>
            <a:prstDash val="solid"/>
          </a:ln>
        </p:spPr>
      </p:sp>
      <p:sp>
        <p:nvSpPr>
          <p:cNvPr id="5" name="path-147">
            <a:extLst xmlns:a="http://schemas.openxmlformats.org/drawingml/2006/main">
              <a:ext uri="{FF2B5EF4-FFF2-40B4-BE49-F238E27FC236}">
                <a16:creationId xmlns:a16="http://schemas.microsoft.com/office/drawing/2014/main" id="{3364B264-807A-4FEF-B358-250BA463CB03}"/>
              </a:ext>
            </a:extLst>
          </p:cNvPr>
          <p:cNvSpPr>
            <a:spLocks xmlns:a="http://schemas.openxmlformats.org/drawingml/2006/main" noGrp="1"/>
          </p:cNvSpPr>
          <p:nvPr/>
        </p:nvSpPr>
        <p:spPr>
          <a:xfrm xmlns:a="http://schemas.openxmlformats.org/drawingml/2006/main">
            <a:off x="2181225" y="2095500"/>
            <a:ext cx="171450" cy="1171575"/>
          </a:xfrm>
          <a:custGeom xmlns:a="http://schemas.openxmlformats.org/drawingml/2006/main">
            <a:pathLst>
              <a:path w="171450" h="1171575">
                <a:moveTo>
                  <a:pt x="0" y="171450"/>
                </a:moveTo>
                <a:lnTo>
                  <a:pt x="171450" y="0"/>
                </a:lnTo>
                <a:lnTo>
                  <a:pt x="171450" y="1000125"/>
                </a:lnTo>
                <a:lnTo>
                  <a:pt x="0" y="1171575"/>
                </a:lnTo>
                <a:close/>
              </a:path>
            </a:pathLst>
          </a:custGeom>
          <a:solidFill xmlns:a="http://schemas.openxmlformats.org/drawingml/2006/main">
            <a:srgbClr val="1674D1">
              <a:lumMod val="65000"/>
              <a:lumOff val="35000"/>
            </a:srgbClr>
          </a:solidFill>
          <a:ln xmlns:a="http://schemas.openxmlformats.org/drawingml/2006/main" w="13335">
            <a:solidFill>
              <a:srgbClr val="1674D1"/>
            </a:solidFill>
            <a:prstDash val="solid"/>
          </a:ln>
        </p:spPr>
      </p:sp>
      <p:sp>
        <p:nvSpPr>
          <p:cNvPr id="6" name="shape-148">
            <a:extLst xmlns:a="http://schemas.openxmlformats.org/drawingml/2006/main">
              <a:ext uri="{FF2B5EF4-FFF2-40B4-BE49-F238E27FC236}">
                <a16:creationId xmlns:a16="http://schemas.microsoft.com/office/drawing/2014/main" id="{1F561289-F769-4BAB-B6DF-7DC32EA4B947}"/>
              </a:ext>
            </a:extLst>
          </p:cNvPr>
          <p:cNvSpPr>
            <a:spLocks xmlns:a="http://schemas.openxmlformats.org/drawingml/2006/main" noGrp="1"/>
          </p:cNvSpPr>
          <p:nvPr/>
        </p:nvSpPr>
        <p:spPr>
          <a:xfrm xmlns:a="http://schemas.openxmlformats.org/drawingml/2006/main" rot="0">
            <a:off x="819150" y="2266950"/>
            <a:ext cx="1362075" cy="1000125"/>
          </a:xfrm>
          <a:prstGeom xmlns:a="http://schemas.openxmlformats.org/drawingml/2006/main" prst="rect">
            <a:avLst/>
          </a:prstGeom>
          <a:solidFill xmlns:a="http://schemas.openxmlformats.org/drawingml/2006/main">
            <a:srgbClr val="1674D1">
              <a:lumMod val="18000"/>
              <a:lumOff val="82000"/>
            </a:srgbClr>
          </a:solidFill>
          <a:ln xmlns:a="http://schemas.openxmlformats.org/drawingml/2006/main" w="15240">
            <a:solidFill>
              <a:srgbClr val="1674D1"/>
            </a:solidFill>
            <a:prstDash val="solid"/>
          </a:ln>
        </p:spPr>
      </p:sp>
      <p:sp>
        <p:nvSpPr>
          <p:cNvPr id="7" name="path-149">
            <a:extLst xmlns:a="http://schemas.openxmlformats.org/drawingml/2006/main">
              <a:ext uri="{FF2B5EF4-FFF2-40B4-BE49-F238E27FC236}">
                <a16:creationId xmlns:a16="http://schemas.microsoft.com/office/drawing/2014/main" id="{0AF6C1F0-A812-49A0-971F-931FEF070DC9}"/>
              </a:ext>
            </a:extLst>
          </p:cNvPr>
          <p:cNvSpPr>
            <a:spLocks xmlns:a="http://schemas.openxmlformats.org/drawingml/2006/main" noGrp="1"/>
          </p:cNvSpPr>
          <p:nvPr/>
        </p:nvSpPr>
        <p:spPr>
          <a:xfrm xmlns:a="http://schemas.openxmlformats.org/drawingml/2006/main">
            <a:off x="1159669" y="2266950"/>
            <a:ext cx="953" cy="1000125"/>
          </a:xfrm>
          <a:custGeom xmlns:a="http://schemas.openxmlformats.org/drawingml/2006/main">
            <a:pathLst>
              <a:path w="953" h="1000125">
                <a:moveTo>
                  <a:pt x="0" y="0"/>
                </a:moveTo>
                <a:lnTo>
                  <a:pt x="0" y="1000125"/>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8" name="path-150">
            <a:extLst xmlns:a="http://schemas.openxmlformats.org/drawingml/2006/main">
              <a:ext uri="{FF2B5EF4-FFF2-40B4-BE49-F238E27FC236}">
                <a16:creationId xmlns:a16="http://schemas.microsoft.com/office/drawing/2014/main" id="{B8800765-42C8-4732-AC73-D7AFFE13BEF0}"/>
              </a:ext>
            </a:extLst>
          </p:cNvPr>
          <p:cNvSpPr>
            <a:spLocks xmlns:a="http://schemas.openxmlformats.org/drawingml/2006/main" noGrp="1"/>
          </p:cNvSpPr>
          <p:nvPr/>
        </p:nvSpPr>
        <p:spPr>
          <a:xfrm xmlns:a="http://schemas.openxmlformats.org/drawingml/2006/main">
            <a:off x="1500188" y="2266950"/>
            <a:ext cx="953" cy="1000125"/>
          </a:xfrm>
          <a:custGeom xmlns:a="http://schemas.openxmlformats.org/drawingml/2006/main">
            <a:pathLst>
              <a:path w="953" h="1000125">
                <a:moveTo>
                  <a:pt x="0" y="0"/>
                </a:moveTo>
                <a:lnTo>
                  <a:pt x="0" y="1000125"/>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9" name="path-151">
            <a:extLst xmlns:a="http://schemas.openxmlformats.org/drawingml/2006/main">
              <a:ext uri="{FF2B5EF4-FFF2-40B4-BE49-F238E27FC236}">
                <a16:creationId xmlns:a16="http://schemas.microsoft.com/office/drawing/2014/main" id="{DBA3299E-54E4-4447-9EA4-A29B06D59307}"/>
              </a:ext>
            </a:extLst>
          </p:cNvPr>
          <p:cNvSpPr>
            <a:spLocks xmlns:a="http://schemas.openxmlformats.org/drawingml/2006/main" noGrp="1"/>
          </p:cNvSpPr>
          <p:nvPr/>
        </p:nvSpPr>
        <p:spPr>
          <a:xfrm xmlns:a="http://schemas.openxmlformats.org/drawingml/2006/main">
            <a:off x="1840706" y="2266950"/>
            <a:ext cx="953" cy="1000125"/>
          </a:xfrm>
          <a:custGeom xmlns:a="http://schemas.openxmlformats.org/drawingml/2006/main">
            <a:pathLst>
              <a:path w="953" h="1000125">
                <a:moveTo>
                  <a:pt x="0" y="0"/>
                </a:moveTo>
                <a:lnTo>
                  <a:pt x="0" y="1000125"/>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10" name="path-152">
            <a:extLst xmlns:a="http://schemas.openxmlformats.org/drawingml/2006/main">
              <a:ext uri="{FF2B5EF4-FFF2-40B4-BE49-F238E27FC236}">
                <a16:creationId xmlns:a16="http://schemas.microsoft.com/office/drawing/2014/main" id="{BF2FFBDC-A930-4AAE-96D9-4068464F07FA}"/>
              </a:ext>
            </a:extLst>
          </p:cNvPr>
          <p:cNvSpPr>
            <a:spLocks xmlns:a="http://schemas.openxmlformats.org/drawingml/2006/main" noGrp="1"/>
          </p:cNvSpPr>
          <p:nvPr/>
        </p:nvSpPr>
        <p:spPr>
          <a:xfrm xmlns:a="http://schemas.openxmlformats.org/drawingml/2006/main">
            <a:off x="819150" y="2516981"/>
            <a:ext cx="1362075" cy="953"/>
          </a:xfrm>
          <a:custGeom xmlns:a="http://schemas.openxmlformats.org/drawingml/2006/main">
            <a:pathLst>
              <a:path w="1362075" h="953">
                <a:moveTo>
                  <a:pt x="0" y="0"/>
                </a:moveTo>
                <a:lnTo>
                  <a:pt x="1362075" y="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11" name="path-153">
            <a:extLst xmlns:a="http://schemas.openxmlformats.org/drawingml/2006/main">
              <a:ext uri="{FF2B5EF4-FFF2-40B4-BE49-F238E27FC236}">
                <a16:creationId xmlns:a16="http://schemas.microsoft.com/office/drawing/2014/main" id="{75CA8B74-880B-44DC-A4C3-FDF127159435}"/>
              </a:ext>
            </a:extLst>
          </p:cNvPr>
          <p:cNvSpPr>
            <a:spLocks xmlns:a="http://schemas.openxmlformats.org/drawingml/2006/main" noGrp="1"/>
          </p:cNvSpPr>
          <p:nvPr/>
        </p:nvSpPr>
        <p:spPr>
          <a:xfrm xmlns:a="http://schemas.openxmlformats.org/drawingml/2006/main">
            <a:off x="819150" y="2767013"/>
            <a:ext cx="1362075" cy="953"/>
          </a:xfrm>
          <a:custGeom xmlns:a="http://schemas.openxmlformats.org/drawingml/2006/main">
            <a:pathLst>
              <a:path w="1362075" h="953">
                <a:moveTo>
                  <a:pt x="0" y="0"/>
                </a:moveTo>
                <a:lnTo>
                  <a:pt x="1362075" y="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12" name="path-154">
            <a:extLst xmlns:a="http://schemas.openxmlformats.org/drawingml/2006/main">
              <a:ext uri="{FF2B5EF4-FFF2-40B4-BE49-F238E27FC236}">
                <a16:creationId xmlns:a16="http://schemas.microsoft.com/office/drawing/2014/main" id="{D29804DD-C5C8-4AA9-A351-129FA8C6F8A9}"/>
              </a:ext>
            </a:extLst>
          </p:cNvPr>
          <p:cNvSpPr>
            <a:spLocks xmlns:a="http://schemas.openxmlformats.org/drawingml/2006/main" noGrp="1"/>
          </p:cNvSpPr>
          <p:nvPr/>
        </p:nvSpPr>
        <p:spPr>
          <a:xfrm xmlns:a="http://schemas.openxmlformats.org/drawingml/2006/main">
            <a:off x="819150" y="3017044"/>
            <a:ext cx="1362075" cy="953"/>
          </a:xfrm>
          <a:custGeom xmlns:a="http://schemas.openxmlformats.org/drawingml/2006/main">
            <a:pathLst>
              <a:path w="1362075" h="953">
                <a:moveTo>
                  <a:pt x="0" y="0"/>
                </a:moveTo>
                <a:lnTo>
                  <a:pt x="1362075" y="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13" name="label-155">
            <a:extLst xmlns:a="http://schemas.openxmlformats.org/drawingml/2006/main">
              <a:ext uri="{FF2B5EF4-FFF2-40B4-BE49-F238E27FC236}">
                <a16:creationId xmlns:a16="http://schemas.microsoft.com/office/drawing/2014/main" id="{51D286C1-1A8F-4188-BB77-0E619619311C}"/>
              </a:ext>
            </a:extLst>
          </p:cNvPr>
          <p:cNvSpPr>
            <a:spLocks xmlns:a="http://schemas.openxmlformats.org/drawingml/2006/main" noGrp="1"/>
          </p:cNvSpPr>
          <p:nvPr/>
        </p:nvSpPr>
        <p:spPr>
          <a:xfrm xmlns:a="http://schemas.openxmlformats.org/drawingml/2006/main">
            <a:off x="857250" y="2343150"/>
            <a:ext cx="128587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1674D1"/>
                </a:solidFill>
                <a:latin typeface="DejaVu Sans"/>
                <a:ea typeface="DejaVu Sans"/>
                <a:cs typeface="DejaVu Sans"/>
              </a:defRPr>
            </a:defPPr>
            <a:lvl1pPr algn="ctr">
              <a:defRPr sz="1725" b="1">
                <a:solidFill>
                  <a:srgbClr val="1674D1"/>
                </a:solidFill>
                <a:latin typeface="DejaVu Sans"/>
                <a:ea typeface="DejaVu Sans"/>
                <a:cs typeface="DejaVu Sans"/>
              </a:defRPr>
            </a:lvl1pPr>
            <a:lvl2pPr algn="ctr">
              <a:defRPr sz="1725" b="1">
                <a:solidFill>
                  <a:srgbClr val="1674D1"/>
                </a:solidFill>
                <a:latin typeface="DejaVu Sans"/>
                <a:ea typeface="DejaVu Sans"/>
                <a:cs typeface="DejaVu Sans"/>
              </a:defRPr>
            </a:lvl2pPr>
            <a:lvl3pPr algn="ctr">
              <a:defRPr sz="1725" b="1">
                <a:solidFill>
                  <a:srgbClr val="1674D1"/>
                </a:solidFill>
                <a:latin typeface="DejaVu Sans"/>
                <a:ea typeface="DejaVu Sans"/>
                <a:cs typeface="DejaVu Sans"/>
              </a:defRPr>
            </a:lvl3pPr>
            <a:lvl4pPr algn="ctr">
              <a:defRPr sz="1725" b="1">
                <a:solidFill>
                  <a:srgbClr val="1674D1"/>
                </a:solidFill>
                <a:latin typeface="DejaVu Sans"/>
                <a:ea typeface="DejaVu Sans"/>
                <a:cs typeface="DejaVu Sans"/>
              </a:defRPr>
            </a:lvl4pPr>
            <a:lvl5pPr algn="ctr">
              <a:defRPr sz="1725" b="1">
                <a:solidFill>
                  <a:srgbClr val="1674D1"/>
                </a:solidFill>
                <a:latin typeface="DejaVu Sans"/>
                <a:ea typeface="DejaVu Sans"/>
                <a:cs typeface="DejaVu Sans"/>
              </a:defRPr>
            </a:lvl5pPr>
            <a:lvl6pPr algn="ctr">
              <a:defRPr sz="1725" b="1">
                <a:solidFill>
                  <a:srgbClr val="1674D1"/>
                </a:solidFill>
                <a:latin typeface="DejaVu Sans"/>
                <a:ea typeface="DejaVu Sans"/>
                <a:cs typeface="DejaVu Sans"/>
              </a:defRPr>
            </a:lvl6pPr>
            <a:lvl7pPr algn="ctr">
              <a:defRPr sz="1725" b="1">
                <a:solidFill>
                  <a:srgbClr val="1674D1"/>
                </a:solidFill>
                <a:latin typeface="DejaVu Sans"/>
                <a:ea typeface="DejaVu Sans"/>
                <a:cs typeface="DejaVu Sans"/>
              </a:defRPr>
            </a:lvl7pPr>
            <a:lvl8pPr algn="ctr">
              <a:defRPr sz="1725" b="1">
                <a:solidFill>
                  <a:srgbClr val="1674D1"/>
                </a:solidFill>
                <a:latin typeface="DejaVu Sans"/>
                <a:ea typeface="DejaVu Sans"/>
                <a:cs typeface="DejaVu Sans"/>
              </a:defRPr>
            </a:lvl8pPr>
            <a:lvl9pPr algn="ctr">
              <a:defRPr sz="1725" b="1">
                <a:solidFill>
                  <a:srgbClr val="1674D1"/>
                </a:solidFill>
                <a:latin typeface="DejaVu Sans"/>
                <a:ea typeface="DejaVu Sans"/>
                <a:cs typeface="DejaVu Sans"/>
              </a:defRPr>
            </a:lvl9pPr>
          </a:lstStyle>
          <a:p xmlns:a="http://schemas.openxmlformats.org/drawingml/2006/main">
            <a:pPr algn="ctr">
              <a:defRPr sz="1725" b="1">
                <a:solidFill>
                  <a:srgbClr val="1674D1"/>
                </a:solidFill>
                <a:latin typeface="DejaVu Sans"/>
                <a:ea typeface="DejaVu Sans"/>
                <a:cs typeface="DejaVu Sans"/>
              </a:defRPr>
            </a:pPr>
            <a:r>
              <a:rPr sz="1725" b="1">
                <a:solidFill>
                  <a:srgbClr val="1674D1"/>
                </a:solidFill>
                <a:latin typeface="DejaVu Sans"/>
                <a:ea typeface="DejaVu Sans"/>
                <a:cs typeface="DejaVu Sans"/>
              </a:rPr>
              <a:t>80 channels</a:t>
            </a:r>
          </a:p>
        </p:txBody>
      </p:sp>
      <p:sp>
        <p:nvSpPr>
          <p:cNvPr id="14" name="label-156">
            <a:extLst xmlns:a="http://schemas.openxmlformats.org/drawingml/2006/main">
              <a:ext uri="{FF2B5EF4-FFF2-40B4-BE49-F238E27FC236}">
                <a16:creationId xmlns:a16="http://schemas.microsoft.com/office/drawing/2014/main" id="{7A3A1F7C-A71F-4961-9138-856F45C0D642}"/>
              </a:ext>
            </a:extLst>
          </p:cNvPr>
          <p:cNvSpPr>
            <a:spLocks xmlns:a="http://schemas.openxmlformats.org/drawingml/2006/main" noGrp="1"/>
          </p:cNvSpPr>
          <p:nvPr/>
        </p:nvSpPr>
        <p:spPr>
          <a:xfrm xmlns:a="http://schemas.openxmlformats.org/drawingml/2006/main">
            <a:off x="552450" y="3952875"/>
            <a:ext cx="31432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6253B"/>
                </a:solidFill>
                <a:latin typeface="DejaVu Sans"/>
                <a:ea typeface="DejaVu Sans"/>
                <a:cs typeface="DejaVu Sans"/>
              </a:defRPr>
            </a:defPPr>
            <a:lvl1pPr algn="l">
              <a:defRPr sz="2025" b="0">
                <a:solidFill>
                  <a:srgbClr val="16253B"/>
                </a:solidFill>
                <a:latin typeface="DejaVu Sans"/>
                <a:ea typeface="DejaVu Sans"/>
                <a:cs typeface="DejaVu Sans"/>
              </a:defRPr>
            </a:lvl1pPr>
            <a:lvl2pPr algn="l">
              <a:defRPr sz="2025" b="0">
                <a:solidFill>
                  <a:srgbClr val="16253B"/>
                </a:solidFill>
                <a:latin typeface="DejaVu Sans"/>
                <a:ea typeface="DejaVu Sans"/>
                <a:cs typeface="DejaVu Sans"/>
              </a:defRPr>
            </a:lvl2pPr>
            <a:lvl3pPr algn="l">
              <a:defRPr sz="2025" b="0">
                <a:solidFill>
                  <a:srgbClr val="16253B"/>
                </a:solidFill>
                <a:latin typeface="DejaVu Sans"/>
                <a:ea typeface="DejaVu Sans"/>
                <a:cs typeface="DejaVu Sans"/>
              </a:defRPr>
            </a:lvl3pPr>
            <a:lvl4pPr algn="l">
              <a:defRPr sz="2025" b="0">
                <a:solidFill>
                  <a:srgbClr val="16253B"/>
                </a:solidFill>
                <a:latin typeface="DejaVu Sans"/>
                <a:ea typeface="DejaVu Sans"/>
                <a:cs typeface="DejaVu Sans"/>
              </a:defRPr>
            </a:lvl4pPr>
            <a:lvl5pPr algn="l">
              <a:defRPr sz="2025" b="0">
                <a:solidFill>
                  <a:srgbClr val="16253B"/>
                </a:solidFill>
                <a:latin typeface="DejaVu Sans"/>
                <a:ea typeface="DejaVu Sans"/>
                <a:cs typeface="DejaVu Sans"/>
              </a:defRPr>
            </a:lvl5pPr>
            <a:lvl6pPr algn="l">
              <a:defRPr sz="2025" b="0">
                <a:solidFill>
                  <a:srgbClr val="16253B"/>
                </a:solidFill>
                <a:latin typeface="DejaVu Sans"/>
                <a:ea typeface="DejaVu Sans"/>
                <a:cs typeface="DejaVu Sans"/>
              </a:defRPr>
            </a:lvl6pPr>
            <a:lvl7pPr algn="l">
              <a:defRPr sz="2025" b="0">
                <a:solidFill>
                  <a:srgbClr val="16253B"/>
                </a:solidFill>
                <a:latin typeface="DejaVu Sans"/>
                <a:ea typeface="DejaVu Sans"/>
                <a:cs typeface="DejaVu Sans"/>
              </a:defRPr>
            </a:lvl7pPr>
            <a:lvl8pPr algn="l">
              <a:defRPr sz="2025" b="0">
                <a:solidFill>
                  <a:srgbClr val="16253B"/>
                </a:solidFill>
                <a:latin typeface="DejaVu Sans"/>
                <a:ea typeface="DejaVu Sans"/>
                <a:cs typeface="DejaVu Sans"/>
              </a:defRPr>
            </a:lvl8pPr>
            <a:lvl9pPr algn="l">
              <a:defRPr sz="2025" b="0">
                <a:solidFill>
                  <a:srgbClr val="16253B"/>
                </a:solidFill>
                <a:latin typeface="DejaVu Sans"/>
                <a:ea typeface="DejaVu Sans"/>
                <a:cs typeface="DejaVu Sans"/>
              </a:defRPr>
            </a:lvl9pPr>
          </a:lstStyle>
          <a:p xmlns:a="http://schemas.openxmlformats.org/drawingml/2006/main">
            <a:pPr algn="l">
              <a:defRPr sz="2025" b="0">
                <a:solidFill>
                  <a:srgbClr val="16253B"/>
                </a:solidFill>
                <a:latin typeface="DejaVu Sans"/>
                <a:ea typeface="DejaVu Sans"/>
                <a:cs typeface="DejaVu Sans"/>
              </a:defRPr>
            </a:pPr>
            <a:r>
              <a:rPr sz="2025" b="0">
                <a:solidFill>
                  <a:srgbClr val="16253B"/>
                </a:solidFill>
                <a:latin typeface="DejaVu Sans"/>
                <a:ea typeface="DejaVu Sans"/>
                <a:cs typeface="DejaVu Sans"/>
              </a:rPr>
              <a:t>Calibrated lifting</a:t>
            </a:r>
          </a:p>
          <a:p xmlns:a="http://schemas.openxmlformats.org/drawingml/2006/main">
            <a:pPr algn="l">
              <a:defRPr sz="2025" b="0">
                <a:solidFill>
                  <a:srgbClr val="16253B"/>
                </a:solidFill>
                <a:latin typeface="DejaVu Sans"/>
                <a:ea typeface="DejaVu Sans"/>
                <a:cs typeface="DejaVu Sans"/>
              </a:defRPr>
            </a:pPr>
            <a:r>
              <a:rPr sz="2025" b="0">
                <a:solidFill>
                  <a:srgbClr val="16253B"/>
                </a:solidFill>
                <a:latin typeface="DejaVu Sans"/>
                <a:ea typeface="DejaVu Sans"/>
                <a:cs typeface="DejaVu Sans"/>
              </a:rPr>
              <a:t>places appearance</a:t>
            </a:r>
          </a:p>
          <a:p xmlns:a="http://schemas.openxmlformats.org/drawingml/2006/main">
            <a:pPr algn="l">
              <a:defRPr sz="2025" b="0">
                <a:solidFill>
                  <a:srgbClr val="16253B"/>
                </a:solidFill>
                <a:latin typeface="DejaVu Sans"/>
                <a:ea typeface="DejaVu Sans"/>
                <a:cs typeface="DejaVu Sans"/>
              </a:defRPr>
            </a:pPr>
            <a:r>
              <a:rPr sz="2025" b="0">
                <a:solidFill>
                  <a:srgbClr val="16253B"/>
                </a:solidFill>
                <a:latin typeface="DejaVu Sans"/>
                <a:ea typeface="DejaVu Sans"/>
                <a:cs typeface="DejaVu Sans"/>
              </a:rPr>
              <a:t>in metric space</a:t>
            </a:r>
          </a:p>
        </p:txBody>
      </p:sp>
      <p:sp>
        <p:nvSpPr>
          <p:cNvPr id="15" name="label-157">
            <a:extLst xmlns:a="http://schemas.openxmlformats.org/drawingml/2006/main">
              <a:ext uri="{FF2B5EF4-FFF2-40B4-BE49-F238E27FC236}">
                <a16:creationId xmlns:a16="http://schemas.microsoft.com/office/drawing/2014/main" id="{66A2311B-EF6B-417B-A380-00359E5ECED6}"/>
              </a:ext>
            </a:extLst>
          </p:cNvPr>
          <p:cNvSpPr>
            <a:spLocks xmlns:a="http://schemas.openxmlformats.org/drawingml/2006/main" noGrp="1"/>
          </p:cNvSpPr>
          <p:nvPr/>
        </p:nvSpPr>
        <p:spPr>
          <a:xfrm xmlns:a="http://schemas.openxmlformats.org/drawingml/2006/main">
            <a:off x="8562975" y="1381125"/>
            <a:ext cx="3143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C86A1B"/>
                </a:solidFill>
                <a:latin typeface="DejaVu Sans"/>
                <a:ea typeface="DejaVu Sans"/>
                <a:cs typeface="DejaVu Sans"/>
              </a:defRPr>
            </a:defPPr>
            <a:lvl1pPr algn="l">
              <a:defRPr sz="2175" b="1">
                <a:solidFill>
                  <a:srgbClr val="C86A1B"/>
                </a:solidFill>
                <a:latin typeface="DejaVu Sans"/>
                <a:ea typeface="DejaVu Sans"/>
                <a:cs typeface="DejaVu Sans"/>
              </a:defRPr>
            </a:lvl1pPr>
            <a:lvl2pPr algn="l">
              <a:defRPr sz="2175" b="1">
                <a:solidFill>
                  <a:srgbClr val="C86A1B"/>
                </a:solidFill>
                <a:latin typeface="DejaVu Sans"/>
                <a:ea typeface="DejaVu Sans"/>
                <a:cs typeface="DejaVu Sans"/>
              </a:defRPr>
            </a:lvl2pPr>
            <a:lvl3pPr algn="l">
              <a:defRPr sz="2175" b="1">
                <a:solidFill>
                  <a:srgbClr val="C86A1B"/>
                </a:solidFill>
                <a:latin typeface="DejaVu Sans"/>
                <a:ea typeface="DejaVu Sans"/>
                <a:cs typeface="DejaVu Sans"/>
              </a:defRPr>
            </a:lvl3pPr>
            <a:lvl4pPr algn="l">
              <a:defRPr sz="2175" b="1">
                <a:solidFill>
                  <a:srgbClr val="C86A1B"/>
                </a:solidFill>
                <a:latin typeface="DejaVu Sans"/>
                <a:ea typeface="DejaVu Sans"/>
                <a:cs typeface="DejaVu Sans"/>
              </a:defRPr>
            </a:lvl4pPr>
            <a:lvl5pPr algn="l">
              <a:defRPr sz="2175" b="1">
                <a:solidFill>
                  <a:srgbClr val="C86A1B"/>
                </a:solidFill>
                <a:latin typeface="DejaVu Sans"/>
                <a:ea typeface="DejaVu Sans"/>
                <a:cs typeface="DejaVu Sans"/>
              </a:defRPr>
            </a:lvl5pPr>
            <a:lvl6pPr algn="l">
              <a:defRPr sz="2175" b="1">
                <a:solidFill>
                  <a:srgbClr val="C86A1B"/>
                </a:solidFill>
                <a:latin typeface="DejaVu Sans"/>
                <a:ea typeface="DejaVu Sans"/>
                <a:cs typeface="DejaVu Sans"/>
              </a:defRPr>
            </a:lvl6pPr>
            <a:lvl7pPr algn="l">
              <a:defRPr sz="2175" b="1">
                <a:solidFill>
                  <a:srgbClr val="C86A1B"/>
                </a:solidFill>
                <a:latin typeface="DejaVu Sans"/>
                <a:ea typeface="DejaVu Sans"/>
                <a:cs typeface="DejaVu Sans"/>
              </a:defRPr>
            </a:lvl7pPr>
            <a:lvl8pPr algn="l">
              <a:defRPr sz="2175" b="1">
                <a:solidFill>
                  <a:srgbClr val="C86A1B"/>
                </a:solidFill>
                <a:latin typeface="DejaVu Sans"/>
                <a:ea typeface="DejaVu Sans"/>
                <a:cs typeface="DejaVu Sans"/>
              </a:defRPr>
            </a:lvl8pPr>
            <a:lvl9pPr algn="l">
              <a:defRPr sz="2175" b="1">
                <a:solidFill>
                  <a:srgbClr val="C86A1B"/>
                </a:solidFill>
                <a:latin typeface="DejaVu Sans"/>
                <a:ea typeface="DejaVu Sans"/>
                <a:cs typeface="DejaVu Sans"/>
              </a:defRPr>
            </a:lvl9pPr>
          </a:lstStyle>
          <a:p xmlns:a="http://schemas.openxmlformats.org/drawingml/2006/main">
            <a:pPr algn="l">
              <a:defRPr sz="2175" b="1">
                <a:solidFill>
                  <a:srgbClr val="C86A1B"/>
                </a:solidFill>
                <a:latin typeface="DejaVu Sans"/>
                <a:ea typeface="DejaVu Sans"/>
                <a:cs typeface="DejaVu Sans"/>
              </a:defRPr>
            </a:pPr>
            <a:r>
              <a:rPr sz="2175" b="1">
                <a:solidFill>
                  <a:srgbClr val="C86A1B"/>
                </a:solidFill>
                <a:latin typeface="DejaVu Sans"/>
                <a:ea typeface="DejaVu Sans"/>
                <a:cs typeface="DejaVu Sans"/>
              </a:rPr>
              <a:t>LiDAR features</a:t>
            </a:r>
          </a:p>
        </p:txBody>
      </p:sp>
      <p:sp>
        <p:nvSpPr>
          <p:cNvPr id="16" name="path-158">
            <a:extLst xmlns:a="http://schemas.openxmlformats.org/drawingml/2006/main">
              <a:ext uri="{FF2B5EF4-FFF2-40B4-BE49-F238E27FC236}">
                <a16:creationId xmlns:a16="http://schemas.microsoft.com/office/drawing/2014/main" id="{CDA66FB4-9A2F-4B41-B640-07AFA2CDABB4}"/>
              </a:ext>
            </a:extLst>
          </p:cNvPr>
          <p:cNvSpPr>
            <a:spLocks xmlns:a="http://schemas.openxmlformats.org/drawingml/2006/main" noGrp="1"/>
          </p:cNvSpPr>
          <p:nvPr/>
        </p:nvSpPr>
        <p:spPr>
          <a:xfrm xmlns:a="http://schemas.openxmlformats.org/drawingml/2006/main">
            <a:off x="8982075" y="2095500"/>
            <a:ext cx="1533525" cy="171450"/>
          </a:xfrm>
          <a:custGeom xmlns:a="http://schemas.openxmlformats.org/drawingml/2006/main">
            <a:pathLst>
              <a:path w="1533525" h="171450">
                <a:moveTo>
                  <a:pt x="0" y="171450"/>
                </a:moveTo>
                <a:lnTo>
                  <a:pt x="171450" y="0"/>
                </a:lnTo>
                <a:lnTo>
                  <a:pt x="1533525" y="0"/>
                </a:lnTo>
                <a:lnTo>
                  <a:pt x="1362075" y="171450"/>
                </a:lnTo>
                <a:close/>
              </a:path>
            </a:pathLst>
          </a:custGeom>
          <a:solidFill xmlns:a="http://schemas.openxmlformats.org/drawingml/2006/main">
            <a:srgbClr val="C86A1B">
              <a:lumMod val="35000"/>
              <a:lumOff val="65000"/>
            </a:srgbClr>
          </a:solidFill>
          <a:ln xmlns:a="http://schemas.openxmlformats.org/drawingml/2006/main" w="13335">
            <a:solidFill>
              <a:srgbClr val="C86A1B"/>
            </a:solidFill>
            <a:prstDash val="solid"/>
          </a:ln>
        </p:spPr>
      </p:sp>
      <p:sp>
        <p:nvSpPr>
          <p:cNvPr id="17" name="path-159">
            <a:extLst xmlns:a="http://schemas.openxmlformats.org/drawingml/2006/main">
              <a:ext uri="{FF2B5EF4-FFF2-40B4-BE49-F238E27FC236}">
                <a16:creationId xmlns:a16="http://schemas.microsoft.com/office/drawing/2014/main" id="{05EA9042-BB3F-4519-B242-F10BF3AD03CB}"/>
              </a:ext>
            </a:extLst>
          </p:cNvPr>
          <p:cNvSpPr>
            <a:spLocks xmlns:a="http://schemas.openxmlformats.org/drawingml/2006/main" noGrp="1"/>
          </p:cNvSpPr>
          <p:nvPr/>
        </p:nvSpPr>
        <p:spPr>
          <a:xfrm xmlns:a="http://schemas.openxmlformats.org/drawingml/2006/main">
            <a:off x="10344150" y="2095500"/>
            <a:ext cx="171450" cy="1171575"/>
          </a:xfrm>
          <a:custGeom xmlns:a="http://schemas.openxmlformats.org/drawingml/2006/main">
            <a:pathLst>
              <a:path w="171450" h="1171575">
                <a:moveTo>
                  <a:pt x="0" y="171450"/>
                </a:moveTo>
                <a:lnTo>
                  <a:pt x="171450" y="0"/>
                </a:lnTo>
                <a:lnTo>
                  <a:pt x="171450" y="1000125"/>
                </a:lnTo>
                <a:lnTo>
                  <a:pt x="0" y="1171575"/>
                </a:lnTo>
                <a:close/>
              </a:path>
            </a:pathLst>
          </a:custGeom>
          <a:solidFill xmlns:a="http://schemas.openxmlformats.org/drawingml/2006/main">
            <a:srgbClr val="C86A1B">
              <a:lumMod val="65000"/>
              <a:lumOff val="35000"/>
            </a:srgbClr>
          </a:solidFill>
          <a:ln xmlns:a="http://schemas.openxmlformats.org/drawingml/2006/main" w="13335">
            <a:solidFill>
              <a:srgbClr val="C86A1B"/>
            </a:solidFill>
            <a:prstDash val="solid"/>
          </a:ln>
        </p:spPr>
      </p:sp>
      <p:sp>
        <p:nvSpPr>
          <p:cNvPr id="18" name="shape-160">
            <a:extLst xmlns:a="http://schemas.openxmlformats.org/drawingml/2006/main">
              <a:ext uri="{FF2B5EF4-FFF2-40B4-BE49-F238E27FC236}">
                <a16:creationId xmlns:a16="http://schemas.microsoft.com/office/drawing/2014/main" id="{25860518-18FD-4F8B-908E-7765211D31E0}"/>
              </a:ext>
            </a:extLst>
          </p:cNvPr>
          <p:cNvSpPr>
            <a:spLocks xmlns:a="http://schemas.openxmlformats.org/drawingml/2006/main" noGrp="1"/>
          </p:cNvSpPr>
          <p:nvPr/>
        </p:nvSpPr>
        <p:spPr>
          <a:xfrm xmlns:a="http://schemas.openxmlformats.org/drawingml/2006/main" rot="0">
            <a:off x="8982075" y="2266950"/>
            <a:ext cx="1362075" cy="1000125"/>
          </a:xfrm>
          <a:prstGeom xmlns:a="http://schemas.openxmlformats.org/drawingml/2006/main" prst="rect">
            <a:avLst/>
          </a:prstGeom>
          <a:solidFill xmlns:a="http://schemas.openxmlformats.org/drawingml/2006/main">
            <a:srgbClr val="C86A1B">
              <a:lumMod val="18000"/>
              <a:lumOff val="82000"/>
            </a:srgbClr>
          </a:solidFill>
          <a:ln xmlns:a="http://schemas.openxmlformats.org/drawingml/2006/main" w="15240">
            <a:solidFill>
              <a:srgbClr val="C86A1B"/>
            </a:solidFill>
            <a:prstDash val="solid"/>
          </a:ln>
        </p:spPr>
      </p:sp>
      <p:sp>
        <p:nvSpPr>
          <p:cNvPr id="19" name="path-161">
            <a:extLst xmlns:a="http://schemas.openxmlformats.org/drawingml/2006/main">
              <a:ext uri="{FF2B5EF4-FFF2-40B4-BE49-F238E27FC236}">
                <a16:creationId xmlns:a16="http://schemas.microsoft.com/office/drawing/2014/main" id="{3897B95B-FBE2-4D69-86A1-C38E1E11E971}"/>
              </a:ext>
            </a:extLst>
          </p:cNvPr>
          <p:cNvSpPr>
            <a:spLocks xmlns:a="http://schemas.openxmlformats.org/drawingml/2006/main" noGrp="1"/>
          </p:cNvSpPr>
          <p:nvPr/>
        </p:nvSpPr>
        <p:spPr>
          <a:xfrm xmlns:a="http://schemas.openxmlformats.org/drawingml/2006/main">
            <a:off x="9322594" y="2266950"/>
            <a:ext cx="953" cy="1000125"/>
          </a:xfrm>
          <a:custGeom xmlns:a="http://schemas.openxmlformats.org/drawingml/2006/main">
            <a:pathLst>
              <a:path w="953" h="1000125">
                <a:moveTo>
                  <a:pt x="0" y="0"/>
                </a:moveTo>
                <a:lnTo>
                  <a:pt x="0" y="1000125"/>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20" name="path-162">
            <a:extLst xmlns:a="http://schemas.openxmlformats.org/drawingml/2006/main">
              <a:ext uri="{FF2B5EF4-FFF2-40B4-BE49-F238E27FC236}">
                <a16:creationId xmlns:a16="http://schemas.microsoft.com/office/drawing/2014/main" id="{5EE28671-DE1F-4A7B-AB09-D88DDE77AE16}"/>
              </a:ext>
            </a:extLst>
          </p:cNvPr>
          <p:cNvSpPr>
            <a:spLocks xmlns:a="http://schemas.openxmlformats.org/drawingml/2006/main" noGrp="1"/>
          </p:cNvSpPr>
          <p:nvPr/>
        </p:nvSpPr>
        <p:spPr>
          <a:xfrm xmlns:a="http://schemas.openxmlformats.org/drawingml/2006/main">
            <a:off x="9663113" y="2266950"/>
            <a:ext cx="953" cy="1000125"/>
          </a:xfrm>
          <a:custGeom xmlns:a="http://schemas.openxmlformats.org/drawingml/2006/main">
            <a:pathLst>
              <a:path w="953" h="1000125">
                <a:moveTo>
                  <a:pt x="0" y="0"/>
                </a:moveTo>
                <a:lnTo>
                  <a:pt x="0" y="1000125"/>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21" name="path-163">
            <a:extLst xmlns:a="http://schemas.openxmlformats.org/drawingml/2006/main">
              <a:ext uri="{FF2B5EF4-FFF2-40B4-BE49-F238E27FC236}">
                <a16:creationId xmlns:a16="http://schemas.microsoft.com/office/drawing/2014/main" id="{C09C22DE-410E-45C8-9D74-AD719AFC2C98}"/>
              </a:ext>
            </a:extLst>
          </p:cNvPr>
          <p:cNvSpPr>
            <a:spLocks xmlns:a="http://schemas.openxmlformats.org/drawingml/2006/main" noGrp="1"/>
          </p:cNvSpPr>
          <p:nvPr/>
        </p:nvSpPr>
        <p:spPr>
          <a:xfrm xmlns:a="http://schemas.openxmlformats.org/drawingml/2006/main">
            <a:off x="10003631" y="2266950"/>
            <a:ext cx="953" cy="1000125"/>
          </a:xfrm>
          <a:custGeom xmlns:a="http://schemas.openxmlformats.org/drawingml/2006/main">
            <a:pathLst>
              <a:path w="953" h="1000125">
                <a:moveTo>
                  <a:pt x="0" y="0"/>
                </a:moveTo>
                <a:lnTo>
                  <a:pt x="0" y="1000125"/>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22" name="path-164">
            <a:extLst xmlns:a="http://schemas.openxmlformats.org/drawingml/2006/main">
              <a:ext uri="{FF2B5EF4-FFF2-40B4-BE49-F238E27FC236}">
                <a16:creationId xmlns:a16="http://schemas.microsoft.com/office/drawing/2014/main" id="{E77AAECC-8A16-494D-828E-4373FAA0C2C0}"/>
              </a:ext>
            </a:extLst>
          </p:cNvPr>
          <p:cNvSpPr>
            <a:spLocks xmlns:a="http://schemas.openxmlformats.org/drawingml/2006/main" noGrp="1"/>
          </p:cNvSpPr>
          <p:nvPr/>
        </p:nvSpPr>
        <p:spPr>
          <a:xfrm xmlns:a="http://schemas.openxmlformats.org/drawingml/2006/main">
            <a:off x="8982075" y="2516981"/>
            <a:ext cx="1362075" cy="953"/>
          </a:xfrm>
          <a:custGeom xmlns:a="http://schemas.openxmlformats.org/drawingml/2006/main">
            <a:pathLst>
              <a:path w="1362075" h="953">
                <a:moveTo>
                  <a:pt x="0" y="0"/>
                </a:moveTo>
                <a:lnTo>
                  <a:pt x="1362075" y="0"/>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23" name="path-165">
            <a:extLst xmlns:a="http://schemas.openxmlformats.org/drawingml/2006/main">
              <a:ext uri="{FF2B5EF4-FFF2-40B4-BE49-F238E27FC236}">
                <a16:creationId xmlns:a16="http://schemas.microsoft.com/office/drawing/2014/main" id="{C139C9E4-CB8D-44E2-86E1-084009CBDBD9}"/>
              </a:ext>
            </a:extLst>
          </p:cNvPr>
          <p:cNvSpPr>
            <a:spLocks xmlns:a="http://schemas.openxmlformats.org/drawingml/2006/main" noGrp="1"/>
          </p:cNvSpPr>
          <p:nvPr/>
        </p:nvSpPr>
        <p:spPr>
          <a:xfrm xmlns:a="http://schemas.openxmlformats.org/drawingml/2006/main">
            <a:off x="8982075" y="2767013"/>
            <a:ext cx="1362075" cy="953"/>
          </a:xfrm>
          <a:custGeom xmlns:a="http://schemas.openxmlformats.org/drawingml/2006/main">
            <a:pathLst>
              <a:path w="1362075" h="953">
                <a:moveTo>
                  <a:pt x="0" y="0"/>
                </a:moveTo>
                <a:lnTo>
                  <a:pt x="1362075" y="0"/>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24" name="path-166">
            <a:extLst xmlns:a="http://schemas.openxmlformats.org/drawingml/2006/main">
              <a:ext uri="{FF2B5EF4-FFF2-40B4-BE49-F238E27FC236}">
                <a16:creationId xmlns:a16="http://schemas.microsoft.com/office/drawing/2014/main" id="{3886E9BE-CDB2-426C-89EE-35C5280BCE69}"/>
              </a:ext>
            </a:extLst>
          </p:cNvPr>
          <p:cNvSpPr>
            <a:spLocks xmlns:a="http://schemas.openxmlformats.org/drawingml/2006/main" noGrp="1"/>
          </p:cNvSpPr>
          <p:nvPr/>
        </p:nvSpPr>
        <p:spPr>
          <a:xfrm xmlns:a="http://schemas.openxmlformats.org/drawingml/2006/main">
            <a:off x="8982075" y="3017044"/>
            <a:ext cx="1362075" cy="953"/>
          </a:xfrm>
          <a:custGeom xmlns:a="http://schemas.openxmlformats.org/drawingml/2006/main">
            <a:pathLst>
              <a:path w="1362075" h="953">
                <a:moveTo>
                  <a:pt x="0" y="0"/>
                </a:moveTo>
                <a:lnTo>
                  <a:pt x="1362075" y="0"/>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25" name="label-167">
            <a:extLst xmlns:a="http://schemas.openxmlformats.org/drawingml/2006/main">
              <a:ext uri="{FF2B5EF4-FFF2-40B4-BE49-F238E27FC236}">
                <a16:creationId xmlns:a16="http://schemas.microsoft.com/office/drawing/2014/main" id="{A8B36139-2E50-4115-B467-0ABCC15A765E}"/>
              </a:ext>
            </a:extLst>
          </p:cNvPr>
          <p:cNvSpPr>
            <a:spLocks xmlns:a="http://schemas.openxmlformats.org/drawingml/2006/main" noGrp="1"/>
          </p:cNvSpPr>
          <p:nvPr/>
        </p:nvSpPr>
        <p:spPr>
          <a:xfrm xmlns:a="http://schemas.openxmlformats.org/drawingml/2006/main">
            <a:off x="9020175" y="2343150"/>
            <a:ext cx="128587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C86A1B"/>
                </a:solidFill>
                <a:latin typeface="DejaVu Sans"/>
                <a:ea typeface="DejaVu Sans"/>
                <a:cs typeface="DejaVu Sans"/>
              </a:defRPr>
            </a:defPPr>
            <a:lvl1pPr algn="ctr">
              <a:defRPr sz="1725" b="1">
                <a:solidFill>
                  <a:srgbClr val="C86A1B"/>
                </a:solidFill>
                <a:latin typeface="DejaVu Sans"/>
                <a:ea typeface="DejaVu Sans"/>
                <a:cs typeface="DejaVu Sans"/>
              </a:defRPr>
            </a:lvl1pPr>
            <a:lvl2pPr algn="ctr">
              <a:defRPr sz="1725" b="1">
                <a:solidFill>
                  <a:srgbClr val="C86A1B"/>
                </a:solidFill>
                <a:latin typeface="DejaVu Sans"/>
                <a:ea typeface="DejaVu Sans"/>
                <a:cs typeface="DejaVu Sans"/>
              </a:defRPr>
            </a:lvl2pPr>
            <a:lvl3pPr algn="ctr">
              <a:defRPr sz="1725" b="1">
                <a:solidFill>
                  <a:srgbClr val="C86A1B"/>
                </a:solidFill>
                <a:latin typeface="DejaVu Sans"/>
                <a:ea typeface="DejaVu Sans"/>
                <a:cs typeface="DejaVu Sans"/>
              </a:defRPr>
            </a:lvl3pPr>
            <a:lvl4pPr algn="ctr">
              <a:defRPr sz="1725" b="1">
                <a:solidFill>
                  <a:srgbClr val="C86A1B"/>
                </a:solidFill>
                <a:latin typeface="DejaVu Sans"/>
                <a:ea typeface="DejaVu Sans"/>
                <a:cs typeface="DejaVu Sans"/>
              </a:defRPr>
            </a:lvl4pPr>
            <a:lvl5pPr algn="ctr">
              <a:defRPr sz="1725" b="1">
                <a:solidFill>
                  <a:srgbClr val="C86A1B"/>
                </a:solidFill>
                <a:latin typeface="DejaVu Sans"/>
                <a:ea typeface="DejaVu Sans"/>
                <a:cs typeface="DejaVu Sans"/>
              </a:defRPr>
            </a:lvl5pPr>
            <a:lvl6pPr algn="ctr">
              <a:defRPr sz="1725" b="1">
                <a:solidFill>
                  <a:srgbClr val="C86A1B"/>
                </a:solidFill>
                <a:latin typeface="DejaVu Sans"/>
                <a:ea typeface="DejaVu Sans"/>
                <a:cs typeface="DejaVu Sans"/>
              </a:defRPr>
            </a:lvl6pPr>
            <a:lvl7pPr algn="ctr">
              <a:defRPr sz="1725" b="1">
                <a:solidFill>
                  <a:srgbClr val="C86A1B"/>
                </a:solidFill>
                <a:latin typeface="DejaVu Sans"/>
                <a:ea typeface="DejaVu Sans"/>
                <a:cs typeface="DejaVu Sans"/>
              </a:defRPr>
            </a:lvl7pPr>
            <a:lvl8pPr algn="ctr">
              <a:defRPr sz="1725" b="1">
                <a:solidFill>
                  <a:srgbClr val="C86A1B"/>
                </a:solidFill>
                <a:latin typeface="DejaVu Sans"/>
                <a:ea typeface="DejaVu Sans"/>
                <a:cs typeface="DejaVu Sans"/>
              </a:defRPr>
            </a:lvl8pPr>
            <a:lvl9pPr algn="ctr">
              <a:defRPr sz="1725" b="1">
                <a:solidFill>
                  <a:srgbClr val="C86A1B"/>
                </a:solidFill>
                <a:latin typeface="DejaVu Sans"/>
                <a:ea typeface="DejaVu Sans"/>
                <a:cs typeface="DejaVu Sans"/>
              </a:defRPr>
            </a:lvl9pPr>
          </a:lstStyle>
          <a:p xmlns:a="http://schemas.openxmlformats.org/drawingml/2006/main">
            <a:pPr algn="ctr">
              <a:defRPr sz="1725" b="1">
                <a:solidFill>
                  <a:srgbClr val="C86A1B"/>
                </a:solidFill>
                <a:latin typeface="DejaVu Sans"/>
                <a:ea typeface="DejaVu Sans"/>
                <a:cs typeface="DejaVu Sans"/>
              </a:defRPr>
            </a:pPr>
            <a:r>
              <a:rPr sz="1725" b="1">
                <a:solidFill>
                  <a:srgbClr val="C86A1B"/>
                </a:solidFill>
                <a:latin typeface="DejaVu Sans"/>
                <a:ea typeface="DejaVu Sans"/>
                <a:cs typeface="DejaVu Sans"/>
              </a:rPr>
              <a:t>256 channels</a:t>
            </a:r>
          </a:p>
        </p:txBody>
      </p:sp>
      <p:sp>
        <p:nvSpPr>
          <p:cNvPr id="26" name="label-168">
            <a:extLst xmlns:a="http://schemas.openxmlformats.org/drawingml/2006/main">
              <a:ext uri="{FF2B5EF4-FFF2-40B4-BE49-F238E27FC236}">
                <a16:creationId xmlns:a16="http://schemas.microsoft.com/office/drawing/2014/main" id="{A17A1FDA-140F-429A-903E-9CCFE4B012D4}"/>
              </a:ext>
            </a:extLst>
          </p:cNvPr>
          <p:cNvSpPr>
            <a:spLocks xmlns:a="http://schemas.openxmlformats.org/drawingml/2006/main" noGrp="1"/>
          </p:cNvSpPr>
          <p:nvPr/>
        </p:nvSpPr>
        <p:spPr>
          <a:xfrm xmlns:a="http://schemas.openxmlformats.org/drawingml/2006/main">
            <a:off x="8562975" y="3952875"/>
            <a:ext cx="3095625"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6253B"/>
                </a:solidFill>
                <a:latin typeface="DejaVu Sans"/>
                <a:ea typeface="DejaVu Sans"/>
                <a:cs typeface="DejaVu Sans"/>
              </a:defRPr>
            </a:defPPr>
            <a:lvl1pPr algn="l">
              <a:defRPr sz="2025" b="0">
                <a:solidFill>
                  <a:srgbClr val="16253B"/>
                </a:solidFill>
                <a:latin typeface="DejaVu Sans"/>
                <a:ea typeface="DejaVu Sans"/>
                <a:cs typeface="DejaVu Sans"/>
              </a:defRPr>
            </a:lvl1pPr>
            <a:lvl2pPr algn="l">
              <a:defRPr sz="2025" b="0">
                <a:solidFill>
                  <a:srgbClr val="16253B"/>
                </a:solidFill>
                <a:latin typeface="DejaVu Sans"/>
                <a:ea typeface="DejaVu Sans"/>
                <a:cs typeface="DejaVu Sans"/>
              </a:defRPr>
            </a:lvl2pPr>
            <a:lvl3pPr algn="l">
              <a:defRPr sz="2025" b="0">
                <a:solidFill>
                  <a:srgbClr val="16253B"/>
                </a:solidFill>
                <a:latin typeface="DejaVu Sans"/>
                <a:ea typeface="DejaVu Sans"/>
                <a:cs typeface="DejaVu Sans"/>
              </a:defRPr>
            </a:lvl3pPr>
            <a:lvl4pPr algn="l">
              <a:defRPr sz="2025" b="0">
                <a:solidFill>
                  <a:srgbClr val="16253B"/>
                </a:solidFill>
                <a:latin typeface="DejaVu Sans"/>
                <a:ea typeface="DejaVu Sans"/>
                <a:cs typeface="DejaVu Sans"/>
              </a:defRPr>
            </a:lvl4pPr>
            <a:lvl5pPr algn="l">
              <a:defRPr sz="2025" b="0">
                <a:solidFill>
                  <a:srgbClr val="16253B"/>
                </a:solidFill>
                <a:latin typeface="DejaVu Sans"/>
                <a:ea typeface="DejaVu Sans"/>
                <a:cs typeface="DejaVu Sans"/>
              </a:defRPr>
            </a:lvl5pPr>
            <a:lvl6pPr algn="l">
              <a:defRPr sz="2025" b="0">
                <a:solidFill>
                  <a:srgbClr val="16253B"/>
                </a:solidFill>
                <a:latin typeface="DejaVu Sans"/>
                <a:ea typeface="DejaVu Sans"/>
                <a:cs typeface="DejaVu Sans"/>
              </a:defRPr>
            </a:lvl6pPr>
            <a:lvl7pPr algn="l">
              <a:defRPr sz="2025" b="0">
                <a:solidFill>
                  <a:srgbClr val="16253B"/>
                </a:solidFill>
                <a:latin typeface="DejaVu Sans"/>
                <a:ea typeface="DejaVu Sans"/>
                <a:cs typeface="DejaVu Sans"/>
              </a:defRPr>
            </a:lvl7pPr>
            <a:lvl8pPr algn="l">
              <a:defRPr sz="2025" b="0">
                <a:solidFill>
                  <a:srgbClr val="16253B"/>
                </a:solidFill>
                <a:latin typeface="DejaVu Sans"/>
                <a:ea typeface="DejaVu Sans"/>
                <a:cs typeface="DejaVu Sans"/>
              </a:defRPr>
            </a:lvl8pPr>
            <a:lvl9pPr algn="l">
              <a:defRPr sz="2025" b="0">
                <a:solidFill>
                  <a:srgbClr val="16253B"/>
                </a:solidFill>
                <a:latin typeface="DejaVu Sans"/>
                <a:ea typeface="DejaVu Sans"/>
                <a:cs typeface="DejaVu Sans"/>
              </a:defRPr>
            </a:lvl9pPr>
          </a:lstStyle>
          <a:p xmlns:a="http://schemas.openxmlformats.org/drawingml/2006/main">
            <a:pPr algn="l">
              <a:defRPr sz="2025" b="0">
                <a:solidFill>
                  <a:srgbClr val="16253B"/>
                </a:solidFill>
                <a:latin typeface="DejaVu Sans"/>
                <a:ea typeface="DejaVu Sans"/>
                <a:cs typeface="DejaVu Sans"/>
              </a:defRPr>
            </a:pPr>
            <a:r>
              <a:rPr sz="2025" b="0">
                <a:solidFill>
                  <a:srgbClr val="16253B"/>
                </a:solidFill>
                <a:latin typeface="DejaVu Sans"/>
                <a:ea typeface="DejaVu Sans"/>
                <a:cs typeface="DejaVu Sans"/>
              </a:rPr>
              <a:t>Sparse 3D encoding</a:t>
            </a:r>
          </a:p>
          <a:p xmlns:a="http://schemas.openxmlformats.org/drawingml/2006/main">
            <a:pPr algn="l">
              <a:defRPr sz="2025" b="0">
                <a:solidFill>
                  <a:srgbClr val="16253B"/>
                </a:solidFill>
                <a:latin typeface="DejaVu Sans"/>
                <a:ea typeface="DejaVu Sans"/>
                <a:cs typeface="DejaVu Sans"/>
              </a:defRPr>
            </a:pPr>
            <a:r>
              <a:rPr sz="2025" b="0">
                <a:solidFill>
                  <a:srgbClr val="16253B"/>
                </a:solidFill>
                <a:latin typeface="DejaVu Sans"/>
                <a:ea typeface="DejaVu Sans"/>
                <a:cs typeface="DejaVu Sans"/>
              </a:rPr>
              <a:t>preserves geometry</a:t>
            </a:r>
          </a:p>
          <a:p xmlns:a="http://schemas.openxmlformats.org/drawingml/2006/main">
            <a:pPr algn="l">
              <a:defRPr sz="2025" b="0">
                <a:solidFill>
                  <a:srgbClr val="16253B"/>
                </a:solidFill>
                <a:latin typeface="DejaVu Sans"/>
                <a:ea typeface="DejaVu Sans"/>
                <a:cs typeface="DejaVu Sans"/>
              </a:defRPr>
            </a:pPr>
            <a:r>
              <a:rPr sz="2025" b="0">
                <a:solidFill>
                  <a:srgbClr val="16253B"/>
                </a:solidFill>
                <a:latin typeface="DejaVu Sans"/>
                <a:ea typeface="DejaVu Sans"/>
                <a:cs typeface="DejaVu Sans"/>
              </a:rPr>
              <a:t>on the same grid</a:t>
            </a:r>
          </a:p>
        </p:txBody>
      </p:sp>
      <p:sp>
        <p:nvSpPr>
          <p:cNvPr id="27" name="shape-169">
            <a:extLst xmlns:a="http://schemas.openxmlformats.org/drawingml/2006/main">
              <a:ext uri="{FF2B5EF4-FFF2-40B4-BE49-F238E27FC236}">
                <a16:creationId xmlns:a16="http://schemas.microsoft.com/office/drawing/2014/main" id="{412FCE4B-D128-4335-A4BB-95CB4545B9AD}"/>
              </a:ext>
            </a:extLst>
          </p:cNvPr>
          <p:cNvSpPr>
            <a:spLocks xmlns:a="http://schemas.openxmlformats.org/drawingml/2006/main" noGrp="1"/>
          </p:cNvSpPr>
          <p:nvPr/>
        </p:nvSpPr>
        <p:spPr>
          <a:xfrm xmlns:a="http://schemas.openxmlformats.org/drawingml/2006/main" rot="0">
            <a:off x="4286250" y="1962150"/>
            <a:ext cx="3333750" cy="3333750"/>
          </a:xfrm>
          <a:prstGeom xmlns:a="http://schemas.openxmlformats.org/drawingml/2006/main" prst="rect">
            <a:avLst/>
          </a:prstGeom>
          <a:solidFill xmlns:a="http://schemas.openxmlformats.org/drawingml/2006/main">
            <a:srgbClr val="FFFFFF"/>
          </a:solidFill>
          <a:ln xmlns:a="http://schemas.openxmlformats.org/drawingml/2006/main" w="11430">
            <a:solidFill>
              <a:srgbClr val="CFD7E2"/>
            </a:solidFill>
            <a:prstDash val="solid"/>
          </a:ln>
        </p:spPr>
      </p:sp>
      <p:sp>
        <p:nvSpPr>
          <p:cNvPr id="28" name="path-170">
            <a:extLst xmlns:a="http://schemas.openxmlformats.org/drawingml/2006/main">
              <a:ext uri="{FF2B5EF4-FFF2-40B4-BE49-F238E27FC236}">
                <a16:creationId xmlns:a16="http://schemas.microsoft.com/office/drawing/2014/main" id="{D5D47C05-6144-42BF-BE8F-3C3E642504E5}"/>
              </a:ext>
            </a:extLst>
          </p:cNvPr>
          <p:cNvSpPr>
            <a:spLocks xmlns:a="http://schemas.openxmlformats.org/drawingml/2006/main" noGrp="1"/>
          </p:cNvSpPr>
          <p:nvPr/>
        </p:nvSpPr>
        <p:spPr>
          <a:xfrm xmlns:a="http://schemas.openxmlformats.org/drawingml/2006/main">
            <a:off x="4619625" y="1962150"/>
            <a:ext cx="953" cy="3333750"/>
          </a:xfrm>
          <a:custGeom xmlns:a="http://schemas.openxmlformats.org/drawingml/2006/main">
            <a:pathLst>
              <a:path w="953" h="3333750">
                <a:moveTo>
                  <a:pt x="0" y="0"/>
                </a:moveTo>
                <a:lnTo>
                  <a:pt x="0" y="3333750"/>
                </a:lnTo>
              </a:path>
            </a:pathLst>
          </a:custGeom>
          <a:noFill xmlns:a="http://schemas.openxmlformats.org/drawingml/2006/main"/>
          <a:ln xmlns:a="http://schemas.openxmlformats.org/drawingml/2006/main" w="7620">
            <a:solidFill>
              <a:srgbClr val="CFD7E2"/>
            </a:solidFill>
            <a:prstDash val="solid"/>
          </a:ln>
        </p:spPr>
      </p:sp>
      <p:sp>
        <p:nvSpPr>
          <p:cNvPr id="29" name="path-171">
            <a:extLst xmlns:a="http://schemas.openxmlformats.org/drawingml/2006/main">
              <a:ext uri="{FF2B5EF4-FFF2-40B4-BE49-F238E27FC236}">
                <a16:creationId xmlns:a16="http://schemas.microsoft.com/office/drawing/2014/main" id="{B17A3485-7C8F-4D35-8017-F1AC1BB5575D}"/>
              </a:ext>
            </a:extLst>
          </p:cNvPr>
          <p:cNvSpPr>
            <a:spLocks xmlns:a="http://schemas.openxmlformats.org/drawingml/2006/main" noGrp="1"/>
          </p:cNvSpPr>
          <p:nvPr/>
        </p:nvSpPr>
        <p:spPr>
          <a:xfrm xmlns:a="http://schemas.openxmlformats.org/drawingml/2006/main">
            <a:off x="4953000" y="1962150"/>
            <a:ext cx="953" cy="3333750"/>
          </a:xfrm>
          <a:custGeom xmlns:a="http://schemas.openxmlformats.org/drawingml/2006/main">
            <a:pathLst>
              <a:path w="953" h="3333750">
                <a:moveTo>
                  <a:pt x="0" y="0"/>
                </a:moveTo>
                <a:lnTo>
                  <a:pt x="0" y="3333750"/>
                </a:lnTo>
              </a:path>
            </a:pathLst>
          </a:custGeom>
          <a:noFill xmlns:a="http://schemas.openxmlformats.org/drawingml/2006/main"/>
          <a:ln xmlns:a="http://schemas.openxmlformats.org/drawingml/2006/main" w="7620">
            <a:solidFill>
              <a:srgbClr val="CFD7E2"/>
            </a:solidFill>
            <a:prstDash val="solid"/>
          </a:ln>
        </p:spPr>
      </p:sp>
      <p:sp>
        <p:nvSpPr>
          <p:cNvPr id="30" name="path-172">
            <a:extLst xmlns:a="http://schemas.openxmlformats.org/drawingml/2006/main">
              <a:ext uri="{FF2B5EF4-FFF2-40B4-BE49-F238E27FC236}">
                <a16:creationId xmlns:a16="http://schemas.microsoft.com/office/drawing/2014/main" id="{DAD1BD9D-77E1-4B73-91DA-76EABC1468FE}"/>
              </a:ext>
            </a:extLst>
          </p:cNvPr>
          <p:cNvSpPr>
            <a:spLocks xmlns:a="http://schemas.openxmlformats.org/drawingml/2006/main" noGrp="1"/>
          </p:cNvSpPr>
          <p:nvPr/>
        </p:nvSpPr>
        <p:spPr>
          <a:xfrm xmlns:a="http://schemas.openxmlformats.org/drawingml/2006/main">
            <a:off x="5286375" y="1962150"/>
            <a:ext cx="953" cy="3333750"/>
          </a:xfrm>
          <a:custGeom xmlns:a="http://schemas.openxmlformats.org/drawingml/2006/main">
            <a:pathLst>
              <a:path w="953" h="3333750">
                <a:moveTo>
                  <a:pt x="0" y="0"/>
                </a:moveTo>
                <a:lnTo>
                  <a:pt x="0" y="3333750"/>
                </a:lnTo>
              </a:path>
            </a:pathLst>
          </a:custGeom>
          <a:noFill xmlns:a="http://schemas.openxmlformats.org/drawingml/2006/main"/>
          <a:ln xmlns:a="http://schemas.openxmlformats.org/drawingml/2006/main" w="7620">
            <a:solidFill>
              <a:srgbClr val="CFD7E2"/>
            </a:solidFill>
            <a:prstDash val="solid"/>
          </a:ln>
        </p:spPr>
      </p:sp>
      <p:sp>
        <p:nvSpPr>
          <p:cNvPr id="31" name="path-173">
            <a:extLst xmlns:a="http://schemas.openxmlformats.org/drawingml/2006/main">
              <a:ext uri="{FF2B5EF4-FFF2-40B4-BE49-F238E27FC236}">
                <a16:creationId xmlns:a16="http://schemas.microsoft.com/office/drawing/2014/main" id="{9A76682B-B48F-430F-9C43-ABE2CF1C3A12}"/>
              </a:ext>
            </a:extLst>
          </p:cNvPr>
          <p:cNvSpPr>
            <a:spLocks xmlns:a="http://schemas.openxmlformats.org/drawingml/2006/main" noGrp="1"/>
          </p:cNvSpPr>
          <p:nvPr/>
        </p:nvSpPr>
        <p:spPr>
          <a:xfrm xmlns:a="http://schemas.openxmlformats.org/drawingml/2006/main">
            <a:off x="5619750" y="1962150"/>
            <a:ext cx="953" cy="3333750"/>
          </a:xfrm>
          <a:custGeom xmlns:a="http://schemas.openxmlformats.org/drawingml/2006/main">
            <a:pathLst>
              <a:path w="953" h="3333750">
                <a:moveTo>
                  <a:pt x="0" y="0"/>
                </a:moveTo>
                <a:lnTo>
                  <a:pt x="0" y="3333750"/>
                </a:lnTo>
              </a:path>
            </a:pathLst>
          </a:custGeom>
          <a:noFill xmlns:a="http://schemas.openxmlformats.org/drawingml/2006/main"/>
          <a:ln xmlns:a="http://schemas.openxmlformats.org/drawingml/2006/main" w="7620">
            <a:solidFill>
              <a:srgbClr val="CFD7E2"/>
            </a:solidFill>
            <a:prstDash val="solid"/>
          </a:ln>
        </p:spPr>
      </p:sp>
      <p:sp>
        <p:nvSpPr>
          <p:cNvPr id="32" name="path-174">
            <a:extLst xmlns:a="http://schemas.openxmlformats.org/drawingml/2006/main">
              <a:ext uri="{FF2B5EF4-FFF2-40B4-BE49-F238E27FC236}">
                <a16:creationId xmlns:a16="http://schemas.microsoft.com/office/drawing/2014/main" id="{A071CF60-4E22-4E50-B6AD-D3F1E22046D4}"/>
              </a:ext>
            </a:extLst>
          </p:cNvPr>
          <p:cNvSpPr>
            <a:spLocks xmlns:a="http://schemas.openxmlformats.org/drawingml/2006/main" noGrp="1"/>
          </p:cNvSpPr>
          <p:nvPr/>
        </p:nvSpPr>
        <p:spPr>
          <a:xfrm xmlns:a="http://schemas.openxmlformats.org/drawingml/2006/main">
            <a:off x="5953125" y="1962150"/>
            <a:ext cx="953" cy="3333750"/>
          </a:xfrm>
          <a:custGeom xmlns:a="http://schemas.openxmlformats.org/drawingml/2006/main">
            <a:pathLst>
              <a:path w="953" h="3333750">
                <a:moveTo>
                  <a:pt x="0" y="0"/>
                </a:moveTo>
                <a:lnTo>
                  <a:pt x="0" y="3333750"/>
                </a:lnTo>
              </a:path>
            </a:pathLst>
          </a:custGeom>
          <a:noFill xmlns:a="http://schemas.openxmlformats.org/drawingml/2006/main"/>
          <a:ln xmlns:a="http://schemas.openxmlformats.org/drawingml/2006/main" w="7620">
            <a:solidFill>
              <a:srgbClr val="CFD7E2"/>
            </a:solidFill>
            <a:prstDash val="solid"/>
          </a:ln>
        </p:spPr>
      </p:sp>
      <p:sp>
        <p:nvSpPr>
          <p:cNvPr id="33" name="path-175">
            <a:extLst xmlns:a="http://schemas.openxmlformats.org/drawingml/2006/main">
              <a:ext uri="{FF2B5EF4-FFF2-40B4-BE49-F238E27FC236}">
                <a16:creationId xmlns:a16="http://schemas.microsoft.com/office/drawing/2014/main" id="{8B13DF55-2706-429A-833A-01202FA06A79}"/>
              </a:ext>
            </a:extLst>
          </p:cNvPr>
          <p:cNvSpPr>
            <a:spLocks xmlns:a="http://schemas.openxmlformats.org/drawingml/2006/main" noGrp="1"/>
          </p:cNvSpPr>
          <p:nvPr/>
        </p:nvSpPr>
        <p:spPr>
          <a:xfrm xmlns:a="http://schemas.openxmlformats.org/drawingml/2006/main">
            <a:off x="6286500" y="1962150"/>
            <a:ext cx="953" cy="3333750"/>
          </a:xfrm>
          <a:custGeom xmlns:a="http://schemas.openxmlformats.org/drawingml/2006/main">
            <a:pathLst>
              <a:path w="953" h="3333750">
                <a:moveTo>
                  <a:pt x="0" y="0"/>
                </a:moveTo>
                <a:lnTo>
                  <a:pt x="0" y="3333750"/>
                </a:lnTo>
              </a:path>
            </a:pathLst>
          </a:custGeom>
          <a:noFill xmlns:a="http://schemas.openxmlformats.org/drawingml/2006/main"/>
          <a:ln xmlns:a="http://schemas.openxmlformats.org/drawingml/2006/main" w="7620">
            <a:solidFill>
              <a:srgbClr val="CFD7E2"/>
            </a:solidFill>
            <a:prstDash val="solid"/>
          </a:ln>
        </p:spPr>
      </p:sp>
      <p:sp>
        <p:nvSpPr>
          <p:cNvPr id="34" name="path-176">
            <a:extLst xmlns:a="http://schemas.openxmlformats.org/drawingml/2006/main">
              <a:ext uri="{FF2B5EF4-FFF2-40B4-BE49-F238E27FC236}">
                <a16:creationId xmlns:a16="http://schemas.microsoft.com/office/drawing/2014/main" id="{87047001-004E-4A0C-BDC4-CE9E016384C6}"/>
              </a:ext>
            </a:extLst>
          </p:cNvPr>
          <p:cNvSpPr>
            <a:spLocks xmlns:a="http://schemas.openxmlformats.org/drawingml/2006/main" noGrp="1"/>
          </p:cNvSpPr>
          <p:nvPr/>
        </p:nvSpPr>
        <p:spPr>
          <a:xfrm xmlns:a="http://schemas.openxmlformats.org/drawingml/2006/main">
            <a:off x="6619875" y="1962150"/>
            <a:ext cx="953" cy="3333750"/>
          </a:xfrm>
          <a:custGeom xmlns:a="http://schemas.openxmlformats.org/drawingml/2006/main">
            <a:pathLst>
              <a:path w="953" h="3333750">
                <a:moveTo>
                  <a:pt x="0" y="0"/>
                </a:moveTo>
                <a:lnTo>
                  <a:pt x="0" y="3333750"/>
                </a:lnTo>
              </a:path>
            </a:pathLst>
          </a:custGeom>
          <a:noFill xmlns:a="http://schemas.openxmlformats.org/drawingml/2006/main"/>
          <a:ln xmlns:a="http://schemas.openxmlformats.org/drawingml/2006/main" w="7620">
            <a:solidFill>
              <a:srgbClr val="CFD7E2"/>
            </a:solidFill>
            <a:prstDash val="solid"/>
          </a:ln>
        </p:spPr>
      </p:sp>
      <p:sp>
        <p:nvSpPr>
          <p:cNvPr id="35" name="path-177">
            <a:extLst xmlns:a="http://schemas.openxmlformats.org/drawingml/2006/main">
              <a:ext uri="{FF2B5EF4-FFF2-40B4-BE49-F238E27FC236}">
                <a16:creationId xmlns:a16="http://schemas.microsoft.com/office/drawing/2014/main" id="{EF0DDDBF-470F-468A-BA9E-4C1AA990F264}"/>
              </a:ext>
            </a:extLst>
          </p:cNvPr>
          <p:cNvSpPr>
            <a:spLocks xmlns:a="http://schemas.openxmlformats.org/drawingml/2006/main" noGrp="1"/>
          </p:cNvSpPr>
          <p:nvPr/>
        </p:nvSpPr>
        <p:spPr>
          <a:xfrm xmlns:a="http://schemas.openxmlformats.org/drawingml/2006/main">
            <a:off x="6953250" y="1962150"/>
            <a:ext cx="953" cy="3333750"/>
          </a:xfrm>
          <a:custGeom xmlns:a="http://schemas.openxmlformats.org/drawingml/2006/main">
            <a:pathLst>
              <a:path w="953" h="3333750">
                <a:moveTo>
                  <a:pt x="0" y="0"/>
                </a:moveTo>
                <a:lnTo>
                  <a:pt x="0" y="3333750"/>
                </a:lnTo>
              </a:path>
            </a:pathLst>
          </a:custGeom>
          <a:noFill xmlns:a="http://schemas.openxmlformats.org/drawingml/2006/main"/>
          <a:ln xmlns:a="http://schemas.openxmlformats.org/drawingml/2006/main" w="7620">
            <a:solidFill>
              <a:srgbClr val="CFD7E2"/>
            </a:solidFill>
            <a:prstDash val="solid"/>
          </a:ln>
        </p:spPr>
      </p:sp>
      <p:sp>
        <p:nvSpPr>
          <p:cNvPr id="36" name="path-178">
            <a:extLst xmlns:a="http://schemas.openxmlformats.org/drawingml/2006/main">
              <a:ext uri="{FF2B5EF4-FFF2-40B4-BE49-F238E27FC236}">
                <a16:creationId xmlns:a16="http://schemas.microsoft.com/office/drawing/2014/main" id="{85957E19-BCEA-4F33-8530-EA1456E1C2A8}"/>
              </a:ext>
            </a:extLst>
          </p:cNvPr>
          <p:cNvSpPr>
            <a:spLocks xmlns:a="http://schemas.openxmlformats.org/drawingml/2006/main" noGrp="1"/>
          </p:cNvSpPr>
          <p:nvPr/>
        </p:nvSpPr>
        <p:spPr>
          <a:xfrm xmlns:a="http://schemas.openxmlformats.org/drawingml/2006/main">
            <a:off x="7286625" y="1962150"/>
            <a:ext cx="953" cy="3333750"/>
          </a:xfrm>
          <a:custGeom xmlns:a="http://schemas.openxmlformats.org/drawingml/2006/main">
            <a:pathLst>
              <a:path w="953" h="3333750">
                <a:moveTo>
                  <a:pt x="0" y="0"/>
                </a:moveTo>
                <a:lnTo>
                  <a:pt x="0" y="3333750"/>
                </a:lnTo>
              </a:path>
            </a:pathLst>
          </a:custGeom>
          <a:noFill xmlns:a="http://schemas.openxmlformats.org/drawingml/2006/main"/>
          <a:ln xmlns:a="http://schemas.openxmlformats.org/drawingml/2006/main" w="7620">
            <a:solidFill>
              <a:srgbClr val="CFD7E2"/>
            </a:solidFill>
            <a:prstDash val="solid"/>
          </a:ln>
        </p:spPr>
      </p:sp>
      <p:sp>
        <p:nvSpPr>
          <p:cNvPr id="37" name="path-179">
            <a:extLst xmlns:a="http://schemas.openxmlformats.org/drawingml/2006/main">
              <a:ext uri="{FF2B5EF4-FFF2-40B4-BE49-F238E27FC236}">
                <a16:creationId xmlns:a16="http://schemas.microsoft.com/office/drawing/2014/main" id="{B27F78FD-6A4F-4019-A2E0-8BEA32E0A7B6}"/>
              </a:ext>
            </a:extLst>
          </p:cNvPr>
          <p:cNvSpPr>
            <a:spLocks xmlns:a="http://schemas.openxmlformats.org/drawingml/2006/main" noGrp="1"/>
          </p:cNvSpPr>
          <p:nvPr/>
        </p:nvSpPr>
        <p:spPr>
          <a:xfrm xmlns:a="http://schemas.openxmlformats.org/drawingml/2006/main">
            <a:off x="4286250" y="2295525"/>
            <a:ext cx="3333750" cy="953"/>
          </a:xfrm>
          <a:custGeom xmlns:a="http://schemas.openxmlformats.org/drawingml/2006/main">
            <a:pathLst>
              <a:path w="3333750" h="953">
                <a:moveTo>
                  <a:pt x="0" y="0"/>
                </a:moveTo>
                <a:lnTo>
                  <a:pt x="3333750" y="0"/>
                </a:lnTo>
              </a:path>
            </a:pathLst>
          </a:custGeom>
          <a:noFill xmlns:a="http://schemas.openxmlformats.org/drawingml/2006/main"/>
          <a:ln xmlns:a="http://schemas.openxmlformats.org/drawingml/2006/main" w="7620">
            <a:solidFill>
              <a:srgbClr val="CFD7E2"/>
            </a:solidFill>
            <a:prstDash val="solid"/>
          </a:ln>
        </p:spPr>
      </p:sp>
      <p:sp>
        <p:nvSpPr>
          <p:cNvPr id="38" name="path-180">
            <a:extLst xmlns:a="http://schemas.openxmlformats.org/drawingml/2006/main">
              <a:ext uri="{FF2B5EF4-FFF2-40B4-BE49-F238E27FC236}">
                <a16:creationId xmlns:a16="http://schemas.microsoft.com/office/drawing/2014/main" id="{288F583E-010A-4EBF-A190-749125F6B926}"/>
              </a:ext>
            </a:extLst>
          </p:cNvPr>
          <p:cNvSpPr>
            <a:spLocks xmlns:a="http://schemas.openxmlformats.org/drawingml/2006/main" noGrp="1"/>
          </p:cNvSpPr>
          <p:nvPr/>
        </p:nvSpPr>
        <p:spPr>
          <a:xfrm xmlns:a="http://schemas.openxmlformats.org/drawingml/2006/main">
            <a:off x="4286250" y="2628900"/>
            <a:ext cx="3333750" cy="953"/>
          </a:xfrm>
          <a:custGeom xmlns:a="http://schemas.openxmlformats.org/drawingml/2006/main">
            <a:pathLst>
              <a:path w="3333750" h="953">
                <a:moveTo>
                  <a:pt x="0" y="0"/>
                </a:moveTo>
                <a:lnTo>
                  <a:pt x="3333750" y="0"/>
                </a:lnTo>
              </a:path>
            </a:pathLst>
          </a:custGeom>
          <a:noFill xmlns:a="http://schemas.openxmlformats.org/drawingml/2006/main"/>
          <a:ln xmlns:a="http://schemas.openxmlformats.org/drawingml/2006/main" w="7620">
            <a:solidFill>
              <a:srgbClr val="CFD7E2"/>
            </a:solidFill>
            <a:prstDash val="solid"/>
          </a:ln>
        </p:spPr>
      </p:sp>
      <p:sp>
        <p:nvSpPr>
          <p:cNvPr id="39" name="path-181">
            <a:extLst xmlns:a="http://schemas.openxmlformats.org/drawingml/2006/main">
              <a:ext uri="{FF2B5EF4-FFF2-40B4-BE49-F238E27FC236}">
                <a16:creationId xmlns:a16="http://schemas.microsoft.com/office/drawing/2014/main" id="{FA7D22A0-F66C-476D-8129-E5AD92F2B7A9}"/>
              </a:ext>
            </a:extLst>
          </p:cNvPr>
          <p:cNvSpPr>
            <a:spLocks xmlns:a="http://schemas.openxmlformats.org/drawingml/2006/main" noGrp="1"/>
          </p:cNvSpPr>
          <p:nvPr/>
        </p:nvSpPr>
        <p:spPr>
          <a:xfrm xmlns:a="http://schemas.openxmlformats.org/drawingml/2006/main">
            <a:off x="4286250" y="2962275"/>
            <a:ext cx="3333750" cy="953"/>
          </a:xfrm>
          <a:custGeom xmlns:a="http://schemas.openxmlformats.org/drawingml/2006/main">
            <a:pathLst>
              <a:path w="3333750" h="953">
                <a:moveTo>
                  <a:pt x="0" y="0"/>
                </a:moveTo>
                <a:lnTo>
                  <a:pt x="3333750" y="0"/>
                </a:lnTo>
              </a:path>
            </a:pathLst>
          </a:custGeom>
          <a:noFill xmlns:a="http://schemas.openxmlformats.org/drawingml/2006/main"/>
          <a:ln xmlns:a="http://schemas.openxmlformats.org/drawingml/2006/main" w="7620">
            <a:solidFill>
              <a:srgbClr val="CFD7E2"/>
            </a:solidFill>
            <a:prstDash val="solid"/>
          </a:ln>
        </p:spPr>
      </p:sp>
      <p:sp>
        <p:nvSpPr>
          <p:cNvPr id="40" name="path-182">
            <a:extLst xmlns:a="http://schemas.openxmlformats.org/drawingml/2006/main">
              <a:ext uri="{FF2B5EF4-FFF2-40B4-BE49-F238E27FC236}">
                <a16:creationId xmlns:a16="http://schemas.microsoft.com/office/drawing/2014/main" id="{F8A34553-B0CA-4C59-B121-77E5FEA73F2B}"/>
              </a:ext>
            </a:extLst>
          </p:cNvPr>
          <p:cNvSpPr>
            <a:spLocks xmlns:a="http://schemas.openxmlformats.org/drawingml/2006/main" noGrp="1"/>
          </p:cNvSpPr>
          <p:nvPr/>
        </p:nvSpPr>
        <p:spPr>
          <a:xfrm xmlns:a="http://schemas.openxmlformats.org/drawingml/2006/main">
            <a:off x="4286250" y="3295650"/>
            <a:ext cx="3333750" cy="953"/>
          </a:xfrm>
          <a:custGeom xmlns:a="http://schemas.openxmlformats.org/drawingml/2006/main">
            <a:pathLst>
              <a:path w="3333750" h="953">
                <a:moveTo>
                  <a:pt x="0" y="0"/>
                </a:moveTo>
                <a:lnTo>
                  <a:pt x="3333750" y="0"/>
                </a:lnTo>
              </a:path>
            </a:pathLst>
          </a:custGeom>
          <a:noFill xmlns:a="http://schemas.openxmlformats.org/drawingml/2006/main"/>
          <a:ln xmlns:a="http://schemas.openxmlformats.org/drawingml/2006/main" w="7620">
            <a:solidFill>
              <a:srgbClr val="CFD7E2"/>
            </a:solidFill>
            <a:prstDash val="solid"/>
          </a:ln>
        </p:spPr>
      </p:sp>
      <p:sp>
        <p:nvSpPr>
          <p:cNvPr id="41" name="path-183">
            <a:extLst xmlns:a="http://schemas.openxmlformats.org/drawingml/2006/main">
              <a:ext uri="{FF2B5EF4-FFF2-40B4-BE49-F238E27FC236}">
                <a16:creationId xmlns:a16="http://schemas.microsoft.com/office/drawing/2014/main" id="{838240BB-4F02-442D-94A2-3DE6CB73E930}"/>
              </a:ext>
            </a:extLst>
          </p:cNvPr>
          <p:cNvSpPr>
            <a:spLocks xmlns:a="http://schemas.openxmlformats.org/drawingml/2006/main" noGrp="1"/>
          </p:cNvSpPr>
          <p:nvPr/>
        </p:nvSpPr>
        <p:spPr>
          <a:xfrm xmlns:a="http://schemas.openxmlformats.org/drawingml/2006/main">
            <a:off x="4286250" y="3629025"/>
            <a:ext cx="3333750" cy="953"/>
          </a:xfrm>
          <a:custGeom xmlns:a="http://schemas.openxmlformats.org/drawingml/2006/main">
            <a:pathLst>
              <a:path w="3333750" h="953">
                <a:moveTo>
                  <a:pt x="0" y="0"/>
                </a:moveTo>
                <a:lnTo>
                  <a:pt x="3333750" y="0"/>
                </a:lnTo>
              </a:path>
            </a:pathLst>
          </a:custGeom>
          <a:noFill xmlns:a="http://schemas.openxmlformats.org/drawingml/2006/main"/>
          <a:ln xmlns:a="http://schemas.openxmlformats.org/drawingml/2006/main" w="7620">
            <a:solidFill>
              <a:srgbClr val="CFD7E2"/>
            </a:solidFill>
            <a:prstDash val="solid"/>
          </a:ln>
        </p:spPr>
      </p:sp>
      <p:sp>
        <p:nvSpPr>
          <p:cNvPr id="42" name="path-184">
            <a:extLst xmlns:a="http://schemas.openxmlformats.org/drawingml/2006/main">
              <a:ext uri="{FF2B5EF4-FFF2-40B4-BE49-F238E27FC236}">
                <a16:creationId xmlns:a16="http://schemas.microsoft.com/office/drawing/2014/main" id="{204290A9-E221-4C2C-A59D-D246E60597D8}"/>
              </a:ext>
            </a:extLst>
          </p:cNvPr>
          <p:cNvSpPr>
            <a:spLocks xmlns:a="http://schemas.openxmlformats.org/drawingml/2006/main" noGrp="1"/>
          </p:cNvSpPr>
          <p:nvPr/>
        </p:nvSpPr>
        <p:spPr>
          <a:xfrm xmlns:a="http://schemas.openxmlformats.org/drawingml/2006/main">
            <a:off x="4286250" y="3962400"/>
            <a:ext cx="3333750" cy="953"/>
          </a:xfrm>
          <a:custGeom xmlns:a="http://schemas.openxmlformats.org/drawingml/2006/main">
            <a:pathLst>
              <a:path w="3333750" h="953">
                <a:moveTo>
                  <a:pt x="0" y="0"/>
                </a:moveTo>
                <a:lnTo>
                  <a:pt x="3333750" y="0"/>
                </a:lnTo>
              </a:path>
            </a:pathLst>
          </a:custGeom>
          <a:noFill xmlns:a="http://schemas.openxmlformats.org/drawingml/2006/main"/>
          <a:ln xmlns:a="http://schemas.openxmlformats.org/drawingml/2006/main" w="7620">
            <a:solidFill>
              <a:srgbClr val="CFD7E2"/>
            </a:solidFill>
            <a:prstDash val="solid"/>
          </a:ln>
        </p:spPr>
      </p:sp>
      <p:sp>
        <p:nvSpPr>
          <p:cNvPr id="43" name="path-185">
            <a:extLst xmlns:a="http://schemas.openxmlformats.org/drawingml/2006/main">
              <a:ext uri="{FF2B5EF4-FFF2-40B4-BE49-F238E27FC236}">
                <a16:creationId xmlns:a16="http://schemas.microsoft.com/office/drawing/2014/main" id="{004B4408-F1A0-48B4-9B50-A6D5B200DC1C}"/>
              </a:ext>
            </a:extLst>
          </p:cNvPr>
          <p:cNvSpPr>
            <a:spLocks xmlns:a="http://schemas.openxmlformats.org/drawingml/2006/main" noGrp="1"/>
          </p:cNvSpPr>
          <p:nvPr/>
        </p:nvSpPr>
        <p:spPr>
          <a:xfrm xmlns:a="http://schemas.openxmlformats.org/drawingml/2006/main">
            <a:off x="4286250" y="4295775"/>
            <a:ext cx="3333750" cy="953"/>
          </a:xfrm>
          <a:custGeom xmlns:a="http://schemas.openxmlformats.org/drawingml/2006/main">
            <a:pathLst>
              <a:path w="3333750" h="953">
                <a:moveTo>
                  <a:pt x="0" y="0"/>
                </a:moveTo>
                <a:lnTo>
                  <a:pt x="3333750" y="0"/>
                </a:lnTo>
              </a:path>
            </a:pathLst>
          </a:custGeom>
          <a:noFill xmlns:a="http://schemas.openxmlformats.org/drawingml/2006/main"/>
          <a:ln xmlns:a="http://schemas.openxmlformats.org/drawingml/2006/main" w="7620">
            <a:solidFill>
              <a:srgbClr val="CFD7E2"/>
            </a:solidFill>
            <a:prstDash val="solid"/>
          </a:ln>
        </p:spPr>
      </p:sp>
      <p:sp>
        <p:nvSpPr>
          <p:cNvPr id="44" name="path-186">
            <a:extLst xmlns:a="http://schemas.openxmlformats.org/drawingml/2006/main">
              <a:ext uri="{FF2B5EF4-FFF2-40B4-BE49-F238E27FC236}">
                <a16:creationId xmlns:a16="http://schemas.microsoft.com/office/drawing/2014/main" id="{B85C3EA1-CF68-4F5B-A1EB-7D116C074AC5}"/>
              </a:ext>
            </a:extLst>
          </p:cNvPr>
          <p:cNvSpPr>
            <a:spLocks xmlns:a="http://schemas.openxmlformats.org/drawingml/2006/main" noGrp="1"/>
          </p:cNvSpPr>
          <p:nvPr/>
        </p:nvSpPr>
        <p:spPr>
          <a:xfrm xmlns:a="http://schemas.openxmlformats.org/drawingml/2006/main">
            <a:off x="4286250" y="4629150"/>
            <a:ext cx="3333750" cy="953"/>
          </a:xfrm>
          <a:custGeom xmlns:a="http://schemas.openxmlformats.org/drawingml/2006/main">
            <a:pathLst>
              <a:path w="3333750" h="953">
                <a:moveTo>
                  <a:pt x="0" y="0"/>
                </a:moveTo>
                <a:lnTo>
                  <a:pt x="3333750" y="0"/>
                </a:lnTo>
              </a:path>
            </a:pathLst>
          </a:custGeom>
          <a:noFill xmlns:a="http://schemas.openxmlformats.org/drawingml/2006/main"/>
          <a:ln xmlns:a="http://schemas.openxmlformats.org/drawingml/2006/main" w="7620">
            <a:solidFill>
              <a:srgbClr val="CFD7E2"/>
            </a:solidFill>
            <a:prstDash val="solid"/>
          </a:ln>
        </p:spPr>
      </p:sp>
      <p:sp>
        <p:nvSpPr>
          <p:cNvPr id="45" name="path-187">
            <a:extLst xmlns:a="http://schemas.openxmlformats.org/drawingml/2006/main">
              <a:ext uri="{FF2B5EF4-FFF2-40B4-BE49-F238E27FC236}">
                <a16:creationId xmlns:a16="http://schemas.microsoft.com/office/drawing/2014/main" id="{0B1E11A0-5460-47BA-8E0E-CE13DB9C74F3}"/>
              </a:ext>
            </a:extLst>
          </p:cNvPr>
          <p:cNvSpPr>
            <a:spLocks xmlns:a="http://schemas.openxmlformats.org/drawingml/2006/main" noGrp="1"/>
          </p:cNvSpPr>
          <p:nvPr/>
        </p:nvSpPr>
        <p:spPr>
          <a:xfrm xmlns:a="http://schemas.openxmlformats.org/drawingml/2006/main">
            <a:off x="4286250" y="4962525"/>
            <a:ext cx="3333750" cy="953"/>
          </a:xfrm>
          <a:custGeom xmlns:a="http://schemas.openxmlformats.org/drawingml/2006/main">
            <a:pathLst>
              <a:path w="3333750" h="953">
                <a:moveTo>
                  <a:pt x="0" y="0"/>
                </a:moveTo>
                <a:lnTo>
                  <a:pt x="3333750" y="0"/>
                </a:lnTo>
              </a:path>
            </a:pathLst>
          </a:custGeom>
          <a:noFill xmlns:a="http://schemas.openxmlformats.org/drawingml/2006/main"/>
          <a:ln xmlns:a="http://schemas.openxmlformats.org/drawingml/2006/main" w="7620">
            <a:solidFill>
              <a:srgbClr val="CFD7E2"/>
            </a:solidFill>
            <a:prstDash val="solid"/>
          </a:ln>
        </p:spPr>
      </p:sp>
      <p:sp>
        <p:nvSpPr>
          <p:cNvPr id="46" name="shape-188">
            <a:extLst xmlns:a="http://schemas.openxmlformats.org/drawingml/2006/main">
              <a:ext uri="{FF2B5EF4-FFF2-40B4-BE49-F238E27FC236}">
                <a16:creationId xmlns:a16="http://schemas.microsoft.com/office/drawing/2014/main" id="{79589F20-F130-4617-88A8-A0C050CAF4AD}"/>
              </a:ext>
            </a:extLst>
          </p:cNvPr>
          <p:cNvSpPr>
            <a:spLocks xmlns:a="http://schemas.openxmlformats.org/drawingml/2006/main" noGrp="1"/>
          </p:cNvSpPr>
          <p:nvPr/>
        </p:nvSpPr>
        <p:spPr>
          <a:xfrm xmlns:a="http://schemas.openxmlformats.org/drawingml/2006/main" rot="0">
            <a:off x="5619750" y="3629025"/>
            <a:ext cx="333375" cy="333375"/>
          </a:xfrm>
          <a:prstGeom xmlns:a="http://schemas.openxmlformats.org/drawingml/2006/main" prst="rect">
            <a:avLst/>
          </a:prstGeom>
          <a:solidFill xmlns:a="http://schemas.openxmlformats.org/drawingml/2006/main">
            <a:srgbClr val="EEE7FA"/>
          </a:solidFill>
          <a:ln xmlns:a="http://schemas.openxmlformats.org/drawingml/2006/main" w="23813">
            <a:solidFill>
              <a:srgbClr val="7351C7"/>
            </a:solidFill>
            <a:prstDash val="solid"/>
          </a:ln>
        </p:spPr>
      </p:sp>
      <p:sp>
        <p:nvSpPr>
          <p:cNvPr id="47" name="path-189">
            <a:extLst xmlns:a="http://schemas.openxmlformats.org/drawingml/2006/main">
              <a:ext uri="{FF2B5EF4-FFF2-40B4-BE49-F238E27FC236}">
                <a16:creationId xmlns:a16="http://schemas.microsoft.com/office/drawing/2014/main" id="{0F229F49-8B5F-4AB2-B8C6-17891C42ABB1}"/>
              </a:ext>
            </a:extLst>
          </p:cNvPr>
          <p:cNvSpPr>
            <a:spLocks xmlns:a="http://schemas.openxmlformats.org/drawingml/2006/main" noGrp="1"/>
          </p:cNvSpPr>
          <p:nvPr/>
        </p:nvSpPr>
        <p:spPr>
          <a:xfrm xmlns:a="http://schemas.openxmlformats.org/drawingml/2006/main">
            <a:off x="5429347" y="3048044"/>
            <a:ext cx="1142805" cy="857162"/>
          </a:xfrm>
          <a:custGeom xmlns:a="http://schemas.openxmlformats.org/drawingml/2006/main">
            <a:pathLst>
              <a:path w="1142805" h="857162">
                <a:moveTo>
                  <a:pt x="0" y="442798"/>
                </a:moveTo>
                <a:lnTo>
                  <a:pt x="949584" y="0"/>
                </a:lnTo>
                <a:lnTo>
                  <a:pt x="1142805" y="414364"/>
                </a:lnTo>
                <a:lnTo>
                  <a:pt x="193221" y="857162"/>
                </a:lnTo>
                <a:close/>
              </a:path>
            </a:pathLst>
          </a:custGeom>
          <a:noFill xmlns:a="http://schemas.openxmlformats.org/drawingml/2006/main"/>
          <a:ln xmlns:a="http://schemas.openxmlformats.org/drawingml/2006/main" w="28575">
            <a:solidFill>
              <a:srgbClr val="087F6C"/>
            </a:solidFill>
            <a:prstDash val="solid"/>
          </a:ln>
        </p:spPr>
      </p:sp>
      <p:sp>
        <p:nvSpPr>
          <p:cNvPr id="48" name="path-190">
            <a:extLst xmlns:a="http://schemas.openxmlformats.org/drawingml/2006/main">
              <a:ext uri="{FF2B5EF4-FFF2-40B4-BE49-F238E27FC236}">
                <a16:creationId xmlns:a16="http://schemas.microsoft.com/office/drawing/2014/main" id="{BCFFECD0-5CA7-45F8-BF50-A4E75FDC2CE1}"/>
              </a:ext>
            </a:extLst>
          </p:cNvPr>
          <p:cNvSpPr>
            <a:spLocks xmlns:a="http://schemas.openxmlformats.org/drawingml/2006/main" noGrp="1"/>
          </p:cNvSpPr>
          <p:nvPr/>
        </p:nvSpPr>
        <p:spPr>
          <a:xfrm xmlns:a="http://schemas.openxmlformats.org/drawingml/2006/main">
            <a:off x="6000750" y="3255226"/>
            <a:ext cx="474792" cy="221399"/>
          </a:xfrm>
          <a:custGeom xmlns:a="http://schemas.openxmlformats.org/drawingml/2006/main">
            <a:pathLst>
              <a:path w="474792" h="221399">
                <a:moveTo>
                  <a:pt x="0" y="221399"/>
                </a:moveTo>
                <a:lnTo>
                  <a:pt x="474792" y="0"/>
                </a:lnTo>
              </a:path>
            </a:pathLst>
          </a:custGeom>
          <a:noFill xmlns:a="http://schemas.openxmlformats.org/drawingml/2006/main"/>
          <a:ln xmlns:a="http://schemas.openxmlformats.org/drawingml/2006/main" w="28575">
            <a:solidFill>
              <a:srgbClr val="087F6C"/>
            </a:solidFill>
            <a:prstDash val="solid"/>
          </a:ln>
        </p:spPr>
      </p:sp>
      <p:sp>
        <p:nvSpPr>
          <p:cNvPr id="49" name="path-191">
            <a:extLst xmlns:a="http://schemas.openxmlformats.org/drawingml/2006/main">
              <a:ext uri="{FF2B5EF4-FFF2-40B4-BE49-F238E27FC236}">
                <a16:creationId xmlns:a16="http://schemas.microsoft.com/office/drawing/2014/main" id="{5DCF08AB-AF82-484A-BEC1-B81548479724}"/>
              </a:ext>
            </a:extLst>
          </p:cNvPr>
          <p:cNvSpPr>
            <a:spLocks xmlns:a="http://schemas.openxmlformats.org/drawingml/2006/main" noGrp="1"/>
          </p:cNvSpPr>
          <p:nvPr/>
        </p:nvSpPr>
        <p:spPr>
          <a:xfrm xmlns:a="http://schemas.openxmlformats.org/drawingml/2006/main">
            <a:off x="4286250" y="5457825"/>
            <a:ext cx="3333750" cy="953"/>
          </a:xfrm>
          <a:custGeom xmlns:a="http://schemas.openxmlformats.org/drawingml/2006/main">
            <a:pathLst>
              <a:path w="3333750" h="953">
                <a:moveTo>
                  <a:pt x="0" y="0"/>
                </a:moveTo>
                <a:lnTo>
                  <a:pt x="3333750" y="0"/>
                </a:lnTo>
              </a:path>
            </a:pathLst>
          </a:custGeom>
          <a:noFill xmlns:a="http://schemas.openxmlformats.org/drawingml/2006/main"/>
          <a:ln xmlns:a="http://schemas.openxmlformats.org/drawingml/2006/main" w="14288">
            <a:solidFill>
              <a:srgbClr val="16253B"/>
            </a:solidFill>
            <a:prstDash val="solid"/>
          </a:ln>
        </p:spPr>
      </p:sp>
      <p:sp>
        <p:nvSpPr>
          <p:cNvPr id="50" name="path-192">
            <a:extLst xmlns:a="http://schemas.openxmlformats.org/drawingml/2006/main">
              <a:ext uri="{FF2B5EF4-FFF2-40B4-BE49-F238E27FC236}">
                <a16:creationId xmlns:a16="http://schemas.microsoft.com/office/drawing/2014/main" id="{F48CBD63-F2BD-455F-8D4B-627BA620E2D5}"/>
              </a:ext>
            </a:extLst>
          </p:cNvPr>
          <p:cNvSpPr>
            <a:spLocks xmlns:a="http://schemas.openxmlformats.org/drawingml/2006/main" noGrp="1"/>
          </p:cNvSpPr>
          <p:nvPr/>
        </p:nvSpPr>
        <p:spPr>
          <a:xfrm xmlns:a="http://schemas.openxmlformats.org/drawingml/2006/main">
            <a:off x="7524750" y="5414010"/>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16253B"/>
          </a:solidFill>
          <a:ln xmlns:a="http://schemas.openxmlformats.org/drawingml/2006/main" w="0">
            <a:solidFill>
              <a:srgbClr val="16253B"/>
            </a:solidFill>
            <a:prstDash val="solid"/>
          </a:ln>
        </p:spPr>
      </p:sp>
      <p:sp>
        <p:nvSpPr>
          <p:cNvPr id="51" name="label-193">
            <a:extLst xmlns:a="http://schemas.openxmlformats.org/drawingml/2006/main">
              <a:ext uri="{FF2B5EF4-FFF2-40B4-BE49-F238E27FC236}">
                <a16:creationId xmlns:a16="http://schemas.microsoft.com/office/drawing/2014/main" id="{AB4331D8-1906-4081-97A9-85F49AC2FB34}"/>
              </a:ext>
            </a:extLst>
          </p:cNvPr>
          <p:cNvSpPr>
            <a:spLocks xmlns:a="http://schemas.openxmlformats.org/drawingml/2006/main" noGrp="1"/>
          </p:cNvSpPr>
          <p:nvPr/>
        </p:nvSpPr>
        <p:spPr>
          <a:xfrm xmlns:a="http://schemas.openxmlformats.org/drawingml/2006/main">
            <a:off x="4057650" y="5591175"/>
            <a:ext cx="38290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16253B"/>
                </a:solidFill>
                <a:latin typeface="DejaVu Sans"/>
                <a:ea typeface="DejaVu Sans"/>
                <a:cs typeface="DejaVu Sans"/>
              </a:defRPr>
            </a:defPPr>
            <a:lvl1pPr algn="ctr">
              <a:defRPr sz="1725" b="0">
                <a:solidFill>
                  <a:srgbClr val="16253B"/>
                </a:solidFill>
                <a:latin typeface="DejaVu Sans"/>
                <a:ea typeface="DejaVu Sans"/>
                <a:cs typeface="DejaVu Sans"/>
              </a:defRPr>
            </a:lvl1pPr>
            <a:lvl2pPr algn="ctr">
              <a:defRPr sz="1725" b="0">
                <a:solidFill>
                  <a:srgbClr val="16253B"/>
                </a:solidFill>
                <a:latin typeface="DejaVu Sans"/>
                <a:ea typeface="DejaVu Sans"/>
                <a:cs typeface="DejaVu Sans"/>
              </a:defRPr>
            </a:lvl2pPr>
            <a:lvl3pPr algn="ctr">
              <a:defRPr sz="1725" b="0">
                <a:solidFill>
                  <a:srgbClr val="16253B"/>
                </a:solidFill>
                <a:latin typeface="DejaVu Sans"/>
                <a:ea typeface="DejaVu Sans"/>
                <a:cs typeface="DejaVu Sans"/>
              </a:defRPr>
            </a:lvl3pPr>
            <a:lvl4pPr algn="ctr">
              <a:defRPr sz="1725" b="0">
                <a:solidFill>
                  <a:srgbClr val="16253B"/>
                </a:solidFill>
                <a:latin typeface="DejaVu Sans"/>
                <a:ea typeface="DejaVu Sans"/>
                <a:cs typeface="DejaVu Sans"/>
              </a:defRPr>
            </a:lvl4pPr>
            <a:lvl5pPr algn="ctr">
              <a:defRPr sz="1725" b="0">
                <a:solidFill>
                  <a:srgbClr val="16253B"/>
                </a:solidFill>
                <a:latin typeface="DejaVu Sans"/>
                <a:ea typeface="DejaVu Sans"/>
                <a:cs typeface="DejaVu Sans"/>
              </a:defRPr>
            </a:lvl5pPr>
            <a:lvl6pPr algn="ctr">
              <a:defRPr sz="1725" b="0">
                <a:solidFill>
                  <a:srgbClr val="16253B"/>
                </a:solidFill>
                <a:latin typeface="DejaVu Sans"/>
                <a:ea typeface="DejaVu Sans"/>
                <a:cs typeface="DejaVu Sans"/>
              </a:defRPr>
            </a:lvl6pPr>
            <a:lvl7pPr algn="ctr">
              <a:defRPr sz="1725" b="0">
                <a:solidFill>
                  <a:srgbClr val="16253B"/>
                </a:solidFill>
                <a:latin typeface="DejaVu Sans"/>
                <a:ea typeface="DejaVu Sans"/>
                <a:cs typeface="DejaVu Sans"/>
              </a:defRPr>
            </a:lvl7pPr>
            <a:lvl8pPr algn="ctr">
              <a:defRPr sz="1725" b="0">
                <a:solidFill>
                  <a:srgbClr val="16253B"/>
                </a:solidFill>
                <a:latin typeface="DejaVu Sans"/>
                <a:ea typeface="DejaVu Sans"/>
                <a:cs typeface="DejaVu Sans"/>
              </a:defRPr>
            </a:lvl8pPr>
            <a:lvl9pPr algn="ctr">
              <a:defRPr sz="1725" b="0">
                <a:solidFill>
                  <a:srgbClr val="16253B"/>
                </a:solidFill>
                <a:latin typeface="DejaVu Sans"/>
                <a:ea typeface="DejaVu Sans"/>
                <a:cs typeface="DejaVu Sans"/>
              </a:defRPr>
            </a:lvl9pPr>
          </a:lstStyle>
          <a:p xmlns:a="http://schemas.openxmlformats.org/drawingml/2006/main">
            <a:pPr algn="ctr">
              <a:defRPr sz="1725" b="0">
                <a:solidFill>
                  <a:srgbClr val="16253B"/>
                </a:solidFill>
                <a:latin typeface="DejaVu Sans"/>
                <a:ea typeface="DejaVu Sans"/>
                <a:cs typeface="DejaVu Sans"/>
              </a:defRPr>
            </a:pPr>
            <a:r>
              <a:rPr sz="1725" b="0">
                <a:solidFill>
                  <a:srgbClr val="16253B"/>
                </a:solidFill>
                <a:latin typeface="DejaVu Sans"/>
                <a:ea typeface="DejaVu Sans"/>
                <a:cs typeface="DejaVu Sans"/>
              </a:rPr>
              <a:t>108 m   (−54 m to +54 m)</a:t>
            </a:r>
          </a:p>
        </p:txBody>
      </p:sp>
      <p:sp>
        <p:nvSpPr>
          <p:cNvPr id="52" name="path-194">
            <a:extLst xmlns:a="http://schemas.openxmlformats.org/drawingml/2006/main">
              <a:ext uri="{FF2B5EF4-FFF2-40B4-BE49-F238E27FC236}">
                <a16:creationId xmlns:a16="http://schemas.microsoft.com/office/drawing/2014/main" id="{7F01EF64-A2B1-4EF0-96F2-A747DB4DDDBE}"/>
              </a:ext>
            </a:extLst>
          </p:cNvPr>
          <p:cNvSpPr>
            <a:spLocks xmlns:a="http://schemas.openxmlformats.org/drawingml/2006/main" noGrp="1"/>
          </p:cNvSpPr>
          <p:nvPr/>
        </p:nvSpPr>
        <p:spPr>
          <a:xfrm xmlns:a="http://schemas.openxmlformats.org/drawingml/2006/main">
            <a:off x="4095750" y="1962150"/>
            <a:ext cx="953" cy="3333750"/>
          </a:xfrm>
          <a:custGeom xmlns:a="http://schemas.openxmlformats.org/drawingml/2006/main">
            <a:pathLst>
              <a:path w="953" h="3333750">
                <a:moveTo>
                  <a:pt x="0" y="3333750"/>
                </a:moveTo>
                <a:lnTo>
                  <a:pt x="0" y="0"/>
                </a:lnTo>
              </a:path>
            </a:pathLst>
          </a:custGeom>
          <a:noFill xmlns:a="http://schemas.openxmlformats.org/drawingml/2006/main"/>
          <a:ln xmlns:a="http://schemas.openxmlformats.org/drawingml/2006/main" w="14288">
            <a:solidFill>
              <a:srgbClr val="16253B"/>
            </a:solidFill>
            <a:prstDash val="solid"/>
          </a:ln>
        </p:spPr>
      </p:sp>
      <p:sp>
        <p:nvSpPr>
          <p:cNvPr id="53" name="path-195">
            <a:extLst xmlns:a="http://schemas.openxmlformats.org/drawingml/2006/main">
              <a:ext uri="{FF2B5EF4-FFF2-40B4-BE49-F238E27FC236}">
                <a16:creationId xmlns:a16="http://schemas.microsoft.com/office/drawing/2014/main" id="{69729705-2119-475C-9B70-6BEA7C7A7373}"/>
              </a:ext>
            </a:extLst>
          </p:cNvPr>
          <p:cNvSpPr>
            <a:spLocks xmlns:a="http://schemas.openxmlformats.org/drawingml/2006/main" noGrp="1"/>
          </p:cNvSpPr>
          <p:nvPr/>
        </p:nvSpPr>
        <p:spPr>
          <a:xfrm xmlns:a="http://schemas.openxmlformats.org/drawingml/2006/main">
            <a:off x="4051935" y="1962150"/>
            <a:ext cx="87630" cy="95250"/>
          </a:xfrm>
          <a:custGeom xmlns:a="http://schemas.openxmlformats.org/drawingml/2006/main">
            <a:pathLst>
              <a:path w="87630" h="95250">
                <a:moveTo>
                  <a:pt x="43815" y="0"/>
                </a:moveTo>
                <a:lnTo>
                  <a:pt x="0" y="95250"/>
                </a:lnTo>
                <a:lnTo>
                  <a:pt x="87630" y="95250"/>
                </a:lnTo>
                <a:close/>
              </a:path>
            </a:pathLst>
          </a:custGeom>
          <a:solidFill xmlns:a="http://schemas.openxmlformats.org/drawingml/2006/main">
            <a:srgbClr val="16253B"/>
          </a:solidFill>
          <a:ln xmlns:a="http://schemas.openxmlformats.org/drawingml/2006/main" w="0">
            <a:solidFill>
              <a:srgbClr val="16253B"/>
            </a:solidFill>
            <a:prstDash val="solid"/>
          </a:ln>
        </p:spPr>
      </p:sp>
      <p:sp>
        <p:nvSpPr>
          <p:cNvPr id="54" name="label-196">
            <a:extLst xmlns:a="http://schemas.openxmlformats.org/drawingml/2006/main">
              <a:ext uri="{FF2B5EF4-FFF2-40B4-BE49-F238E27FC236}">
                <a16:creationId xmlns:a16="http://schemas.microsoft.com/office/drawing/2014/main" id="{2297992D-FC4E-468B-92ED-5EDEADA9BA32}"/>
              </a:ext>
            </a:extLst>
          </p:cNvPr>
          <p:cNvSpPr>
            <a:spLocks xmlns:a="http://schemas.openxmlformats.org/drawingml/2006/main" noGrp="1"/>
          </p:cNvSpPr>
          <p:nvPr/>
        </p:nvSpPr>
        <p:spPr>
          <a:xfrm xmlns:a="http://schemas.openxmlformats.org/drawingml/2006/main">
            <a:off x="3638550" y="1628775"/>
            <a:ext cx="762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8677C"/>
                </a:solidFill>
                <a:latin typeface="DejaVu Sans"/>
                <a:ea typeface="DejaVu Sans"/>
                <a:cs typeface="DejaVu Sans"/>
              </a:defRPr>
            </a:defPPr>
            <a:lvl1pPr algn="l">
              <a:defRPr sz="1650" b="0">
                <a:solidFill>
                  <a:srgbClr val="58677C"/>
                </a:solidFill>
                <a:latin typeface="DejaVu Sans"/>
                <a:ea typeface="DejaVu Sans"/>
                <a:cs typeface="DejaVu Sans"/>
              </a:defRPr>
            </a:lvl1pPr>
            <a:lvl2pPr algn="l">
              <a:defRPr sz="1650" b="0">
                <a:solidFill>
                  <a:srgbClr val="58677C"/>
                </a:solidFill>
                <a:latin typeface="DejaVu Sans"/>
                <a:ea typeface="DejaVu Sans"/>
                <a:cs typeface="DejaVu Sans"/>
              </a:defRPr>
            </a:lvl2pPr>
            <a:lvl3pPr algn="l">
              <a:defRPr sz="1650" b="0">
                <a:solidFill>
                  <a:srgbClr val="58677C"/>
                </a:solidFill>
                <a:latin typeface="DejaVu Sans"/>
                <a:ea typeface="DejaVu Sans"/>
                <a:cs typeface="DejaVu Sans"/>
              </a:defRPr>
            </a:lvl3pPr>
            <a:lvl4pPr algn="l">
              <a:defRPr sz="1650" b="0">
                <a:solidFill>
                  <a:srgbClr val="58677C"/>
                </a:solidFill>
                <a:latin typeface="DejaVu Sans"/>
                <a:ea typeface="DejaVu Sans"/>
                <a:cs typeface="DejaVu Sans"/>
              </a:defRPr>
            </a:lvl4pPr>
            <a:lvl5pPr algn="l">
              <a:defRPr sz="1650" b="0">
                <a:solidFill>
                  <a:srgbClr val="58677C"/>
                </a:solidFill>
                <a:latin typeface="DejaVu Sans"/>
                <a:ea typeface="DejaVu Sans"/>
                <a:cs typeface="DejaVu Sans"/>
              </a:defRPr>
            </a:lvl5pPr>
            <a:lvl6pPr algn="l">
              <a:defRPr sz="1650" b="0">
                <a:solidFill>
                  <a:srgbClr val="58677C"/>
                </a:solidFill>
                <a:latin typeface="DejaVu Sans"/>
                <a:ea typeface="DejaVu Sans"/>
                <a:cs typeface="DejaVu Sans"/>
              </a:defRPr>
            </a:lvl6pPr>
            <a:lvl7pPr algn="l">
              <a:defRPr sz="1650" b="0">
                <a:solidFill>
                  <a:srgbClr val="58677C"/>
                </a:solidFill>
                <a:latin typeface="DejaVu Sans"/>
                <a:ea typeface="DejaVu Sans"/>
                <a:cs typeface="DejaVu Sans"/>
              </a:defRPr>
            </a:lvl7pPr>
            <a:lvl8pPr algn="l">
              <a:defRPr sz="1650" b="0">
                <a:solidFill>
                  <a:srgbClr val="58677C"/>
                </a:solidFill>
                <a:latin typeface="DejaVu Sans"/>
                <a:ea typeface="DejaVu Sans"/>
                <a:cs typeface="DejaVu Sans"/>
              </a:defRPr>
            </a:lvl8pPr>
            <a:lvl9pPr algn="l">
              <a:defRPr sz="1650" b="0">
                <a:solidFill>
                  <a:srgbClr val="58677C"/>
                </a:solidFill>
                <a:latin typeface="DejaVu Sans"/>
                <a:ea typeface="DejaVu Sans"/>
                <a:cs typeface="DejaVu Sans"/>
              </a:defRPr>
            </a:lvl9pPr>
          </a:lstStyle>
          <a:p xmlns:a="http://schemas.openxmlformats.org/drawingml/2006/main">
            <a:pPr algn="l">
              <a:defRPr sz="1650" b="0">
                <a:solidFill>
                  <a:srgbClr val="58677C"/>
                </a:solidFill>
                <a:latin typeface="DejaVu Sans"/>
                <a:ea typeface="DejaVu Sans"/>
                <a:cs typeface="DejaVu Sans"/>
              </a:defRPr>
            </a:pPr>
            <a:r>
              <a:rPr sz="1650" b="0">
                <a:solidFill>
                  <a:srgbClr val="58677C"/>
                </a:solidFill>
                <a:latin typeface="DejaVu Sans"/>
                <a:ea typeface="DejaVu Sans"/>
                <a:cs typeface="DejaVu Sans"/>
              </a:rPr>
              <a:t>x / y</a:t>
            </a:r>
          </a:p>
        </p:txBody>
      </p:sp>
      <p:sp>
        <p:nvSpPr>
          <p:cNvPr id="55" name="path-197">
            <a:extLst xmlns:a="http://schemas.openxmlformats.org/drawingml/2006/main">
              <a:ext uri="{FF2B5EF4-FFF2-40B4-BE49-F238E27FC236}">
                <a16:creationId xmlns:a16="http://schemas.microsoft.com/office/drawing/2014/main" id="{E2DCCFF2-7099-49D8-8848-948FB5228A5A}"/>
              </a:ext>
            </a:extLst>
          </p:cNvPr>
          <p:cNvSpPr>
            <a:spLocks xmlns:a="http://schemas.openxmlformats.org/drawingml/2006/main" noGrp="1"/>
          </p:cNvSpPr>
          <p:nvPr/>
        </p:nvSpPr>
        <p:spPr>
          <a:xfrm xmlns:a="http://schemas.openxmlformats.org/drawingml/2006/main">
            <a:off x="2352675" y="2733675"/>
            <a:ext cx="1933575" cy="1076325"/>
          </a:xfrm>
          <a:custGeom xmlns:a="http://schemas.openxmlformats.org/drawingml/2006/main">
            <a:pathLst>
              <a:path w="1933575" h="1076325">
                <a:moveTo>
                  <a:pt x="0" y="0"/>
                </a:moveTo>
                <a:lnTo>
                  <a:pt x="1200150" y="0"/>
                </a:lnTo>
                <a:lnTo>
                  <a:pt x="1200150" y="1076325"/>
                </a:lnTo>
                <a:lnTo>
                  <a:pt x="1933575" y="1076325"/>
                </a:lnTo>
              </a:path>
            </a:pathLst>
          </a:custGeom>
          <a:noFill xmlns:a="http://schemas.openxmlformats.org/drawingml/2006/main"/>
          <a:ln xmlns:a="http://schemas.openxmlformats.org/drawingml/2006/main" w="22860">
            <a:solidFill>
              <a:srgbClr val="1674D1"/>
            </a:solidFill>
            <a:prstDash val="solid"/>
          </a:ln>
        </p:spPr>
      </p:sp>
      <p:sp>
        <p:nvSpPr>
          <p:cNvPr id="56" name="path-198">
            <a:extLst xmlns:a="http://schemas.openxmlformats.org/drawingml/2006/main">
              <a:ext uri="{FF2B5EF4-FFF2-40B4-BE49-F238E27FC236}">
                <a16:creationId xmlns:a16="http://schemas.microsoft.com/office/drawing/2014/main" id="{78D2321D-DC92-42A0-9AAA-5332264CD1CC}"/>
              </a:ext>
            </a:extLst>
          </p:cNvPr>
          <p:cNvSpPr>
            <a:spLocks xmlns:a="http://schemas.openxmlformats.org/drawingml/2006/main" noGrp="1"/>
          </p:cNvSpPr>
          <p:nvPr/>
        </p:nvSpPr>
        <p:spPr>
          <a:xfrm xmlns:a="http://schemas.openxmlformats.org/drawingml/2006/main">
            <a:off x="4191000" y="3766185"/>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1674D1"/>
          </a:solidFill>
          <a:ln xmlns:a="http://schemas.openxmlformats.org/drawingml/2006/main" w="0">
            <a:solidFill>
              <a:srgbClr val="1674D1"/>
            </a:solidFill>
            <a:prstDash val="solid"/>
          </a:ln>
        </p:spPr>
      </p:sp>
      <p:sp>
        <p:nvSpPr>
          <p:cNvPr id="57" name="path-199">
            <a:extLst xmlns:a="http://schemas.openxmlformats.org/drawingml/2006/main">
              <a:ext uri="{FF2B5EF4-FFF2-40B4-BE49-F238E27FC236}">
                <a16:creationId xmlns:a16="http://schemas.microsoft.com/office/drawing/2014/main" id="{1279E806-057C-4474-996C-2B5774469C77}"/>
              </a:ext>
            </a:extLst>
          </p:cNvPr>
          <p:cNvSpPr>
            <a:spLocks xmlns:a="http://schemas.openxmlformats.org/drawingml/2006/main" noGrp="1"/>
          </p:cNvSpPr>
          <p:nvPr/>
        </p:nvSpPr>
        <p:spPr>
          <a:xfrm xmlns:a="http://schemas.openxmlformats.org/drawingml/2006/main">
            <a:off x="7620000" y="2733675"/>
            <a:ext cx="1362075" cy="1076325"/>
          </a:xfrm>
          <a:custGeom xmlns:a="http://schemas.openxmlformats.org/drawingml/2006/main">
            <a:pathLst>
              <a:path w="1362075" h="1076325">
                <a:moveTo>
                  <a:pt x="1362075" y="0"/>
                </a:moveTo>
                <a:lnTo>
                  <a:pt x="552450" y="0"/>
                </a:lnTo>
                <a:lnTo>
                  <a:pt x="552450" y="1076325"/>
                </a:lnTo>
                <a:lnTo>
                  <a:pt x="0" y="1076325"/>
                </a:lnTo>
              </a:path>
            </a:pathLst>
          </a:custGeom>
          <a:noFill xmlns:a="http://schemas.openxmlformats.org/drawingml/2006/main"/>
          <a:ln xmlns:a="http://schemas.openxmlformats.org/drawingml/2006/main" w="22860">
            <a:solidFill>
              <a:srgbClr val="C86A1B"/>
            </a:solidFill>
            <a:prstDash val="solid"/>
          </a:ln>
        </p:spPr>
      </p:sp>
      <p:sp>
        <p:nvSpPr>
          <p:cNvPr id="58" name="path-200">
            <a:extLst xmlns:a="http://schemas.openxmlformats.org/drawingml/2006/main">
              <a:ext uri="{FF2B5EF4-FFF2-40B4-BE49-F238E27FC236}">
                <a16:creationId xmlns:a16="http://schemas.microsoft.com/office/drawing/2014/main" id="{FCC517A6-48C2-44F8-B6FD-F3FCDCF0AFF7}"/>
              </a:ext>
            </a:extLst>
          </p:cNvPr>
          <p:cNvSpPr>
            <a:spLocks xmlns:a="http://schemas.openxmlformats.org/drawingml/2006/main" noGrp="1"/>
          </p:cNvSpPr>
          <p:nvPr/>
        </p:nvSpPr>
        <p:spPr>
          <a:xfrm xmlns:a="http://schemas.openxmlformats.org/drawingml/2006/main">
            <a:off x="7620000" y="3766185"/>
            <a:ext cx="95250" cy="87630"/>
          </a:xfrm>
          <a:custGeom xmlns:a="http://schemas.openxmlformats.org/drawingml/2006/main">
            <a:pathLst>
              <a:path w="95250" h="87630">
                <a:moveTo>
                  <a:pt x="0" y="43815"/>
                </a:moveTo>
                <a:lnTo>
                  <a:pt x="95250" y="87630"/>
                </a:lnTo>
                <a:lnTo>
                  <a:pt x="95250" y="0"/>
                </a:lnTo>
                <a:close/>
              </a:path>
            </a:pathLst>
          </a:custGeom>
          <a:solidFill xmlns:a="http://schemas.openxmlformats.org/drawingml/2006/main">
            <a:srgbClr val="C86A1B"/>
          </a:solidFill>
          <a:ln xmlns:a="http://schemas.openxmlformats.org/drawingml/2006/main" w="0">
            <a:solidFill>
              <a:srgbClr val="C86A1B"/>
            </a:solidFill>
            <a:prstDash val="solid"/>
          </a:ln>
        </p:spPr>
      </p:sp>
      <p:sp>
        <p:nvSpPr>
          <p:cNvPr id="59" name="label-201">
            <a:extLst xmlns:a="http://schemas.openxmlformats.org/drawingml/2006/main">
              <a:ext uri="{FF2B5EF4-FFF2-40B4-BE49-F238E27FC236}">
                <a16:creationId xmlns:a16="http://schemas.microsoft.com/office/drawing/2014/main" id="{28C10F1A-2D4C-4A01-B760-A9F4DE9A0106}"/>
              </a:ext>
            </a:extLst>
          </p:cNvPr>
          <p:cNvSpPr>
            <a:spLocks xmlns:a="http://schemas.openxmlformats.org/drawingml/2006/main" noGrp="1"/>
          </p:cNvSpPr>
          <p:nvPr/>
        </p:nvSpPr>
        <p:spPr>
          <a:xfrm xmlns:a="http://schemas.openxmlformats.org/drawingml/2006/main">
            <a:off x="4638675" y="14097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00" b="1">
                <a:solidFill>
                  <a:srgbClr val="16253B"/>
                </a:solidFill>
                <a:latin typeface="DejaVu Sans"/>
                <a:ea typeface="DejaVu Sans"/>
                <a:cs typeface="DejaVu Sans"/>
              </a:defRPr>
            </a:defPPr>
            <a:lvl1pPr algn="ctr">
              <a:defRPr sz="2100" b="1">
                <a:solidFill>
                  <a:srgbClr val="16253B"/>
                </a:solidFill>
                <a:latin typeface="DejaVu Sans"/>
                <a:ea typeface="DejaVu Sans"/>
                <a:cs typeface="DejaVu Sans"/>
              </a:defRPr>
            </a:lvl1pPr>
            <a:lvl2pPr algn="ctr">
              <a:defRPr sz="2100" b="1">
                <a:solidFill>
                  <a:srgbClr val="16253B"/>
                </a:solidFill>
                <a:latin typeface="DejaVu Sans"/>
                <a:ea typeface="DejaVu Sans"/>
                <a:cs typeface="DejaVu Sans"/>
              </a:defRPr>
            </a:lvl2pPr>
            <a:lvl3pPr algn="ctr">
              <a:defRPr sz="2100" b="1">
                <a:solidFill>
                  <a:srgbClr val="16253B"/>
                </a:solidFill>
                <a:latin typeface="DejaVu Sans"/>
                <a:ea typeface="DejaVu Sans"/>
                <a:cs typeface="DejaVu Sans"/>
              </a:defRPr>
            </a:lvl3pPr>
            <a:lvl4pPr algn="ctr">
              <a:defRPr sz="2100" b="1">
                <a:solidFill>
                  <a:srgbClr val="16253B"/>
                </a:solidFill>
                <a:latin typeface="DejaVu Sans"/>
                <a:ea typeface="DejaVu Sans"/>
                <a:cs typeface="DejaVu Sans"/>
              </a:defRPr>
            </a:lvl4pPr>
            <a:lvl5pPr algn="ctr">
              <a:defRPr sz="2100" b="1">
                <a:solidFill>
                  <a:srgbClr val="16253B"/>
                </a:solidFill>
                <a:latin typeface="DejaVu Sans"/>
                <a:ea typeface="DejaVu Sans"/>
                <a:cs typeface="DejaVu Sans"/>
              </a:defRPr>
            </a:lvl5pPr>
            <a:lvl6pPr algn="ctr">
              <a:defRPr sz="2100" b="1">
                <a:solidFill>
                  <a:srgbClr val="16253B"/>
                </a:solidFill>
                <a:latin typeface="DejaVu Sans"/>
                <a:ea typeface="DejaVu Sans"/>
                <a:cs typeface="DejaVu Sans"/>
              </a:defRPr>
            </a:lvl6pPr>
            <a:lvl7pPr algn="ctr">
              <a:defRPr sz="2100" b="1">
                <a:solidFill>
                  <a:srgbClr val="16253B"/>
                </a:solidFill>
                <a:latin typeface="DejaVu Sans"/>
                <a:ea typeface="DejaVu Sans"/>
                <a:cs typeface="DejaVu Sans"/>
              </a:defRPr>
            </a:lvl7pPr>
            <a:lvl8pPr algn="ctr">
              <a:defRPr sz="2100" b="1">
                <a:solidFill>
                  <a:srgbClr val="16253B"/>
                </a:solidFill>
                <a:latin typeface="DejaVu Sans"/>
                <a:ea typeface="DejaVu Sans"/>
                <a:cs typeface="DejaVu Sans"/>
              </a:defRPr>
            </a:lvl8pPr>
            <a:lvl9pPr algn="ctr">
              <a:defRPr sz="2100" b="1">
                <a:solidFill>
                  <a:srgbClr val="16253B"/>
                </a:solidFill>
                <a:latin typeface="DejaVu Sans"/>
                <a:ea typeface="DejaVu Sans"/>
                <a:cs typeface="DejaVu Sans"/>
              </a:defRPr>
            </a:lvl9pPr>
          </a:lstStyle>
          <a:p xmlns:a="http://schemas.openxmlformats.org/drawingml/2006/main">
            <a:pPr algn="ctr">
              <a:defRPr sz="2100" b="1">
                <a:solidFill>
                  <a:srgbClr val="16253B"/>
                </a:solidFill>
                <a:latin typeface="DejaVu Sans"/>
                <a:ea typeface="DejaVu Sans"/>
                <a:cs typeface="DejaVu Sans"/>
              </a:defRPr>
            </a:pPr>
            <a:r>
              <a:rPr sz="2100" b="1">
                <a:solidFill>
                  <a:srgbClr val="16253B"/>
                </a:solidFill>
                <a:latin typeface="DejaVu Sans"/>
                <a:ea typeface="DejaVu Sans"/>
                <a:cs typeface="DejaVu Sans"/>
              </a:rPr>
              <a:t>180 × 180 cells</a:t>
            </a:r>
          </a:p>
        </p:txBody>
      </p:sp>
      <p:sp>
        <p:nvSpPr>
          <p:cNvPr id="60" name="label-202">
            <a:extLst xmlns:a="http://schemas.openxmlformats.org/drawingml/2006/main">
              <a:ext uri="{FF2B5EF4-FFF2-40B4-BE49-F238E27FC236}">
                <a16:creationId xmlns:a16="http://schemas.microsoft.com/office/drawing/2014/main" id="{5CA534A4-2C57-44A6-B737-CACABB03D127}"/>
              </a:ext>
            </a:extLst>
          </p:cNvPr>
          <p:cNvSpPr>
            <a:spLocks xmlns:a="http://schemas.openxmlformats.org/drawingml/2006/main" noGrp="1"/>
          </p:cNvSpPr>
          <p:nvPr/>
        </p:nvSpPr>
        <p:spPr>
          <a:xfrm xmlns:a="http://schemas.openxmlformats.org/drawingml/2006/main">
            <a:off x="4838700" y="50863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1">
                <a:solidFill>
                  <a:srgbClr val="7351C7"/>
                </a:solidFill>
                <a:latin typeface="DejaVu Sans"/>
                <a:ea typeface="DejaVu Sans"/>
                <a:cs typeface="DejaVu Sans"/>
              </a:defRPr>
            </a:defPPr>
            <a:lvl1pPr algn="ctr">
              <a:defRPr sz="1650" b="1">
                <a:solidFill>
                  <a:srgbClr val="7351C7"/>
                </a:solidFill>
                <a:latin typeface="DejaVu Sans"/>
                <a:ea typeface="DejaVu Sans"/>
                <a:cs typeface="DejaVu Sans"/>
              </a:defRPr>
            </a:lvl1pPr>
            <a:lvl2pPr algn="ctr">
              <a:defRPr sz="1650" b="1">
                <a:solidFill>
                  <a:srgbClr val="7351C7"/>
                </a:solidFill>
                <a:latin typeface="DejaVu Sans"/>
                <a:ea typeface="DejaVu Sans"/>
                <a:cs typeface="DejaVu Sans"/>
              </a:defRPr>
            </a:lvl2pPr>
            <a:lvl3pPr algn="ctr">
              <a:defRPr sz="1650" b="1">
                <a:solidFill>
                  <a:srgbClr val="7351C7"/>
                </a:solidFill>
                <a:latin typeface="DejaVu Sans"/>
                <a:ea typeface="DejaVu Sans"/>
                <a:cs typeface="DejaVu Sans"/>
              </a:defRPr>
            </a:lvl3pPr>
            <a:lvl4pPr algn="ctr">
              <a:defRPr sz="1650" b="1">
                <a:solidFill>
                  <a:srgbClr val="7351C7"/>
                </a:solidFill>
                <a:latin typeface="DejaVu Sans"/>
                <a:ea typeface="DejaVu Sans"/>
                <a:cs typeface="DejaVu Sans"/>
              </a:defRPr>
            </a:lvl4pPr>
            <a:lvl5pPr algn="ctr">
              <a:defRPr sz="1650" b="1">
                <a:solidFill>
                  <a:srgbClr val="7351C7"/>
                </a:solidFill>
                <a:latin typeface="DejaVu Sans"/>
                <a:ea typeface="DejaVu Sans"/>
                <a:cs typeface="DejaVu Sans"/>
              </a:defRPr>
            </a:lvl5pPr>
            <a:lvl6pPr algn="ctr">
              <a:defRPr sz="1650" b="1">
                <a:solidFill>
                  <a:srgbClr val="7351C7"/>
                </a:solidFill>
                <a:latin typeface="DejaVu Sans"/>
                <a:ea typeface="DejaVu Sans"/>
                <a:cs typeface="DejaVu Sans"/>
              </a:defRPr>
            </a:lvl6pPr>
            <a:lvl7pPr algn="ctr">
              <a:defRPr sz="1650" b="1">
                <a:solidFill>
                  <a:srgbClr val="7351C7"/>
                </a:solidFill>
                <a:latin typeface="DejaVu Sans"/>
                <a:ea typeface="DejaVu Sans"/>
                <a:cs typeface="DejaVu Sans"/>
              </a:defRPr>
            </a:lvl7pPr>
            <a:lvl8pPr algn="ctr">
              <a:defRPr sz="1650" b="1">
                <a:solidFill>
                  <a:srgbClr val="7351C7"/>
                </a:solidFill>
                <a:latin typeface="DejaVu Sans"/>
                <a:ea typeface="DejaVu Sans"/>
                <a:cs typeface="DejaVu Sans"/>
              </a:defRPr>
            </a:lvl8pPr>
            <a:lvl9pPr algn="ctr">
              <a:defRPr sz="1650" b="1">
                <a:solidFill>
                  <a:srgbClr val="7351C7"/>
                </a:solidFill>
                <a:latin typeface="DejaVu Sans"/>
                <a:ea typeface="DejaVu Sans"/>
                <a:cs typeface="DejaVu Sans"/>
              </a:defRPr>
            </a:lvl9pPr>
          </a:lstStyle>
          <a:p xmlns:a="http://schemas.openxmlformats.org/drawingml/2006/main">
            <a:pPr algn="ctr">
              <a:defRPr sz="1650" b="1">
                <a:solidFill>
                  <a:srgbClr val="7351C7"/>
                </a:solidFill>
                <a:latin typeface="DejaVu Sans"/>
                <a:ea typeface="DejaVu Sans"/>
                <a:cs typeface="DejaVu Sans"/>
              </a:defRPr>
            </a:pPr>
            <a:r>
              <a:rPr sz="1650" b="1">
                <a:solidFill>
                  <a:srgbClr val="7351C7"/>
                </a:solidFill>
                <a:latin typeface="DejaVu Sans"/>
                <a:ea typeface="DejaVu Sans"/>
                <a:cs typeface="DejaVu Sans"/>
              </a:rPr>
              <a:t>0.6 m per cell</a:t>
            </a:r>
          </a:p>
        </p:txBody>
      </p:sp>
      <p:sp>
        <p:nvSpPr>
          <p:cNvPr id="61" name="path-203">
            <a:extLst xmlns:a="http://schemas.openxmlformats.org/drawingml/2006/main">
              <a:ext uri="{FF2B5EF4-FFF2-40B4-BE49-F238E27FC236}">
                <a16:creationId xmlns:a16="http://schemas.microsoft.com/office/drawing/2014/main" id="{89FB68B9-566E-48EE-A506-D24B7B33D624}"/>
              </a:ext>
            </a:extLst>
          </p:cNvPr>
          <p:cNvSpPr>
            <a:spLocks xmlns:a="http://schemas.openxmlformats.org/drawingml/2006/main" noGrp="1"/>
          </p:cNvSpPr>
          <p:nvPr/>
        </p:nvSpPr>
        <p:spPr>
          <a:xfrm xmlns:a="http://schemas.openxmlformats.org/drawingml/2006/main">
            <a:off x="533400" y="6019800"/>
            <a:ext cx="11125200" cy="953"/>
          </a:xfrm>
          <a:custGeom xmlns:a="http://schemas.openxmlformats.org/drawingml/2006/main">
            <a:pathLst>
              <a:path w="11125200" h="953">
                <a:moveTo>
                  <a:pt x="0" y="0"/>
                </a:moveTo>
                <a:lnTo>
                  <a:pt x="11125200" y="0"/>
                </a:lnTo>
              </a:path>
            </a:pathLst>
          </a:custGeom>
          <a:noFill xmlns:a="http://schemas.openxmlformats.org/drawingml/2006/main"/>
          <a:ln xmlns:a="http://schemas.openxmlformats.org/drawingml/2006/main" w="9525">
            <a:solidFill>
              <a:srgbClr val="CFD7E2"/>
            </a:solidFill>
            <a:prstDash val="solid"/>
          </a:ln>
        </p:spPr>
      </p:sp>
      <p:sp>
        <p:nvSpPr>
          <p:cNvPr id="62" name="label-204">
            <a:extLst xmlns:a="http://schemas.openxmlformats.org/drawingml/2006/main">
              <a:ext uri="{FF2B5EF4-FFF2-40B4-BE49-F238E27FC236}">
                <a16:creationId xmlns:a16="http://schemas.microsoft.com/office/drawing/2014/main" id="{B9DEC5D0-372E-4CF8-A1F8-4A766ECBDAEA}"/>
              </a:ext>
            </a:extLst>
          </p:cNvPr>
          <p:cNvSpPr>
            <a:spLocks xmlns:a="http://schemas.openxmlformats.org/drawingml/2006/main" noGrp="1"/>
          </p:cNvSpPr>
          <p:nvPr/>
        </p:nvSpPr>
        <p:spPr>
          <a:xfrm xmlns:a="http://schemas.openxmlformats.org/drawingml/2006/main">
            <a:off x="533400" y="6181725"/>
            <a:ext cx="10334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6253B"/>
                </a:solidFill>
                <a:latin typeface="DejaVu Sans"/>
                <a:ea typeface="DejaVu Sans"/>
                <a:cs typeface="DejaVu Sans"/>
              </a:defRPr>
            </a:defPPr>
            <a:lvl1pPr algn="l">
              <a:defRPr sz="1725" b="0">
                <a:solidFill>
                  <a:srgbClr val="16253B"/>
                </a:solidFill>
                <a:latin typeface="DejaVu Sans"/>
                <a:ea typeface="DejaVu Sans"/>
                <a:cs typeface="DejaVu Sans"/>
              </a:defRPr>
            </a:lvl1pPr>
            <a:lvl2pPr algn="l">
              <a:defRPr sz="1725" b="0">
                <a:solidFill>
                  <a:srgbClr val="16253B"/>
                </a:solidFill>
                <a:latin typeface="DejaVu Sans"/>
                <a:ea typeface="DejaVu Sans"/>
                <a:cs typeface="DejaVu Sans"/>
              </a:defRPr>
            </a:lvl2pPr>
            <a:lvl3pPr algn="l">
              <a:defRPr sz="1725" b="0">
                <a:solidFill>
                  <a:srgbClr val="16253B"/>
                </a:solidFill>
                <a:latin typeface="DejaVu Sans"/>
                <a:ea typeface="DejaVu Sans"/>
                <a:cs typeface="DejaVu Sans"/>
              </a:defRPr>
            </a:lvl3pPr>
            <a:lvl4pPr algn="l">
              <a:defRPr sz="1725" b="0">
                <a:solidFill>
                  <a:srgbClr val="16253B"/>
                </a:solidFill>
                <a:latin typeface="DejaVu Sans"/>
                <a:ea typeface="DejaVu Sans"/>
                <a:cs typeface="DejaVu Sans"/>
              </a:defRPr>
            </a:lvl4pPr>
            <a:lvl5pPr algn="l">
              <a:defRPr sz="1725" b="0">
                <a:solidFill>
                  <a:srgbClr val="16253B"/>
                </a:solidFill>
                <a:latin typeface="DejaVu Sans"/>
                <a:ea typeface="DejaVu Sans"/>
                <a:cs typeface="DejaVu Sans"/>
              </a:defRPr>
            </a:lvl5pPr>
            <a:lvl6pPr algn="l">
              <a:defRPr sz="1725" b="0">
                <a:solidFill>
                  <a:srgbClr val="16253B"/>
                </a:solidFill>
                <a:latin typeface="DejaVu Sans"/>
                <a:ea typeface="DejaVu Sans"/>
                <a:cs typeface="DejaVu Sans"/>
              </a:defRPr>
            </a:lvl6pPr>
            <a:lvl7pPr algn="l">
              <a:defRPr sz="1725" b="0">
                <a:solidFill>
                  <a:srgbClr val="16253B"/>
                </a:solidFill>
                <a:latin typeface="DejaVu Sans"/>
                <a:ea typeface="DejaVu Sans"/>
                <a:cs typeface="DejaVu Sans"/>
              </a:defRPr>
            </a:lvl7pPr>
            <a:lvl8pPr algn="l">
              <a:defRPr sz="1725" b="0">
                <a:solidFill>
                  <a:srgbClr val="16253B"/>
                </a:solidFill>
                <a:latin typeface="DejaVu Sans"/>
                <a:ea typeface="DejaVu Sans"/>
                <a:cs typeface="DejaVu Sans"/>
              </a:defRPr>
            </a:lvl8pPr>
            <a:lvl9pPr algn="l">
              <a:defRPr sz="1725" b="0">
                <a:solidFill>
                  <a:srgbClr val="16253B"/>
                </a:solidFill>
                <a:latin typeface="DejaVu Sans"/>
                <a:ea typeface="DejaVu Sans"/>
                <a:cs typeface="DejaVu Sans"/>
              </a:defRPr>
            </a:lvl9pPr>
          </a:lstStyle>
          <a:p xmlns:a="http://schemas.openxmlformats.org/drawingml/2006/main">
            <a:pPr algn="l">
              <a:defRPr sz="1725" b="0">
                <a:solidFill>
                  <a:srgbClr val="16253B"/>
                </a:solidFill>
                <a:latin typeface="DejaVu Sans"/>
                <a:ea typeface="DejaVu Sans"/>
                <a:cs typeface="DejaVu Sans"/>
              </a:defRPr>
            </a:pPr>
            <a:r>
              <a:rPr sz="1725" b="0">
                <a:solidFill>
                  <a:srgbClr val="16253B"/>
                </a:solidFill>
                <a:latin typeface="DejaVu Sans"/>
                <a:ea typeface="DejaVu Sans"/>
                <a:cs typeface="DejaVu Sans"/>
              </a:rPr>
              <a:t>Fusion is spatial: the two feature vectors at one cell describe the same ground location.</a:t>
            </a:r>
          </a:p>
        </p:txBody>
      </p:sp>
    </p:spTree>
    <p:extLst>
      <p:ext uri="{BB962C8B-B14F-4D97-AF65-F5344CB8AC3E}">
        <p14:creationId xmlns:p14="http://schemas.microsoft.com/office/powerpoint/2010/main" val="1103771545"/>
      </p:ext>
    </p:extLst>
  </p:cSld>
</p:sld>
</file>

<file path=ppt/slides/slide4.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98" name="slide-title">
            <a:extLst xmlns:a="http://schemas.openxmlformats.org/drawingml/2006/main">
              <a:ext uri="{FF2B5EF4-FFF2-40B4-BE49-F238E27FC236}">
                <a16:creationId xmlns:a16="http://schemas.microsoft.com/office/drawing/2014/main" id="{F6B9B3AF-A363-47D6-B6FA-C8350BCFE63C}"/>
              </a:ext>
            </a:extLst>
          </p:cNvPr>
          <p:cNvSpPr>
            <a:spLocks xmlns:a="http://schemas.openxmlformats.org/drawingml/2006/main" noGrp="1"/>
          </p:cNvSpPr>
          <p:nvPr/>
        </p:nvSpPr>
        <p:spPr>
          <a:xfrm xmlns:a="http://schemas.openxmlformats.org/drawingml/2006/main">
            <a:off x="533400" y="361950"/>
            <a:ext cx="1112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6253B"/>
                </a:solidFill>
                <a:latin typeface="DejaVu Sans"/>
                <a:ea typeface="DejaVu Sans"/>
                <a:cs typeface="DejaVu Sans"/>
              </a:defRPr>
            </a:defPPr>
            <a:lvl1pPr algn="l">
              <a:defRPr sz="3300" b="1">
                <a:solidFill>
                  <a:srgbClr val="16253B"/>
                </a:solidFill>
                <a:latin typeface="DejaVu Sans"/>
                <a:ea typeface="DejaVu Sans"/>
                <a:cs typeface="DejaVu Sans"/>
              </a:defRPr>
            </a:lvl1pPr>
            <a:lvl2pPr algn="l">
              <a:defRPr sz="3300" b="1">
                <a:solidFill>
                  <a:srgbClr val="16253B"/>
                </a:solidFill>
                <a:latin typeface="DejaVu Sans"/>
                <a:ea typeface="DejaVu Sans"/>
                <a:cs typeface="DejaVu Sans"/>
              </a:defRPr>
            </a:lvl2pPr>
            <a:lvl3pPr algn="l">
              <a:defRPr sz="3300" b="1">
                <a:solidFill>
                  <a:srgbClr val="16253B"/>
                </a:solidFill>
                <a:latin typeface="DejaVu Sans"/>
                <a:ea typeface="DejaVu Sans"/>
                <a:cs typeface="DejaVu Sans"/>
              </a:defRPr>
            </a:lvl3pPr>
            <a:lvl4pPr algn="l">
              <a:defRPr sz="3300" b="1">
                <a:solidFill>
                  <a:srgbClr val="16253B"/>
                </a:solidFill>
                <a:latin typeface="DejaVu Sans"/>
                <a:ea typeface="DejaVu Sans"/>
                <a:cs typeface="DejaVu Sans"/>
              </a:defRPr>
            </a:lvl4pPr>
            <a:lvl5pPr algn="l">
              <a:defRPr sz="3300" b="1">
                <a:solidFill>
                  <a:srgbClr val="16253B"/>
                </a:solidFill>
                <a:latin typeface="DejaVu Sans"/>
                <a:ea typeface="DejaVu Sans"/>
                <a:cs typeface="DejaVu Sans"/>
              </a:defRPr>
            </a:lvl5pPr>
            <a:lvl6pPr algn="l">
              <a:defRPr sz="3300" b="1">
                <a:solidFill>
                  <a:srgbClr val="16253B"/>
                </a:solidFill>
                <a:latin typeface="DejaVu Sans"/>
                <a:ea typeface="DejaVu Sans"/>
                <a:cs typeface="DejaVu Sans"/>
              </a:defRPr>
            </a:lvl6pPr>
            <a:lvl7pPr algn="l">
              <a:defRPr sz="3300" b="1">
                <a:solidFill>
                  <a:srgbClr val="16253B"/>
                </a:solidFill>
                <a:latin typeface="DejaVu Sans"/>
                <a:ea typeface="DejaVu Sans"/>
                <a:cs typeface="DejaVu Sans"/>
              </a:defRPr>
            </a:lvl7pPr>
            <a:lvl8pPr algn="l">
              <a:defRPr sz="3300" b="1">
                <a:solidFill>
                  <a:srgbClr val="16253B"/>
                </a:solidFill>
                <a:latin typeface="DejaVu Sans"/>
                <a:ea typeface="DejaVu Sans"/>
                <a:cs typeface="DejaVu Sans"/>
              </a:defRPr>
            </a:lvl8pPr>
            <a:lvl9pPr algn="l">
              <a:defRPr sz="3300" b="1">
                <a:solidFill>
                  <a:srgbClr val="16253B"/>
                </a:solidFill>
                <a:latin typeface="DejaVu Sans"/>
                <a:ea typeface="DejaVu Sans"/>
                <a:cs typeface="DejaVu Sans"/>
              </a:defRPr>
            </a:lvl9pPr>
          </a:lstStyle>
          <a:p xmlns:a="http://schemas.openxmlformats.org/drawingml/2006/main">
            <a:pPr algn="l">
              <a:defRPr sz="3300" b="1">
                <a:solidFill>
                  <a:srgbClr val="16253B"/>
                </a:solidFill>
                <a:latin typeface="DejaVu Sans"/>
                <a:ea typeface="DejaVu Sans"/>
                <a:cs typeface="DejaVu Sans"/>
              </a:defRPr>
            </a:pPr>
            <a:r>
              <a:rPr sz="3300" b="1">
                <a:solidFill>
                  <a:srgbClr val="16253B"/>
                </a:solidFill>
                <a:latin typeface="DejaVu Sans"/>
                <a:ea typeface="DejaVu Sans"/>
                <a:cs typeface="DejaVu Sans"/>
              </a:rPr>
              <a:t>The camera encoder builds a feature pyramid</a:t>
            </a:r>
          </a:p>
        </p:txBody>
      </p:sp>
      <p:sp>
        <p:nvSpPr>
          <p:cNvPr id="2" name="label-205">
            <a:extLst xmlns:a="http://schemas.openxmlformats.org/drawingml/2006/main">
              <a:ext uri="{FF2B5EF4-FFF2-40B4-BE49-F238E27FC236}">
                <a16:creationId xmlns:a16="http://schemas.microsoft.com/office/drawing/2014/main" id="{CD091B3D-F180-46A3-A858-5FB01D2027D5}"/>
              </a:ext>
            </a:extLst>
          </p:cNvPr>
          <p:cNvSpPr>
            <a:spLocks xmlns:a="http://schemas.openxmlformats.org/drawingml/2006/main" noGrp="1"/>
          </p:cNvSpPr>
          <p:nvPr/>
        </p:nvSpPr>
        <p:spPr>
          <a:xfrm xmlns:a="http://schemas.openxmlformats.org/drawingml/2006/main">
            <a:off x="11144250" y="64674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77C"/>
                </a:solidFill>
                <a:latin typeface="DejaVu Sans"/>
                <a:ea typeface="DejaVu Sans"/>
                <a:cs typeface="DejaVu Sans"/>
              </a:defRPr>
            </a:defPPr>
            <a:lvl1pPr algn="r">
              <a:defRPr sz="1200" b="0">
                <a:solidFill>
                  <a:srgbClr val="58677C"/>
                </a:solidFill>
                <a:latin typeface="DejaVu Sans"/>
                <a:ea typeface="DejaVu Sans"/>
                <a:cs typeface="DejaVu Sans"/>
              </a:defRPr>
            </a:lvl1pPr>
            <a:lvl2pPr algn="r">
              <a:defRPr sz="1200" b="0">
                <a:solidFill>
                  <a:srgbClr val="58677C"/>
                </a:solidFill>
                <a:latin typeface="DejaVu Sans"/>
                <a:ea typeface="DejaVu Sans"/>
                <a:cs typeface="DejaVu Sans"/>
              </a:defRPr>
            </a:lvl2pPr>
            <a:lvl3pPr algn="r">
              <a:defRPr sz="1200" b="0">
                <a:solidFill>
                  <a:srgbClr val="58677C"/>
                </a:solidFill>
                <a:latin typeface="DejaVu Sans"/>
                <a:ea typeface="DejaVu Sans"/>
                <a:cs typeface="DejaVu Sans"/>
              </a:defRPr>
            </a:lvl3pPr>
            <a:lvl4pPr algn="r">
              <a:defRPr sz="1200" b="0">
                <a:solidFill>
                  <a:srgbClr val="58677C"/>
                </a:solidFill>
                <a:latin typeface="DejaVu Sans"/>
                <a:ea typeface="DejaVu Sans"/>
                <a:cs typeface="DejaVu Sans"/>
              </a:defRPr>
            </a:lvl4pPr>
            <a:lvl5pPr algn="r">
              <a:defRPr sz="1200" b="0">
                <a:solidFill>
                  <a:srgbClr val="58677C"/>
                </a:solidFill>
                <a:latin typeface="DejaVu Sans"/>
                <a:ea typeface="DejaVu Sans"/>
                <a:cs typeface="DejaVu Sans"/>
              </a:defRPr>
            </a:lvl5pPr>
            <a:lvl6pPr algn="r">
              <a:defRPr sz="1200" b="0">
                <a:solidFill>
                  <a:srgbClr val="58677C"/>
                </a:solidFill>
                <a:latin typeface="DejaVu Sans"/>
                <a:ea typeface="DejaVu Sans"/>
                <a:cs typeface="DejaVu Sans"/>
              </a:defRPr>
            </a:lvl6pPr>
            <a:lvl7pPr algn="r">
              <a:defRPr sz="1200" b="0">
                <a:solidFill>
                  <a:srgbClr val="58677C"/>
                </a:solidFill>
                <a:latin typeface="DejaVu Sans"/>
                <a:ea typeface="DejaVu Sans"/>
                <a:cs typeface="DejaVu Sans"/>
              </a:defRPr>
            </a:lvl7pPr>
            <a:lvl8pPr algn="r">
              <a:defRPr sz="1200" b="0">
                <a:solidFill>
                  <a:srgbClr val="58677C"/>
                </a:solidFill>
                <a:latin typeface="DejaVu Sans"/>
                <a:ea typeface="DejaVu Sans"/>
                <a:cs typeface="DejaVu Sans"/>
              </a:defRPr>
            </a:lvl8pPr>
            <a:lvl9pPr algn="r">
              <a:defRPr sz="1200" b="0">
                <a:solidFill>
                  <a:srgbClr val="58677C"/>
                </a:solidFill>
                <a:latin typeface="DejaVu Sans"/>
                <a:ea typeface="DejaVu Sans"/>
                <a:cs typeface="DejaVu Sans"/>
              </a:defRPr>
            </a:lvl9pPr>
          </a:lstStyle>
          <a:p xmlns:a="http://schemas.openxmlformats.org/drawingml/2006/main">
            <a:pPr algn="r">
              <a:defRPr sz="1200" b="0">
                <a:solidFill>
                  <a:srgbClr val="58677C"/>
                </a:solidFill>
                <a:latin typeface="DejaVu Sans"/>
                <a:ea typeface="DejaVu Sans"/>
                <a:cs typeface="DejaVu Sans"/>
              </a:defRPr>
            </a:pPr>
            <a:r>
              <a:rPr sz="1200" b="0">
                <a:solidFill>
                  <a:srgbClr val="58677C"/>
                </a:solidFill>
                <a:latin typeface="DejaVu Sans"/>
                <a:ea typeface="DejaVu Sans"/>
                <a:cs typeface="DejaVu Sans"/>
              </a:rPr>
              <a:t>04</a:t>
            </a:r>
          </a:p>
        </p:txBody>
      </p:sp>
      <p:sp>
        <p:nvSpPr>
          <p:cNvPr id="3" name="label-206">
            <a:extLst xmlns:a="http://schemas.openxmlformats.org/drawingml/2006/main">
              <a:ext uri="{FF2B5EF4-FFF2-40B4-BE49-F238E27FC236}">
                <a16:creationId xmlns:a16="http://schemas.microsoft.com/office/drawing/2014/main" id="{7DEE1F2E-DA88-4067-BB54-23C954FFC810}"/>
              </a:ext>
            </a:extLst>
          </p:cNvPr>
          <p:cNvSpPr>
            <a:spLocks xmlns:a="http://schemas.openxmlformats.org/drawingml/2006/main" noGrp="1"/>
          </p:cNvSpPr>
          <p:nvPr/>
        </p:nvSpPr>
        <p:spPr>
          <a:xfrm xmlns:a="http://schemas.openxmlformats.org/drawingml/2006/main">
            <a:off x="533400" y="1285875"/>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16253B"/>
                </a:solidFill>
                <a:latin typeface="DejaVu Sans"/>
                <a:ea typeface="DejaVu Sans"/>
                <a:cs typeface="DejaVu Sans"/>
              </a:defRPr>
            </a:defPPr>
            <a:lvl1pPr algn="l">
              <a:defRPr sz="2025" b="0">
                <a:solidFill>
                  <a:srgbClr val="16253B"/>
                </a:solidFill>
                <a:latin typeface="DejaVu Sans"/>
                <a:ea typeface="DejaVu Sans"/>
                <a:cs typeface="DejaVu Sans"/>
              </a:defRPr>
            </a:lvl1pPr>
            <a:lvl2pPr algn="l">
              <a:defRPr sz="2025" b="0">
                <a:solidFill>
                  <a:srgbClr val="16253B"/>
                </a:solidFill>
                <a:latin typeface="DejaVu Sans"/>
                <a:ea typeface="DejaVu Sans"/>
                <a:cs typeface="DejaVu Sans"/>
              </a:defRPr>
            </a:lvl2pPr>
            <a:lvl3pPr algn="l">
              <a:defRPr sz="2025" b="0">
                <a:solidFill>
                  <a:srgbClr val="16253B"/>
                </a:solidFill>
                <a:latin typeface="DejaVu Sans"/>
                <a:ea typeface="DejaVu Sans"/>
                <a:cs typeface="DejaVu Sans"/>
              </a:defRPr>
            </a:lvl3pPr>
            <a:lvl4pPr algn="l">
              <a:defRPr sz="2025" b="0">
                <a:solidFill>
                  <a:srgbClr val="16253B"/>
                </a:solidFill>
                <a:latin typeface="DejaVu Sans"/>
                <a:ea typeface="DejaVu Sans"/>
                <a:cs typeface="DejaVu Sans"/>
              </a:defRPr>
            </a:lvl4pPr>
            <a:lvl5pPr algn="l">
              <a:defRPr sz="2025" b="0">
                <a:solidFill>
                  <a:srgbClr val="16253B"/>
                </a:solidFill>
                <a:latin typeface="DejaVu Sans"/>
                <a:ea typeface="DejaVu Sans"/>
                <a:cs typeface="DejaVu Sans"/>
              </a:defRPr>
            </a:lvl5pPr>
            <a:lvl6pPr algn="l">
              <a:defRPr sz="2025" b="0">
                <a:solidFill>
                  <a:srgbClr val="16253B"/>
                </a:solidFill>
                <a:latin typeface="DejaVu Sans"/>
                <a:ea typeface="DejaVu Sans"/>
                <a:cs typeface="DejaVu Sans"/>
              </a:defRPr>
            </a:lvl6pPr>
            <a:lvl7pPr algn="l">
              <a:defRPr sz="2025" b="0">
                <a:solidFill>
                  <a:srgbClr val="16253B"/>
                </a:solidFill>
                <a:latin typeface="DejaVu Sans"/>
                <a:ea typeface="DejaVu Sans"/>
                <a:cs typeface="DejaVu Sans"/>
              </a:defRPr>
            </a:lvl7pPr>
            <a:lvl8pPr algn="l">
              <a:defRPr sz="2025" b="0">
                <a:solidFill>
                  <a:srgbClr val="16253B"/>
                </a:solidFill>
                <a:latin typeface="DejaVu Sans"/>
                <a:ea typeface="DejaVu Sans"/>
                <a:cs typeface="DejaVu Sans"/>
              </a:defRPr>
            </a:lvl8pPr>
            <a:lvl9pPr algn="l">
              <a:defRPr sz="2025" b="0">
                <a:solidFill>
                  <a:srgbClr val="16253B"/>
                </a:solidFill>
                <a:latin typeface="DejaVu Sans"/>
                <a:ea typeface="DejaVu Sans"/>
                <a:cs typeface="DejaVu Sans"/>
              </a:defRPr>
            </a:lvl9pPr>
          </a:lstStyle>
          <a:p xmlns:a="http://schemas.openxmlformats.org/drawingml/2006/main">
            <a:pPr algn="l">
              <a:defRPr sz="2025" b="0">
                <a:solidFill>
                  <a:srgbClr val="16253B"/>
                </a:solidFill>
                <a:latin typeface="DejaVu Sans"/>
                <a:ea typeface="DejaVu Sans"/>
                <a:cs typeface="DejaVu Sans"/>
              </a:defRPr>
            </a:pPr>
            <a:r>
              <a:rPr sz="2025" b="0">
                <a:solidFill>
                  <a:srgbClr val="16253B"/>
                </a:solidFill>
                <a:latin typeface="DejaVu Sans"/>
                <a:ea typeface="DejaVu Sans"/>
                <a:cs typeface="DejaVu Sans"/>
              </a:rPr>
              <a:t>The same Swin-T processes each of the six images</a:t>
            </a:r>
          </a:p>
        </p:txBody>
      </p:sp>
      <p:sp>
        <p:nvSpPr>
          <p:cNvPr id="4" name="path-207">
            <a:extLst xmlns:a="http://schemas.openxmlformats.org/drawingml/2006/main">
              <a:ext uri="{FF2B5EF4-FFF2-40B4-BE49-F238E27FC236}">
                <a16:creationId xmlns:a16="http://schemas.microsoft.com/office/drawing/2014/main" id="{00384493-1B55-4067-8D5D-E4A4B9DEA54D}"/>
              </a:ext>
            </a:extLst>
          </p:cNvPr>
          <p:cNvSpPr>
            <a:spLocks xmlns:a="http://schemas.openxmlformats.org/drawingml/2006/main" noGrp="1"/>
          </p:cNvSpPr>
          <p:nvPr/>
        </p:nvSpPr>
        <p:spPr>
          <a:xfrm xmlns:a="http://schemas.openxmlformats.org/drawingml/2006/main">
            <a:off x="619125" y="2276475"/>
            <a:ext cx="1200150" cy="133350"/>
          </a:xfrm>
          <a:custGeom xmlns:a="http://schemas.openxmlformats.org/drawingml/2006/main">
            <a:pathLst>
              <a:path w="1200150" h="133350">
                <a:moveTo>
                  <a:pt x="0" y="133350"/>
                </a:moveTo>
                <a:lnTo>
                  <a:pt x="133350" y="0"/>
                </a:lnTo>
                <a:lnTo>
                  <a:pt x="1200150" y="0"/>
                </a:lnTo>
                <a:lnTo>
                  <a:pt x="1066800" y="133350"/>
                </a:lnTo>
                <a:close/>
              </a:path>
            </a:pathLst>
          </a:custGeom>
          <a:solidFill xmlns:a="http://schemas.openxmlformats.org/drawingml/2006/main">
            <a:srgbClr val="1674D1">
              <a:lumMod val="35000"/>
              <a:lumOff val="65000"/>
            </a:srgbClr>
          </a:solidFill>
          <a:ln xmlns:a="http://schemas.openxmlformats.org/drawingml/2006/main" w="13335">
            <a:solidFill>
              <a:srgbClr val="1674D1"/>
            </a:solidFill>
            <a:prstDash val="solid"/>
          </a:ln>
        </p:spPr>
      </p:sp>
      <p:sp>
        <p:nvSpPr>
          <p:cNvPr id="5" name="path-208">
            <a:extLst xmlns:a="http://schemas.openxmlformats.org/drawingml/2006/main">
              <a:ext uri="{FF2B5EF4-FFF2-40B4-BE49-F238E27FC236}">
                <a16:creationId xmlns:a16="http://schemas.microsoft.com/office/drawing/2014/main" id="{C7EC888E-B3BD-411F-9E7D-6D81582F662F}"/>
              </a:ext>
            </a:extLst>
          </p:cNvPr>
          <p:cNvSpPr>
            <a:spLocks xmlns:a="http://schemas.openxmlformats.org/drawingml/2006/main" noGrp="1"/>
          </p:cNvSpPr>
          <p:nvPr/>
        </p:nvSpPr>
        <p:spPr>
          <a:xfrm xmlns:a="http://schemas.openxmlformats.org/drawingml/2006/main">
            <a:off x="1685925" y="2276475"/>
            <a:ext cx="133350" cy="1009650"/>
          </a:xfrm>
          <a:custGeom xmlns:a="http://schemas.openxmlformats.org/drawingml/2006/main">
            <a:pathLst>
              <a:path w="133350" h="1009650">
                <a:moveTo>
                  <a:pt x="0" y="133350"/>
                </a:moveTo>
                <a:lnTo>
                  <a:pt x="133350" y="0"/>
                </a:lnTo>
                <a:lnTo>
                  <a:pt x="133350" y="876300"/>
                </a:lnTo>
                <a:lnTo>
                  <a:pt x="0" y="1009650"/>
                </a:lnTo>
                <a:close/>
              </a:path>
            </a:pathLst>
          </a:custGeom>
          <a:solidFill xmlns:a="http://schemas.openxmlformats.org/drawingml/2006/main">
            <a:srgbClr val="1674D1">
              <a:lumMod val="65000"/>
              <a:lumOff val="35000"/>
            </a:srgbClr>
          </a:solidFill>
          <a:ln xmlns:a="http://schemas.openxmlformats.org/drawingml/2006/main" w="13335">
            <a:solidFill>
              <a:srgbClr val="1674D1"/>
            </a:solidFill>
            <a:prstDash val="solid"/>
          </a:ln>
        </p:spPr>
      </p:sp>
      <p:sp>
        <p:nvSpPr>
          <p:cNvPr id="6" name="shape-209">
            <a:extLst xmlns:a="http://schemas.openxmlformats.org/drawingml/2006/main">
              <a:ext uri="{FF2B5EF4-FFF2-40B4-BE49-F238E27FC236}">
                <a16:creationId xmlns:a16="http://schemas.microsoft.com/office/drawing/2014/main" id="{6DBA8852-48E0-4FAB-87E5-B16B34B05179}"/>
              </a:ext>
            </a:extLst>
          </p:cNvPr>
          <p:cNvSpPr>
            <a:spLocks xmlns:a="http://schemas.openxmlformats.org/drawingml/2006/main" noGrp="1"/>
          </p:cNvSpPr>
          <p:nvPr/>
        </p:nvSpPr>
        <p:spPr>
          <a:xfrm xmlns:a="http://schemas.openxmlformats.org/drawingml/2006/main" rot="0">
            <a:off x="619125" y="2409825"/>
            <a:ext cx="1066800" cy="876300"/>
          </a:xfrm>
          <a:prstGeom xmlns:a="http://schemas.openxmlformats.org/drawingml/2006/main" prst="rect">
            <a:avLst/>
          </a:prstGeom>
          <a:solidFill xmlns:a="http://schemas.openxmlformats.org/drawingml/2006/main">
            <a:srgbClr val="1674D1">
              <a:lumMod val="18000"/>
              <a:lumOff val="82000"/>
            </a:srgbClr>
          </a:solidFill>
          <a:ln xmlns:a="http://schemas.openxmlformats.org/drawingml/2006/main" w="15240">
            <a:solidFill>
              <a:srgbClr val="1674D1"/>
            </a:solidFill>
            <a:prstDash val="solid"/>
          </a:ln>
        </p:spPr>
      </p:sp>
      <p:sp>
        <p:nvSpPr>
          <p:cNvPr id="7" name="path-210">
            <a:extLst xmlns:a="http://schemas.openxmlformats.org/drawingml/2006/main">
              <a:ext uri="{FF2B5EF4-FFF2-40B4-BE49-F238E27FC236}">
                <a16:creationId xmlns:a16="http://schemas.microsoft.com/office/drawing/2014/main" id="{176CA609-FEA0-4CE1-81E9-E14A9C94217D}"/>
              </a:ext>
            </a:extLst>
          </p:cNvPr>
          <p:cNvSpPr>
            <a:spLocks xmlns:a="http://schemas.openxmlformats.org/drawingml/2006/main" noGrp="1"/>
          </p:cNvSpPr>
          <p:nvPr/>
        </p:nvSpPr>
        <p:spPr>
          <a:xfrm xmlns:a="http://schemas.openxmlformats.org/drawingml/2006/main">
            <a:off x="885825" y="2409825"/>
            <a:ext cx="953" cy="876300"/>
          </a:xfrm>
          <a:custGeom xmlns:a="http://schemas.openxmlformats.org/drawingml/2006/main">
            <a:pathLst>
              <a:path w="953" h="876300">
                <a:moveTo>
                  <a:pt x="0" y="0"/>
                </a:moveTo>
                <a:lnTo>
                  <a:pt x="0" y="87630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8" name="path-211">
            <a:extLst xmlns:a="http://schemas.openxmlformats.org/drawingml/2006/main">
              <a:ext uri="{FF2B5EF4-FFF2-40B4-BE49-F238E27FC236}">
                <a16:creationId xmlns:a16="http://schemas.microsoft.com/office/drawing/2014/main" id="{4F0C355A-8FA3-4E20-89BE-D49679CD0074}"/>
              </a:ext>
            </a:extLst>
          </p:cNvPr>
          <p:cNvSpPr>
            <a:spLocks xmlns:a="http://schemas.openxmlformats.org/drawingml/2006/main" noGrp="1"/>
          </p:cNvSpPr>
          <p:nvPr/>
        </p:nvSpPr>
        <p:spPr>
          <a:xfrm xmlns:a="http://schemas.openxmlformats.org/drawingml/2006/main">
            <a:off x="1152525" y="2409825"/>
            <a:ext cx="953" cy="876300"/>
          </a:xfrm>
          <a:custGeom xmlns:a="http://schemas.openxmlformats.org/drawingml/2006/main">
            <a:pathLst>
              <a:path w="953" h="876300">
                <a:moveTo>
                  <a:pt x="0" y="0"/>
                </a:moveTo>
                <a:lnTo>
                  <a:pt x="0" y="87630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9" name="path-212">
            <a:extLst xmlns:a="http://schemas.openxmlformats.org/drawingml/2006/main">
              <a:ext uri="{FF2B5EF4-FFF2-40B4-BE49-F238E27FC236}">
                <a16:creationId xmlns:a16="http://schemas.microsoft.com/office/drawing/2014/main" id="{C64FE866-61C3-473C-BDA7-A87FD0293661}"/>
              </a:ext>
            </a:extLst>
          </p:cNvPr>
          <p:cNvSpPr>
            <a:spLocks xmlns:a="http://schemas.openxmlformats.org/drawingml/2006/main" noGrp="1"/>
          </p:cNvSpPr>
          <p:nvPr/>
        </p:nvSpPr>
        <p:spPr>
          <a:xfrm xmlns:a="http://schemas.openxmlformats.org/drawingml/2006/main">
            <a:off x="1419225" y="2409825"/>
            <a:ext cx="953" cy="876300"/>
          </a:xfrm>
          <a:custGeom xmlns:a="http://schemas.openxmlformats.org/drawingml/2006/main">
            <a:pathLst>
              <a:path w="953" h="876300">
                <a:moveTo>
                  <a:pt x="0" y="0"/>
                </a:moveTo>
                <a:lnTo>
                  <a:pt x="0" y="87630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10" name="path-213">
            <a:extLst xmlns:a="http://schemas.openxmlformats.org/drawingml/2006/main">
              <a:ext uri="{FF2B5EF4-FFF2-40B4-BE49-F238E27FC236}">
                <a16:creationId xmlns:a16="http://schemas.microsoft.com/office/drawing/2014/main" id="{BA37A353-9E59-4DD3-9FE1-F19E16F5B18D}"/>
              </a:ext>
            </a:extLst>
          </p:cNvPr>
          <p:cNvSpPr>
            <a:spLocks xmlns:a="http://schemas.openxmlformats.org/drawingml/2006/main" noGrp="1"/>
          </p:cNvSpPr>
          <p:nvPr/>
        </p:nvSpPr>
        <p:spPr>
          <a:xfrm xmlns:a="http://schemas.openxmlformats.org/drawingml/2006/main">
            <a:off x="619125" y="2628900"/>
            <a:ext cx="1066800" cy="953"/>
          </a:xfrm>
          <a:custGeom xmlns:a="http://schemas.openxmlformats.org/drawingml/2006/main">
            <a:pathLst>
              <a:path w="1066800" h="953">
                <a:moveTo>
                  <a:pt x="0" y="0"/>
                </a:moveTo>
                <a:lnTo>
                  <a:pt x="1066800" y="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11" name="path-214">
            <a:extLst xmlns:a="http://schemas.openxmlformats.org/drawingml/2006/main">
              <a:ext uri="{FF2B5EF4-FFF2-40B4-BE49-F238E27FC236}">
                <a16:creationId xmlns:a16="http://schemas.microsoft.com/office/drawing/2014/main" id="{17107F91-0EBE-4A9E-8C56-20C13AD91A4B}"/>
              </a:ext>
            </a:extLst>
          </p:cNvPr>
          <p:cNvSpPr>
            <a:spLocks xmlns:a="http://schemas.openxmlformats.org/drawingml/2006/main" noGrp="1"/>
          </p:cNvSpPr>
          <p:nvPr/>
        </p:nvSpPr>
        <p:spPr>
          <a:xfrm xmlns:a="http://schemas.openxmlformats.org/drawingml/2006/main">
            <a:off x="619125" y="2847975"/>
            <a:ext cx="1066800" cy="953"/>
          </a:xfrm>
          <a:custGeom xmlns:a="http://schemas.openxmlformats.org/drawingml/2006/main">
            <a:pathLst>
              <a:path w="1066800" h="953">
                <a:moveTo>
                  <a:pt x="0" y="0"/>
                </a:moveTo>
                <a:lnTo>
                  <a:pt x="1066800" y="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12" name="path-215">
            <a:extLst xmlns:a="http://schemas.openxmlformats.org/drawingml/2006/main">
              <a:ext uri="{FF2B5EF4-FFF2-40B4-BE49-F238E27FC236}">
                <a16:creationId xmlns:a16="http://schemas.microsoft.com/office/drawing/2014/main" id="{DC3E4DD3-0CEC-412E-8188-FED131F0EDAC}"/>
              </a:ext>
            </a:extLst>
          </p:cNvPr>
          <p:cNvSpPr>
            <a:spLocks xmlns:a="http://schemas.openxmlformats.org/drawingml/2006/main" noGrp="1"/>
          </p:cNvSpPr>
          <p:nvPr/>
        </p:nvSpPr>
        <p:spPr>
          <a:xfrm xmlns:a="http://schemas.openxmlformats.org/drawingml/2006/main">
            <a:off x="619125" y="3067050"/>
            <a:ext cx="1066800" cy="953"/>
          </a:xfrm>
          <a:custGeom xmlns:a="http://schemas.openxmlformats.org/drawingml/2006/main">
            <a:pathLst>
              <a:path w="1066800" h="953">
                <a:moveTo>
                  <a:pt x="0" y="0"/>
                </a:moveTo>
                <a:lnTo>
                  <a:pt x="1066800" y="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13" name="label-216">
            <a:extLst xmlns:a="http://schemas.openxmlformats.org/drawingml/2006/main">
              <a:ext uri="{FF2B5EF4-FFF2-40B4-BE49-F238E27FC236}">
                <a16:creationId xmlns:a16="http://schemas.microsoft.com/office/drawing/2014/main" id="{8CC1FA0A-1AF3-43E7-A272-8BD51EE3FAAD}"/>
              </a:ext>
            </a:extLst>
          </p:cNvPr>
          <p:cNvSpPr>
            <a:spLocks xmlns:a="http://schemas.openxmlformats.org/drawingml/2006/main" noGrp="1"/>
          </p:cNvSpPr>
          <p:nvPr/>
        </p:nvSpPr>
        <p:spPr>
          <a:xfrm xmlns:a="http://schemas.openxmlformats.org/drawingml/2006/main">
            <a:off x="657225" y="2486025"/>
            <a:ext cx="990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1674D1"/>
                </a:solidFill>
                <a:latin typeface="DejaVu Sans"/>
                <a:ea typeface="DejaVu Sans"/>
                <a:cs typeface="DejaVu Sans"/>
              </a:defRPr>
            </a:defPPr>
            <a:lvl1pPr algn="ctr">
              <a:defRPr sz="1725" b="1">
                <a:solidFill>
                  <a:srgbClr val="1674D1"/>
                </a:solidFill>
                <a:latin typeface="DejaVu Sans"/>
                <a:ea typeface="DejaVu Sans"/>
                <a:cs typeface="DejaVu Sans"/>
              </a:defRPr>
            </a:lvl1pPr>
            <a:lvl2pPr algn="ctr">
              <a:defRPr sz="1725" b="1">
                <a:solidFill>
                  <a:srgbClr val="1674D1"/>
                </a:solidFill>
                <a:latin typeface="DejaVu Sans"/>
                <a:ea typeface="DejaVu Sans"/>
                <a:cs typeface="DejaVu Sans"/>
              </a:defRPr>
            </a:lvl2pPr>
            <a:lvl3pPr algn="ctr">
              <a:defRPr sz="1725" b="1">
                <a:solidFill>
                  <a:srgbClr val="1674D1"/>
                </a:solidFill>
                <a:latin typeface="DejaVu Sans"/>
                <a:ea typeface="DejaVu Sans"/>
                <a:cs typeface="DejaVu Sans"/>
              </a:defRPr>
            </a:lvl3pPr>
            <a:lvl4pPr algn="ctr">
              <a:defRPr sz="1725" b="1">
                <a:solidFill>
                  <a:srgbClr val="1674D1"/>
                </a:solidFill>
                <a:latin typeface="DejaVu Sans"/>
                <a:ea typeface="DejaVu Sans"/>
                <a:cs typeface="DejaVu Sans"/>
              </a:defRPr>
            </a:lvl4pPr>
            <a:lvl5pPr algn="ctr">
              <a:defRPr sz="1725" b="1">
                <a:solidFill>
                  <a:srgbClr val="1674D1"/>
                </a:solidFill>
                <a:latin typeface="DejaVu Sans"/>
                <a:ea typeface="DejaVu Sans"/>
                <a:cs typeface="DejaVu Sans"/>
              </a:defRPr>
            </a:lvl5pPr>
            <a:lvl6pPr algn="ctr">
              <a:defRPr sz="1725" b="1">
                <a:solidFill>
                  <a:srgbClr val="1674D1"/>
                </a:solidFill>
                <a:latin typeface="DejaVu Sans"/>
                <a:ea typeface="DejaVu Sans"/>
                <a:cs typeface="DejaVu Sans"/>
              </a:defRPr>
            </a:lvl6pPr>
            <a:lvl7pPr algn="ctr">
              <a:defRPr sz="1725" b="1">
                <a:solidFill>
                  <a:srgbClr val="1674D1"/>
                </a:solidFill>
                <a:latin typeface="DejaVu Sans"/>
                <a:ea typeface="DejaVu Sans"/>
                <a:cs typeface="DejaVu Sans"/>
              </a:defRPr>
            </a:lvl7pPr>
            <a:lvl8pPr algn="ctr">
              <a:defRPr sz="1725" b="1">
                <a:solidFill>
                  <a:srgbClr val="1674D1"/>
                </a:solidFill>
                <a:latin typeface="DejaVu Sans"/>
                <a:ea typeface="DejaVu Sans"/>
                <a:cs typeface="DejaVu Sans"/>
              </a:defRPr>
            </a:lvl8pPr>
            <a:lvl9pPr algn="ctr">
              <a:defRPr sz="1725" b="1">
                <a:solidFill>
                  <a:srgbClr val="1674D1"/>
                </a:solidFill>
                <a:latin typeface="DejaVu Sans"/>
                <a:ea typeface="DejaVu Sans"/>
                <a:cs typeface="DejaVu Sans"/>
              </a:defRPr>
            </a:lvl9pPr>
          </a:lstStyle>
          <a:p xmlns:a="http://schemas.openxmlformats.org/drawingml/2006/main">
            <a:pPr algn="ctr">
              <a:defRPr sz="1725" b="1">
                <a:solidFill>
                  <a:srgbClr val="1674D1"/>
                </a:solidFill>
                <a:latin typeface="DejaVu Sans"/>
                <a:ea typeface="DejaVu Sans"/>
                <a:cs typeface="DejaVu Sans"/>
              </a:defRPr>
            </a:pPr>
            <a:r>
              <a:rPr sz="1725" b="1">
                <a:solidFill>
                  <a:srgbClr val="1674D1"/>
                </a:solidFill>
                <a:latin typeface="DejaVu Sans"/>
                <a:ea typeface="DejaVu Sans"/>
                <a:cs typeface="DejaVu Sans"/>
              </a:rPr>
              <a:t>RGB</a:t>
            </a:r>
          </a:p>
        </p:txBody>
      </p:sp>
      <p:sp>
        <p:nvSpPr>
          <p:cNvPr id="14" name="label-217">
            <a:extLst xmlns:a="http://schemas.openxmlformats.org/drawingml/2006/main">
              <a:ext uri="{FF2B5EF4-FFF2-40B4-BE49-F238E27FC236}">
                <a16:creationId xmlns:a16="http://schemas.microsoft.com/office/drawing/2014/main" id="{D40E7DD6-D08D-4C8C-9AD3-BEB61F842D8A}"/>
              </a:ext>
            </a:extLst>
          </p:cNvPr>
          <p:cNvSpPr>
            <a:spLocks xmlns:a="http://schemas.openxmlformats.org/drawingml/2006/main" noGrp="1"/>
          </p:cNvSpPr>
          <p:nvPr/>
        </p:nvSpPr>
        <p:spPr>
          <a:xfrm xmlns:a="http://schemas.openxmlformats.org/drawingml/2006/main">
            <a:off x="428625" y="3419475"/>
            <a:ext cx="1447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1674D1"/>
                </a:solidFill>
                <a:latin typeface="DejaVu Sans"/>
                <a:ea typeface="DejaVu Sans"/>
                <a:cs typeface="DejaVu Sans"/>
              </a:defRPr>
            </a:defPPr>
            <a:lvl1pPr algn="ctr">
              <a:defRPr sz="1500" b="0">
                <a:solidFill>
                  <a:srgbClr val="1674D1"/>
                </a:solidFill>
                <a:latin typeface="DejaVu Sans"/>
                <a:ea typeface="DejaVu Sans"/>
                <a:cs typeface="DejaVu Sans"/>
              </a:defRPr>
            </a:lvl1pPr>
            <a:lvl2pPr algn="ctr">
              <a:defRPr sz="1500" b="0">
                <a:solidFill>
                  <a:srgbClr val="1674D1"/>
                </a:solidFill>
                <a:latin typeface="DejaVu Sans"/>
                <a:ea typeface="DejaVu Sans"/>
                <a:cs typeface="DejaVu Sans"/>
              </a:defRPr>
            </a:lvl2pPr>
            <a:lvl3pPr algn="ctr">
              <a:defRPr sz="1500" b="0">
                <a:solidFill>
                  <a:srgbClr val="1674D1"/>
                </a:solidFill>
                <a:latin typeface="DejaVu Sans"/>
                <a:ea typeface="DejaVu Sans"/>
                <a:cs typeface="DejaVu Sans"/>
              </a:defRPr>
            </a:lvl3pPr>
            <a:lvl4pPr algn="ctr">
              <a:defRPr sz="1500" b="0">
                <a:solidFill>
                  <a:srgbClr val="1674D1"/>
                </a:solidFill>
                <a:latin typeface="DejaVu Sans"/>
                <a:ea typeface="DejaVu Sans"/>
                <a:cs typeface="DejaVu Sans"/>
              </a:defRPr>
            </a:lvl4pPr>
            <a:lvl5pPr algn="ctr">
              <a:defRPr sz="1500" b="0">
                <a:solidFill>
                  <a:srgbClr val="1674D1"/>
                </a:solidFill>
                <a:latin typeface="DejaVu Sans"/>
                <a:ea typeface="DejaVu Sans"/>
                <a:cs typeface="DejaVu Sans"/>
              </a:defRPr>
            </a:lvl5pPr>
            <a:lvl6pPr algn="ctr">
              <a:defRPr sz="1500" b="0">
                <a:solidFill>
                  <a:srgbClr val="1674D1"/>
                </a:solidFill>
                <a:latin typeface="DejaVu Sans"/>
                <a:ea typeface="DejaVu Sans"/>
                <a:cs typeface="DejaVu Sans"/>
              </a:defRPr>
            </a:lvl6pPr>
            <a:lvl7pPr algn="ctr">
              <a:defRPr sz="1500" b="0">
                <a:solidFill>
                  <a:srgbClr val="1674D1"/>
                </a:solidFill>
                <a:latin typeface="DejaVu Sans"/>
                <a:ea typeface="DejaVu Sans"/>
                <a:cs typeface="DejaVu Sans"/>
              </a:defRPr>
            </a:lvl7pPr>
            <a:lvl8pPr algn="ctr">
              <a:defRPr sz="1500" b="0">
                <a:solidFill>
                  <a:srgbClr val="1674D1"/>
                </a:solidFill>
                <a:latin typeface="DejaVu Sans"/>
                <a:ea typeface="DejaVu Sans"/>
                <a:cs typeface="DejaVu Sans"/>
              </a:defRPr>
            </a:lvl8pPr>
            <a:lvl9pPr algn="ctr">
              <a:defRPr sz="1500" b="0">
                <a:solidFill>
                  <a:srgbClr val="1674D1"/>
                </a:solidFill>
                <a:latin typeface="DejaVu Sans"/>
                <a:ea typeface="DejaVu Sans"/>
                <a:cs typeface="DejaVu Sans"/>
              </a:defRPr>
            </a:lvl9pPr>
          </a:lstStyle>
          <a:p xmlns:a="http://schemas.openxmlformats.org/drawingml/2006/main">
            <a:pPr algn="ctr">
              <a:defRPr sz="1500" b="0">
                <a:solidFill>
                  <a:srgbClr val="1674D1"/>
                </a:solidFill>
                <a:latin typeface="DejaVu Sans"/>
                <a:ea typeface="DejaVu Sans"/>
                <a:cs typeface="DejaVu Sans"/>
              </a:defRPr>
            </a:pPr>
            <a:r>
              <a:rPr sz="1500" b="0">
                <a:solidFill>
                  <a:srgbClr val="1674D1"/>
                </a:solidFill>
                <a:latin typeface="DejaVu Sans"/>
                <a:ea typeface="DejaVu Sans"/>
                <a:cs typeface="DejaVu Sans"/>
              </a:rPr>
              <a:t>256 × 704</a:t>
            </a:r>
          </a:p>
        </p:txBody>
      </p:sp>
      <p:sp>
        <p:nvSpPr>
          <p:cNvPr id="15" name="shape-218">
            <a:extLst xmlns:a="http://schemas.openxmlformats.org/drawingml/2006/main">
              <a:ext uri="{FF2B5EF4-FFF2-40B4-BE49-F238E27FC236}">
                <a16:creationId xmlns:a16="http://schemas.microsoft.com/office/drawing/2014/main" id="{D025A2B0-2BBC-41EC-B110-7D3152BE6438}"/>
              </a:ext>
            </a:extLst>
          </p:cNvPr>
          <p:cNvSpPr>
            <a:spLocks xmlns:a="http://schemas.openxmlformats.org/drawingml/2006/main" noGrp="1"/>
          </p:cNvSpPr>
          <p:nvPr/>
        </p:nvSpPr>
        <p:spPr>
          <a:xfrm xmlns:a="http://schemas.openxmlformats.org/drawingml/2006/main" rot="0">
            <a:off x="2066925" y="2400300"/>
            <a:ext cx="1019175" cy="885825"/>
          </a:xfrm>
          <a:prstGeom xmlns:a="http://schemas.openxmlformats.org/drawingml/2006/main" prst="rect">
            <a:avLst/>
          </a:prstGeom>
          <a:solidFill xmlns:a="http://schemas.openxmlformats.org/drawingml/2006/main">
            <a:srgbClr val="DFEDFC"/>
          </a:solidFill>
          <a:ln xmlns:a="http://schemas.openxmlformats.org/drawingml/2006/main" w="15240">
            <a:solidFill>
              <a:srgbClr val="1674D1"/>
            </a:solidFill>
            <a:prstDash val="solid"/>
          </a:ln>
        </p:spPr>
      </p:sp>
      <p:sp>
        <p:nvSpPr>
          <p:cNvPr id="16" name="label-219">
            <a:extLst xmlns:a="http://schemas.openxmlformats.org/drawingml/2006/main">
              <a:ext uri="{FF2B5EF4-FFF2-40B4-BE49-F238E27FC236}">
                <a16:creationId xmlns:a16="http://schemas.microsoft.com/office/drawing/2014/main" id="{22E456E4-F02F-452B-8D5E-CD3B06256876}"/>
              </a:ext>
            </a:extLst>
          </p:cNvPr>
          <p:cNvSpPr>
            <a:spLocks xmlns:a="http://schemas.openxmlformats.org/drawingml/2006/main" noGrp="1"/>
          </p:cNvSpPr>
          <p:nvPr/>
        </p:nvSpPr>
        <p:spPr>
          <a:xfrm xmlns:a="http://schemas.openxmlformats.org/drawingml/2006/main">
            <a:off x="2143125" y="2447925"/>
            <a:ext cx="866775"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1674D1"/>
                </a:solidFill>
                <a:latin typeface="DejaVu Sans"/>
                <a:ea typeface="DejaVu Sans"/>
                <a:cs typeface="DejaVu Sans"/>
              </a:defRPr>
            </a:defPPr>
            <a:lvl1pPr algn="ctr">
              <a:defRPr sz="1725" b="1">
                <a:solidFill>
                  <a:srgbClr val="1674D1"/>
                </a:solidFill>
                <a:latin typeface="DejaVu Sans"/>
                <a:ea typeface="DejaVu Sans"/>
                <a:cs typeface="DejaVu Sans"/>
              </a:defRPr>
            </a:lvl1pPr>
            <a:lvl2pPr algn="ctr">
              <a:defRPr sz="1725" b="1">
                <a:solidFill>
                  <a:srgbClr val="1674D1"/>
                </a:solidFill>
                <a:latin typeface="DejaVu Sans"/>
                <a:ea typeface="DejaVu Sans"/>
                <a:cs typeface="DejaVu Sans"/>
              </a:defRPr>
            </a:lvl2pPr>
            <a:lvl3pPr algn="ctr">
              <a:defRPr sz="1725" b="1">
                <a:solidFill>
                  <a:srgbClr val="1674D1"/>
                </a:solidFill>
                <a:latin typeface="DejaVu Sans"/>
                <a:ea typeface="DejaVu Sans"/>
                <a:cs typeface="DejaVu Sans"/>
              </a:defRPr>
            </a:lvl3pPr>
            <a:lvl4pPr algn="ctr">
              <a:defRPr sz="1725" b="1">
                <a:solidFill>
                  <a:srgbClr val="1674D1"/>
                </a:solidFill>
                <a:latin typeface="DejaVu Sans"/>
                <a:ea typeface="DejaVu Sans"/>
                <a:cs typeface="DejaVu Sans"/>
              </a:defRPr>
            </a:lvl4pPr>
            <a:lvl5pPr algn="ctr">
              <a:defRPr sz="1725" b="1">
                <a:solidFill>
                  <a:srgbClr val="1674D1"/>
                </a:solidFill>
                <a:latin typeface="DejaVu Sans"/>
                <a:ea typeface="DejaVu Sans"/>
                <a:cs typeface="DejaVu Sans"/>
              </a:defRPr>
            </a:lvl5pPr>
            <a:lvl6pPr algn="ctr">
              <a:defRPr sz="1725" b="1">
                <a:solidFill>
                  <a:srgbClr val="1674D1"/>
                </a:solidFill>
                <a:latin typeface="DejaVu Sans"/>
                <a:ea typeface="DejaVu Sans"/>
                <a:cs typeface="DejaVu Sans"/>
              </a:defRPr>
            </a:lvl6pPr>
            <a:lvl7pPr algn="ctr">
              <a:defRPr sz="1725" b="1">
                <a:solidFill>
                  <a:srgbClr val="1674D1"/>
                </a:solidFill>
                <a:latin typeface="DejaVu Sans"/>
                <a:ea typeface="DejaVu Sans"/>
                <a:cs typeface="DejaVu Sans"/>
              </a:defRPr>
            </a:lvl7pPr>
            <a:lvl8pPr algn="ctr">
              <a:defRPr sz="1725" b="1">
                <a:solidFill>
                  <a:srgbClr val="1674D1"/>
                </a:solidFill>
                <a:latin typeface="DejaVu Sans"/>
                <a:ea typeface="DejaVu Sans"/>
                <a:cs typeface="DejaVu Sans"/>
              </a:defRPr>
            </a:lvl8pPr>
            <a:lvl9pPr algn="ctr">
              <a:defRPr sz="1725" b="1">
                <a:solidFill>
                  <a:srgbClr val="1674D1"/>
                </a:solidFill>
                <a:latin typeface="DejaVu Sans"/>
                <a:ea typeface="DejaVu Sans"/>
                <a:cs typeface="DejaVu Sans"/>
              </a:defRPr>
            </a:lvl9pPr>
          </a:lstStyle>
          <a:p xmlns:a="http://schemas.openxmlformats.org/drawingml/2006/main">
            <a:pPr algn="ctr">
              <a:defRPr sz="1725" b="1">
                <a:solidFill>
                  <a:srgbClr val="1674D1"/>
                </a:solidFill>
                <a:latin typeface="DejaVu Sans"/>
                <a:ea typeface="DejaVu Sans"/>
                <a:cs typeface="DejaVu Sans"/>
              </a:defRPr>
            </a:pPr>
            <a:r>
              <a:rPr sz="1725" b="1">
                <a:solidFill>
                  <a:srgbClr val="1674D1"/>
                </a:solidFill>
                <a:latin typeface="DejaVu Sans"/>
                <a:ea typeface="DejaVu Sans"/>
                <a:cs typeface="DejaVu Sans"/>
              </a:rPr>
              <a:t>Patch</a:t>
            </a:r>
          </a:p>
          <a:p xmlns:a="http://schemas.openxmlformats.org/drawingml/2006/main">
            <a:pPr algn="ctr">
              <a:defRPr sz="1725" b="1">
                <a:solidFill>
                  <a:srgbClr val="1674D1"/>
                </a:solidFill>
                <a:latin typeface="DejaVu Sans"/>
                <a:ea typeface="DejaVu Sans"/>
                <a:cs typeface="DejaVu Sans"/>
              </a:defRPr>
            </a:pPr>
            <a:r>
              <a:rPr sz="1725" b="1">
                <a:solidFill>
                  <a:srgbClr val="1674D1"/>
                </a:solidFill>
                <a:latin typeface="DejaVu Sans"/>
                <a:ea typeface="DejaVu Sans"/>
                <a:cs typeface="DejaVu Sans"/>
              </a:rPr>
              <a:t>embed</a:t>
            </a:r>
          </a:p>
        </p:txBody>
      </p:sp>
      <p:sp>
        <p:nvSpPr>
          <p:cNvPr id="17" name="path-220">
            <a:extLst xmlns:a="http://schemas.openxmlformats.org/drawingml/2006/main">
              <a:ext uri="{FF2B5EF4-FFF2-40B4-BE49-F238E27FC236}">
                <a16:creationId xmlns:a16="http://schemas.microsoft.com/office/drawing/2014/main" id="{2980124B-D671-4FD4-A8DA-6C1B58C57572}"/>
              </a:ext>
            </a:extLst>
          </p:cNvPr>
          <p:cNvSpPr>
            <a:spLocks xmlns:a="http://schemas.openxmlformats.org/drawingml/2006/main" noGrp="1"/>
          </p:cNvSpPr>
          <p:nvPr/>
        </p:nvSpPr>
        <p:spPr>
          <a:xfrm xmlns:a="http://schemas.openxmlformats.org/drawingml/2006/main">
            <a:off x="1819275" y="2838450"/>
            <a:ext cx="247650" cy="953"/>
          </a:xfrm>
          <a:custGeom xmlns:a="http://schemas.openxmlformats.org/drawingml/2006/main">
            <a:pathLst>
              <a:path w="247650" h="953">
                <a:moveTo>
                  <a:pt x="0" y="0"/>
                </a:moveTo>
                <a:lnTo>
                  <a:pt x="247650" y="0"/>
                </a:lnTo>
              </a:path>
            </a:pathLst>
          </a:custGeom>
          <a:noFill xmlns:a="http://schemas.openxmlformats.org/drawingml/2006/main"/>
          <a:ln xmlns:a="http://schemas.openxmlformats.org/drawingml/2006/main" w="22860">
            <a:solidFill>
              <a:srgbClr val="1674D1"/>
            </a:solidFill>
            <a:prstDash val="solid"/>
          </a:ln>
        </p:spPr>
      </p:sp>
      <p:sp>
        <p:nvSpPr>
          <p:cNvPr id="18" name="path-221">
            <a:extLst xmlns:a="http://schemas.openxmlformats.org/drawingml/2006/main">
              <a:ext uri="{FF2B5EF4-FFF2-40B4-BE49-F238E27FC236}">
                <a16:creationId xmlns:a16="http://schemas.microsoft.com/office/drawing/2014/main" id="{6A973A5B-4FCF-4ECC-A729-1956B2670ADD}"/>
              </a:ext>
            </a:extLst>
          </p:cNvPr>
          <p:cNvSpPr>
            <a:spLocks xmlns:a="http://schemas.openxmlformats.org/drawingml/2006/main" noGrp="1"/>
          </p:cNvSpPr>
          <p:nvPr/>
        </p:nvSpPr>
        <p:spPr>
          <a:xfrm xmlns:a="http://schemas.openxmlformats.org/drawingml/2006/main">
            <a:off x="1971675" y="2794635"/>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1674D1"/>
          </a:solidFill>
          <a:ln xmlns:a="http://schemas.openxmlformats.org/drawingml/2006/main" w="0">
            <a:solidFill>
              <a:srgbClr val="1674D1"/>
            </a:solidFill>
            <a:prstDash val="solid"/>
          </a:ln>
        </p:spPr>
      </p:sp>
      <p:sp>
        <p:nvSpPr>
          <p:cNvPr id="19" name="path-222">
            <a:extLst xmlns:a="http://schemas.openxmlformats.org/drawingml/2006/main">
              <a:ext uri="{FF2B5EF4-FFF2-40B4-BE49-F238E27FC236}">
                <a16:creationId xmlns:a16="http://schemas.microsoft.com/office/drawing/2014/main" id="{75077E3A-CD95-4EC8-8ED1-6AC6CD2A12CF}"/>
              </a:ext>
            </a:extLst>
          </p:cNvPr>
          <p:cNvSpPr>
            <a:spLocks xmlns:a="http://schemas.openxmlformats.org/drawingml/2006/main" noGrp="1"/>
          </p:cNvSpPr>
          <p:nvPr/>
        </p:nvSpPr>
        <p:spPr>
          <a:xfrm xmlns:a="http://schemas.openxmlformats.org/drawingml/2006/main">
            <a:off x="3524250" y="2295525"/>
            <a:ext cx="1323975" cy="114300"/>
          </a:xfrm>
          <a:custGeom xmlns:a="http://schemas.openxmlformats.org/drawingml/2006/main">
            <a:pathLst>
              <a:path w="1323975" h="114300">
                <a:moveTo>
                  <a:pt x="0" y="114300"/>
                </a:moveTo>
                <a:lnTo>
                  <a:pt x="114300" y="0"/>
                </a:lnTo>
                <a:lnTo>
                  <a:pt x="1323975" y="0"/>
                </a:lnTo>
                <a:lnTo>
                  <a:pt x="1209675" y="114300"/>
                </a:lnTo>
                <a:close/>
              </a:path>
            </a:pathLst>
          </a:custGeom>
          <a:solidFill xmlns:a="http://schemas.openxmlformats.org/drawingml/2006/main">
            <a:srgbClr val="1674D1">
              <a:lumMod val="35000"/>
              <a:lumOff val="65000"/>
            </a:srgbClr>
          </a:solidFill>
          <a:ln xmlns:a="http://schemas.openxmlformats.org/drawingml/2006/main" w="13335">
            <a:solidFill>
              <a:srgbClr val="1674D1"/>
            </a:solidFill>
            <a:prstDash val="solid"/>
          </a:ln>
        </p:spPr>
      </p:sp>
      <p:sp>
        <p:nvSpPr>
          <p:cNvPr id="20" name="path-223">
            <a:extLst xmlns:a="http://schemas.openxmlformats.org/drawingml/2006/main">
              <a:ext uri="{FF2B5EF4-FFF2-40B4-BE49-F238E27FC236}">
                <a16:creationId xmlns:a16="http://schemas.microsoft.com/office/drawing/2014/main" id="{928EF3CD-A2A8-4FD7-8974-790A3B70B2AB}"/>
              </a:ext>
            </a:extLst>
          </p:cNvPr>
          <p:cNvSpPr>
            <a:spLocks xmlns:a="http://schemas.openxmlformats.org/drawingml/2006/main" noGrp="1"/>
          </p:cNvSpPr>
          <p:nvPr/>
        </p:nvSpPr>
        <p:spPr>
          <a:xfrm xmlns:a="http://schemas.openxmlformats.org/drawingml/2006/main">
            <a:off x="4733925" y="2295525"/>
            <a:ext cx="114300" cy="990600"/>
          </a:xfrm>
          <a:custGeom xmlns:a="http://schemas.openxmlformats.org/drawingml/2006/main">
            <a:pathLst>
              <a:path w="114300" h="990600">
                <a:moveTo>
                  <a:pt x="0" y="114300"/>
                </a:moveTo>
                <a:lnTo>
                  <a:pt x="114300" y="0"/>
                </a:lnTo>
                <a:lnTo>
                  <a:pt x="114300" y="876300"/>
                </a:lnTo>
                <a:lnTo>
                  <a:pt x="0" y="990600"/>
                </a:lnTo>
                <a:close/>
              </a:path>
            </a:pathLst>
          </a:custGeom>
          <a:solidFill xmlns:a="http://schemas.openxmlformats.org/drawingml/2006/main">
            <a:srgbClr val="1674D1">
              <a:lumMod val="65000"/>
              <a:lumOff val="35000"/>
            </a:srgbClr>
          </a:solidFill>
          <a:ln xmlns:a="http://schemas.openxmlformats.org/drawingml/2006/main" w="13335">
            <a:solidFill>
              <a:srgbClr val="1674D1"/>
            </a:solidFill>
            <a:prstDash val="solid"/>
          </a:ln>
        </p:spPr>
      </p:sp>
      <p:sp>
        <p:nvSpPr>
          <p:cNvPr id="21" name="shape-224">
            <a:extLst xmlns:a="http://schemas.openxmlformats.org/drawingml/2006/main">
              <a:ext uri="{FF2B5EF4-FFF2-40B4-BE49-F238E27FC236}">
                <a16:creationId xmlns:a16="http://schemas.microsoft.com/office/drawing/2014/main" id="{63FAB788-0A48-4796-833C-F753F5B5E3B6}"/>
              </a:ext>
            </a:extLst>
          </p:cNvPr>
          <p:cNvSpPr>
            <a:spLocks xmlns:a="http://schemas.openxmlformats.org/drawingml/2006/main" noGrp="1"/>
          </p:cNvSpPr>
          <p:nvPr/>
        </p:nvSpPr>
        <p:spPr>
          <a:xfrm xmlns:a="http://schemas.openxmlformats.org/drawingml/2006/main" rot="0">
            <a:off x="3524250" y="2409825"/>
            <a:ext cx="1209675" cy="876300"/>
          </a:xfrm>
          <a:prstGeom xmlns:a="http://schemas.openxmlformats.org/drawingml/2006/main" prst="rect">
            <a:avLst/>
          </a:prstGeom>
          <a:solidFill xmlns:a="http://schemas.openxmlformats.org/drawingml/2006/main">
            <a:srgbClr val="1674D1">
              <a:lumMod val="18000"/>
              <a:lumOff val="82000"/>
            </a:srgbClr>
          </a:solidFill>
          <a:ln xmlns:a="http://schemas.openxmlformats.org/drawingml/2006/main" w="15240">
            <a:solidFill>
              <a:srgbClr val="1674D1"/>
            </a:solidFill>
            <a:prstDash val="solid"/>
          </a:ln>
        </p:spPr>
      </p:sp>
      <p:sp>
        <p:nvSpPr>
          <p:cNvPr id="22" name="path-225">
            <a:extLst xmlns:a="http://schemas.openxmlformats.org/drawingml/2006/main">
              <a:ext uri="{FF2B5EF4-FFF2-40B4-BE49-F238E27FC236}">
                <a16:creationId xmlns:a16="http://schemas.microsoft.com/office/drawing/2014/main" id="{5EBCA774-6209-4B08-81C3-6D6626761A92}"/>
              </a:ext>
            </a:extLst>
          </p:cNvPr>
          <p:cNvSpPr>
            <a:spLocks xmlns:a="http://schemas.openxmlformats.org/drawingml/2006/main" noGrp="1"/>
          </p:cNvSpPr>
          <p:nvPr/>
        </p:nvSpPr>
        <p:spPr>
          <a:xfrm xmlns:a="http://schemas.openxmlformats.org/drawingml/2006/main">
            <a:off x="3826669" y="2409825"/>
            <a:ext cx="953" cy="876300"/>
          </a:xfrm>
          <a:custGeom xmlns:a="http://schemas.openxmlformats.org/drawingml/2006/main">
            <a:pathLst>
              <a:path w="953" h="876300">
                <a:moveTo>
                  <a:pt x="0" y="0"/>
                </a:moveTo>
                <a:lnTo>
                  <a:pt x="0" y="87630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23" name="path-226">
            <a:extLst xmlns:a="http://schemas.openxmlformats.org/drawingml/2006/main">
              <a:ext uri="{FF2B5EF4-FFF2-40B4-BE49-F238E27FC236}">
                <a16:creationId xmlns:a16="http://schemas.microsoft.com/office/drawing/2014/main" id="{D9C6F6DF-CC32-4859-90D6-EECFB3E005E8}"/>
              </a:ext>
            </a:extLst>
          </p:cNvPr>
          <p:cNvSpPr>
            <a:spLocks xmlns:a="http://schemas.openxmlformats.org/drawingml/2006/main" noGrp="1"/>
          </p:cNvSpPr>
          <p:nvPr/>
        </p:nvSpPr>
        <p:spPr>
          <a:xfrm xmlns:a="http://schemas.openxmlformats.org/drawingml/2006/main">
            <a:off x="4129088" y="2409825"/>
            <a:ext cx="953" cy="876300"/>
          </a:xfrm>
          <a:custGeom xmlns:a="http://schemas.openxmlformats.org/drawingml/2006/main">
            <a:pathLst>
              <a:path w="953" h="876300">
                <a:moveTo>
                  <a:pt x="0" y="0"/>
                </a:moveTo>
                <a:lnTo>
                  <a:pt x="0" y="87630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24" name="path-227">
            <a:extLst xmlns:a="http://schemas.openxmlformats.org/drawingml/2006/main">
              <a:ext uri="{FF2B5EF4-FFF2-40B4-BE49-F238E27FC236}">
                <a16:creationId xmlns:a16="http://schemas.microsoft.com/office/drawing/2014/main" id="{FB983F8D-3834-41D9-B072-8BD8635DDCB3}"/>
              </a:ext>
            </a:extLst>
          </p:cNvPr>
          <p:cNvSpPr>
            <a:spLocks xmlns:a="http://schemas.openxmlformats.org/drawingml/2006/main" noGrp="1"/>
          </p:cNvSpPr>
          <p:nvPr/>
        </p:nvSpPr>
        <p:spPr>
          <a:xfrm xmlns:a="http://schemas.openxmlformats.org/drawingml/2006/main">
            <a:off x="4431506" y="2409825"/>
            <a:ext cx="953" cy="876300"/>
          </a:xfrm>
          <a:custGeom xmlns:a="http://schemas.openxmlformats.org/drawingml/2006/main">
            <a:pathLst>
              <a:path w="953" h="876300">
                <a:moveTo>
                  <a:pt x="0" y="0"/>
                </a:moveTo>
                <a:lnTo>
                  <a:pt x="0" y="87630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25" name="path-228">
            <a:extLst xmlns:a="http://schemas.openxmlformats.org/drawingml/2006/main">
              <a:ext uri="{FF2B5EF4-FFF2-40B4-BE49-F238E27FC236}">
                <a16:creationId xmlns:a16="http://schemas.microsoft.com/office/drawing/2014/main" id="{7F61DD44-4C0A-4763-9689-03F0B834C327}"/>
              </a:ext>
            </a:extLst>
          </p:cNvPr>
          <p:cNvSpPr>
            <a:spLocks xmlns:a="http://schemas.openxmlformats.org/drawingml/2006/main" noGrp="1"/>
          </p:cNvSpPr>
          <p:nvPr/>
        </p:nvSpPr>
        <p:spPr>
          <a:xfrm xmlns:a="http://schemas.openxmlformats.org/drawingml/2006/main">
            <a:off x="3524250" y="2628900"/>
            <a:ext cx="1209675" cy="953"/>
          </a:xfrm>
          <a:custGeom xmlns:a="http://schemas.openxmlformats.org/drawingml/2006/main">
            <a:pathLst>
              <a:path w="1209675" h="953">
                <a:moveTo>
                  <a:pt x="0" y="0"/>
                </a:moveTo>
                <a:lnTo>
                  <a:pt x="1209675" y="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26" name="path-229">
            <a:extLst xmlns:a="http://schemas.openxmlformats.org/drawingml/2006/main">
              <a:ext uri="{FF2B5EF4-FFF2-40B4-BE49-F238E27FC236}">
                <a16:creationId xmlns:a16="http://schemas.microsoft.com/office/drawing/2014/main" id="{DDA2D1C8-3A1F-4EE0-A0F6-AC0E3D6C57F8}"/>
              </a:ext>
            </a:extLst>
          </p:cNvPr>
          <p:cNvSpPr>
            <a:spLocks xmlns:a="http://schemas.openxmlformats.org/drawingml/2006/main" noGrp="1"/>
          </p:cNvSpPr>
          <p:nvPr/>
        </p:nvSpPr>
        <p:spPr>
          <a:xfrm xmlns:a="http://schemas.openxmlformats.org/drawingml/2006/main">
            <a:off x="3524250" y="2847975"/>
            <a:ext cx="1209675" cy="953"/>
          </a:xfrm>
          <a:custGeom xmlns:a="http://schemas.openxmlformats.org/drawingml/2006/main">
            <a:pathLst>
              <a:path w="1209675" h="953">
                <a:moveTo>
                  <a:pt x="0" y="0"/>
                </a:moveTo>
                <a:lnTo>
                  <a:pt x="1209675" y="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27" name="path-230">
            <a:extLst xmlns:a="http://schemas.openxmlformats.org/drawingml/2006/main">
              <a:ext uri="{FF2B5EF4-FFF2-40B4-BE49-F238E27FC236}">
                <a16:creationId xmlns:a16="http://schemas.microsoft.com/office/drawing/2014/main" id="{7FDADA29-9DD9-4B1A-A41E-8F5869CAAE86}"/>
              </a:ext>
            </a:extLst>
          </p:cNvPr>
          <p:cNvSpPr>
            <a:spLocks xmlns:a="http://schemas.openxmlformats.org/drawingml/2006/main" noGrp="1"/>
          </p:cNvSpPr>
          <p:nvPr/>
        </p:nvSpPr>
        <p:spPr>
          <a:xfrm xmlns:a="http://schemas.openxmlformats.org/drawingml/2006/main">
            <a:off x="3524250" y="3067050"/>
            <a:ext cx="1209675" cy="953"/>
          </a:xfrm>
          <a:custGeom xmlns:a="http://schemas.openxmlformats.org/drawingml/2006/main">
            <a:pathLst>
              <a:path w="1209675" h="953">
                <a:moveTo>
                  <a:pt x="0" y="0"/>
                </a:moveTo>
                <a:lnTo>
                  <a:pt x="1209675" y="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28" name="label-231">
            <a:extLst xmlns:a="http://schemas.openxmlformats.org/drawingml/2006/main">
              <a:ext uri="{FF2B5EF4-FFF2-40B4-BE49-F238E27FC236}">
                <a16:creationId xmlns:a16="http://schemas.microsoft.com/office/drawing/2014/main" id="{95416814-FC90-4C1A-9B84-2CC3DC86554B}"/>
              </a:ext>
            </a:extLst>
          </p:cNvPr>
          <p:cNvSpPr>
            <a:spLocks xmlns:a="http://schemas.openxmlformats.org/drawingml/2006/main" noGrp="1"/>
          </p:cNvSpPr>
          <p:nvPr/>
        </p:nvSpPr>
        <p:spPr>
          <a:xfrm xmlns:a="http://schemas.openxmlformats.org/drawingml/2006/main">
            <a:off x="3562350" y="2486025"/>
            <a:ext cx="11334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1674D1"/>
                </a:solidFill>
                <a:latin typeface="DejaVu Sans"/>
                <a:ea typeface="DejaVu Sans"/>
                <a:cs typeface="DejaVu Sans"/>
              </a:defRPr>
            </a:defPPr>
            <a:lvl1pPr algn="ctr">
              <a:defRPr sz="1725" b="1">
                <a:solidFill>
                  <a:srgbClr val="1674D1"/>
                </a:solidFill>
                <a:latin typeface="DejaVu Sans"/>
                <a:ea typeface="DejaVu Sans"/>
                <a:cs typeface="DejaVu Sans"/>
              </a:defRPr>
            </a:lvl1pPr>
            <a:lvl2pPr algn="ctr">
              <a:defRPr sz="1725" b="1">
                <a:solidFill>
                  <a:srgbClr val="1674D1"/>
                </a:solidFill>
                <a:latin typeface="DejaVu Sans"/>
                <a:ea typeface="DejaVu Sans"/>
                <a:cs typeface="DejaVu Sans"/>
              </a:defRPr>
            </a:lvl2pPr>
            <a:lvl3pPr algn="ctr">
              <a:defRPr sz="1725" b="1">
                <a:solidFill>
                  <a:srgbClr val="1674D1"/>
                </a:solidFill>
                <a:latin typeface="DejaVu Sans"/>
                <a:ea typeface="DejaVu Sans"/>
                <a:cs typeface="DejaVu Sans"/>
              </a:defRPr>
            </a:lvl3pPr>
            <a:lvl4pPr algn="ctr">
              <a:defRPr sz="1725" b="1">
                <a:solidFill>
                  <a:srgbClr val="1674D1"/>
                </a:solidFill>
                <a:latin typeface="DejaVu Sans"/>
                <a:ea typeface="DejaVu Sans"/>
                <a:cs typeface="DejaVu Sans"/>
              </a:defRPr>
            </a:lvl4pPr>
            <a:lvl5pPr algn="ctr">
              <a:defRPr sz="1725" b="1">
                <a:solidFill>
                  <a:srgbClr val="1674D1"/>
                </a:solidFill>
                <a:latin typeface="DejaVu Sans"/>
                <a:ea typeface="DejaVu Sans"/>
                <a:cs typeface="DejaVu Sans"/>
              </a:defRPr>
            </a:lvl5pPr>
            <a:lvl6pPr algn="ctr">
              <a:defRPr sz="1725" b="1">
                <a:solidFill>
                  <a:srgbClr val="1674D1"/>
                </a:solidFill>
                <a:latin typeface="DejaVu Sans"/>
                <a:ea typeface="DejaVu Sans"/>
                <a:cs typeface="DejaVu Sans"/>
              </a:defRPr>
            </a:lvl6pPr>
            <a:lvl7pPr algn="ctr">
              <a:defRPr sz="1725" b="1">
                <a:solidFill>
                  <a:srgbClr val="1674D1"/>
                </a:solidFill>
                <a:latin typeface="DejaVu Sans"/>
                <a:ea typeface="DejaVu Sans"/>
                <a:cs typeface="DejaVu Sans"/>
              </a:defRPr>
            </a:lvl7pPr>
            <a:lvl8pPr algn="ctr">
              <a:defRPr sz="1725" b="1">
                <a:solidFill>
                  <a:srgbClr val="1674D1"/>
                </a:solidFill>
                <a:latin typeface="DejaVu Sans"/>
                <a:ea typeface="DejaVu Sans"/>
                <a:cs typeface="DejaVu Sans"/>
              </a:defRPr>
            </a:lvl8pPr>
            <a:lvl9pPr algn="ctr">
              <a:defRPr sz="1725" b="1">
                <a:solidFill>
                  <a:srgbClr val="1674D1"/>
                </a:solidFill>
                <a:latin typeface="DejaVu Sans"/>
                <a:ea typeface="DejaVu Sans"/>
                <a:cs typeface="DejaVu Sans"/>
              </a:defRPr>
            </a:lvl9pPr>
          </a:lstStyle>
          <a:p xmlns:a="http://schemas.openxmlformats.org/drawingml/2006/main">
            <a:pPr algn="ctr">
              <a:defRPr sz="1725" b="1">
                <a:solidFill>
                  <a:srgbClr val="1674D1"/>
                </a:solidFill>
                <a:latin typeface="DejaVu Sans"/>
                <a:ea typeface="DejaVu Sans"/>
                <a:cs typeface="DejaVu Sans"/>
              </a:defRPr>
            </a:pPr>
            <a:r>
              <a:rPr sz="1725" b="1">
                <a:solidFill>
                  <a:srgbClr val="1674D1"/>
                </a:solidFill>
                <a:latin typeface="DejaVu Sans"/>
                <a:ea typeface="DejaVu Sans"/>
                <a:cs typeface="DejaVu Sans"/>
              </a:rPr>
              <a:t>96 ch</a:t>
            </a:r>
          </a:p>
        </p:txBody>
      </p:sp>
      <p:sp>
        <p:nvSpPr>
          <p:cNvPr id="29" name="label-232">
            <a:extLst xmlns:a="http://schemas.openxmlformats.org/drawingml/2006/main">
              <a:ext uri="{FF2B5EF4-FFF2-40B4-BE49-F238E27FC236}">
                <a16:creationId xmlns:a16="http://schemas.microsoft.com/office/drawing/2014/main" id="{AAA73F46-BD6A-4684-BCA6-841CAFEDCC43}"/>
              </a:ext>
            </a:extLst>
          </p:cNvPr>
          <p:cNvSpPr>
            <a:spLocks xmlns:a="http://schemas.openxmlformats.org/drawingml/2006/main" noGrp="1"/>
          </p:cNvSpPr>
          <p:nvPr/>
        </p:nvSpPr>
        <p:spPr>
          <a:xfrm xmlns:a="http://schemas.openxmlformats.org/drawingml/2006/main">
            <a:off x="3438525" y="3419475"/>
            <a:ext cx="1390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0">
                <a:solidFill>
                  <a:srgbClr val="1674D1"/>
                </a:solidFill>
                <a:latin typeface="DejaVu Sans"/>
                <a:ea typeface="DejaVu Sans"/>
                <a:cs typeface="DejaVu Sans"/>
              </a:defRPr>
            </a:defPPr>
            <a:lvl1pPr algn="ctr">
              <a:defRPr sz="1650" b="0">
                <a:solidFill>
                  <a:srgbClr val="1674D1"/>
                </a:solidFill>
                <a:latin typeface="DejaVu Sans"/>
                <a:ea typeface="DejaVu Sans"/>
                <a:cs typeface="DejaVu Sans"/>
              </a:defRPr>
            </a:lvl1pPr>
            <a:lvl2pPr algn="ctr">
              <a:defRPr sz="1650" b="0">
                <a:solidFill>
                  <a:srgbClr val="1674D1"/>
                </a:solidFill>
                <a:latin typeface="DejaVu Sans"/>
                <a:ea typeface="DejaVu Sans"/>
                <a:cs typeface="DejaVu Sans"/>
              </a:defRPr>
            </a:lvl2pPr>
            <a:lvl3pPr algn="ctr">
              <a:defRPr sz="1650" b="0">
                <a:solidFill>
                  <a:srgbClr val="1674D1"/>
                </a:solidFill>
                <a:latin typeface="DejaVu Sans"/>
                <a:ea typeface="DejaVu Sans"/>
                <a:cs typeface="DejaVu Sans"/>
              </a:defRPr>
            </a:lvl3pPr>
            <a:lvl4pPr algn="ctr">
              <a:defRPr sz="1650" b="0">
                <a:solidFill>
                  <a:srgbClr val="1674D1"/>
                </a:solidFill>
                <a:latin typeface="DejaVu Sans"/>
                <a:ea typeface="DejaVu Sans"/>
                <a:cs typeface="DejaVu Sans"/>
              </a:defRPr>
            </a:lvl4pPr>
            <a:lvl5pPr algn="ctr">
              <a:defRPr sz="1650" b="0">
                <a:solidFill>
                  <a:srgbClr val="1674D1"/>
                </a:solidFill>
                <a:latin typeface="DejaVu Sans"/>
                <a:ea typeface="DejaVu Sans"/>
                <a:cs typeface="DejaVu Sans"/>
              </a:defRPr>
            </a:lvl5pPr>
            <a:lvl6pPr algn="ctr">
              <a:defRPr sz="1650" b="0">
                <a:solidFill>
                  <a:srgbClr val="1674D1"/>
                </a:solidFill>
                <a:latin typeface="DejaVu Sans"/>
                <a:ea typeface="DejaVu Sans"/>
                <a:cs typeface="DejaVu Sans"/>
              </a:defRPr>
            </a:lvl6pPr>
            <a:lvl7pPr algn="ctr">
              <a:defRPr sz="1650" b="0">
                <a:solidFill>
                  <a:srgbClr val="1674D1"/>
                </a:solidFill>
                <a:latin typeface="DejaVu Sans"/>
                <a:ea typeface="DejaVu Sans"/>
                <a:cs typeface="DejaVu Sans"/>
              </a:defRPr>
            </a:lvl7pPr>
            <a:lvl8pPr algn="ctr">
              <a:defRPr sz="1650" b="0">
                <a:solidFill>
                  <a:srgbClr val="1674D1"/>
                </a:solidFill>
                <a:latin typeface="DejaVu Sans"/>
                <a:ea typeface="DejaVu Sans"/>
                <a:cs typeface="DejaVu Sans"/>
              </a:defRPr>
            </a:lvl8pPr>
            <a:lvl9pPr algn="ctr">
              <a:defRPr sz="1650" b="0">
                <a:solidFill>
                  <a:srgbClr val="1674D1"/>
                </a:solidFill>
                <a:latin typeface="DejaVu Sans"/>
                <a:ea typeface="DejaVu Sans"/>
                <a:cs typeface="DejaVu Sans"/>
              </a:defRPr>
            </a:lvl9pPr>
          </a:lstStyle>
          <a:p xmlns:a="http://schemas.openxmlformats.org/drawingml/2006/main">
            <a:pPr algn="ctr">
              <a:defRPr sz="1650" b="0">
                <a:solidFill>
                  <a:srgbClr val="1674D1"/>
                </a:solidFill>
                <a:latin typeface="DejaVu Sans"/>
                <a:ea typeface="DejaVu Sans"/>
                <a:cs typeface="DejaVu Sans"/>
              </a:defRPr>
            </a:pPr>
            <a:r>
              <a:rPr sz="1650" b="0">
                <a:solidFill>
                  <a:srgbClr val="1674D1"/>
                </a:solidFill>
                <a:latin typeface="DejaVu Sans"/>
                <a:ea typeface="DejaVu Sans"/>
                <a:cs typeface="DejaVu Sans"/>
              </a:rPr>
              <a:t>64 × 176</a:t>
            </a:r>
          </a:p>
        </p:txBody>
      </p:sp>
      <p:sp>
        <p:nvSpPr>
          <p:cNvPr id="30" name="label-233">
            <a:extLst xmlns:a="http://schemas.openxmlformats.org/drawingml/2006/main">
              <a:ext uri="{FF2B5EF4-FFF2-40B4-BE49-F238E27FC236}">
                <a16:creationId xmlns:a16="http://schemas.microsoft.com/office/drawing/2014/main" id="{01AB5CC2-0D99-49B7-A914-EA3FE77CDD8D}"/>
              </a:ext>
            </a:extLst>
          </p:cNvPr>
          <p:cNvSpPr>
            <a:spLocks xmlns:a="http://schemas.openxmlformats.org/drawingml/2006/main" noGrp="1"/>
          </p:cNvSpPr>
          <p:nvPr/>
        </p:nvSpPr>
        <p:spPr>
          <a:xfrm xmlns:a="http://schemas.openxmlformats.org/drawingml/2006/main">
            <a:off x="3438525" y="3771900"/>
            <a:ext cx="1390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75" b="0">
                <a:solidFill>
                  <a:srgbClr val="58677C"/>
                </a:solidFill>
                <a:latin typeface="DejaVu Sans"/>
                <a:ea typeface="DejaVu Sans"/>
                <a:cs typeface="DejaVu Sans"/>
              </a:defRPr>
            </a:defPPr>
            <a:lvl1pPr algn="ctr">
              <a:defRPr sz="1575" b="0">
                <a:solidFill>
                  <a:srgbClr val="58677C"/>
                </a:solidFill>
                <a:latin typeface="DejaVu Sans"/>
                <a:ea typeface="DejaVu Sans"/>
                <a:cs typeface="DejaVu Sans"/>
              </a:defRPr>
            </a:lvl1pPr>
            <a:lvl2pPr algn="ctr">
              <a:defRPr sz="1575" b="0">
                <a:solidFill>
                  <a:srgbClr val="58677C"/>
                </a:solidFill>
                <a:latin typeface="DejaVu Sans"/>
                <a:ea typeface="DejaVu Sans"/>
                <a:cs typeface="DejaVu Sans"/>
              </a:defRPr>
            </a:lvl2pPr>
            <a:lvl3pPr algn="ctr">
              <a:defRPr sz="1575" b="0">
                <a:solidFill>
                  <a:srgbClr val="58677C"/>
                </a:solidFill>
                <a:latin typeface="DejaVu Sans"/>
                <a:ea typeface="DejaVu Sans"/>
                <a:cs typeface="DejaVu Sans"/>
              </a:defRPr>
            </a:lvl3pPr>
            <a:lvl4pPr algn="ctr">
              <a:defRPr sz="1575" b="0">
                <a:solidFill>
                  <a:srgbClr val="58677C"/>
                </a:solidFill>
                <a:latin typeface="DejaVu Sans"/>
                <a:ea typeface="DejaVu Sans"/>
                <a:cs typeface="DejaVu Sans"/>
              </a:defRPr>
            </a:lvl4pPr>
            <a:lvl5pPr algn="ctr">
              <a:defRPr sz="1575" b="0">
                <a:solidFill>
                  <a:srgbClr val="58677C"/>
                </a:solidFill>
                <a:latin typeface="DejaVu Sans"/>
                <a:ea typeface="DejaVu Sans"/>
                <a:cs typeface="DejaVu Sans"/>
              </a:defRPr>
            </a:lvl5pPr>
            <a:lvl6pPr algn="ctr">
              <a:defRPr sz="1575" b="0">
                <a:solidFill>
                  <a:srgbClr val="58677C"/>
                </a:solidFill>
                <a:latin typeface="DejaVu Sans"/>
                <a:ea typeface="DejaVu Sans"/>
                <a:cs typeface="DejaVu Sans"/>
              </a:defRPr>
            </a:lvl6pPr>
            <a:lvl7pPr algn="ctr">
              <a:defRPr sz="1575" b="0">
                <a:solidFill>
                  <a:srgbClr val="58677C"/>
                </a:solidFill>
                <a:latin typeface="DejaVu Sans"/>
                <a:ea typeface="DejaVu Sans"/>
                <a:cs typeface="DejaVu Sans"/>
              </a:defRPr>
            </a:lvl7pPr>
            <a:lvl8pPr algn="ctr">
              <a:defRPr sz="1575" b="0">
                <a:solidFill>
                  <a:srgbClr val="58677C"/>
                </a:solidFill>
                <a:latin typeface="DejaVu Sans"/>
                <a:ea typeface="DejaVu Sans"/>
                <a:cs typeface="DejaVu Sans"/>
              </a:defRPr>
            </a:lvl8pPr>
            <a:lvl9pPr algn="ctr">
              <a:defRPr sz="1575" b="0">
                <a:solidFill>
                  <a:srgbClr val="58677C"/>
                </a:solidFill>
                <a:latin typeface="DejaVu Sans"/>
                <a:ea typeface="DejaVu Sans"/>
                <a:cs typeface="DejaVu Sans"/>
              </a:defRPr>
            </a:lvl9pPr>
          </a:lstStyle>
          <a:p xmlns:a="http://schemas.openxmlformats.org/drawingml/2006/main">
            <a:pPr algn="ctr">
              <a:defRPr sz="1575" b="0">
                <a:solidFill>
                  <a:srgbClr val="58677C"/>
                </a:solidFill>
                <a:latin typeface="DejaVu Sans"/>
                <a:ea typeface="DejaVu Sans"/>
                <a:cs typeface="DejaVu Sans"/>
              </a:defRPr>
            </a:pPr>
            <a:r>
              <a:rPr sz="1575" b="0">
                <a:solidFill>
                  <a:srgbClr val="58677C"/>
                </a:solidFill>
                <a:latin typeface="DejaVu Sans"/>
                <a:ea typeface="DejaVu Sans"/>
                <a:cs typeface="DejaVu Sans"/>
              </a:rPr>
              <a:t>2 blocks</a:t>
            </a:r>
          </a:p>
        </p:txBody>
      </p:sp>
      <p:sp>
        <p:nvSpPr>
          <p:cNvPr id="31" name="path-234">
            <a:extLst xmlns:a="http://schemas.openxmlformats.org/drawingml/2006/main">
              <a:ext uri="{FF2B5EF4-FFF2-40B4-BE49-F238E27FC236}">
                <a16:creationId xmlns:a16="http://schemas.microsoft.com/office/drawing/2014/main" id="{BC550CA1-FA6B-4251-9944-D362CD3AA8EF}"/>
              </a:ext>
            </a:extLst>
          </p:cNvPr>
          <p:cNvSpPr>
            <a:spLocks xmlns:a="http://schemas.openxmlformats.org/drawingml/2006/main" noGrp="1"/>
          </p:cNvSpPr>
          <p:nvPr/>
        </p:nvSpPr>
        <p:spPr>
          <a:xfrm xmlns:a="http://schemas.openxmlformats.org/drawingml/2006/main">
            <a:off x="5438775" y="2295525"/>
            <a:ext cx="1323975" cy="114300"/>
          </a:xfrm>
          <a:custGeom xmlns:a="http://schemas.openxmlformats.org/drawingml/2006/main">
            <a:pathLst>
              <a:path w="1323975" h="114300">
                <a:moveTo>
                  <a:pt x="0" y="114300"/>
                </a:moveTo>
                <a:lnTo>
                  <a:pt x="114300" y="0"/>
                </a:lnTo>
                <a:lnTo>
                  <a:pt x="1323975" y="0"/>
                </a:lnTo>
                <a:lnTo>
                  <a:pt x="1209675" y="114300"/>
                </a:lnTo>
                <a:close/>
              </a:path>
            </a:pathLst>
          </a:custGeom>
          <a:solidFill xmlns:a="http://schemas.openxmlformats.org/drawingml/2006/main">
            <a:srgbClr val="1674D1">
              <a:lumMod val="35000"/>
              <a:lumOff val="65000"/>
            </a:srgbClr>
          </a:solidFill>
          <a:ln xmlns:a="http://schemas.openxmlformats.org/drawingml/2006/main" w="13335">
            <a:solidFill>
              <a:srgbClr val="1674D1"/>
            </a:solidFill>
            <a:prstDash val="solid"/>
          </a:ln>
        </p:spPr>
      </p:sp>
      <p:sp>
        <p:nvSpPr>
          <p:cNvPr id="32" name="path-235">
            <a:extLst xmlns:a="http://schemas.openxmlformats.org/drawingml/2006/main">
              <a:ext uri="{FF2B5EF4-FFF2-40B4-BE49-F238E27FC236}">
                <a16:creationId xmlns:a16="http://schemas.microsoft.com/office/drawing/2014/main" id="{035568AF-EF28-4084-A72E-7AB10712EEE4}"/>
              </a:ext>
            </a:extLst>
          </p:cNvPr>
          <p:cNvSpPr>
            <a:spLocks xmlns:a="http://schemas.openxmlformats.org/drawingml/2006/main" noGrp="1"/>
          </p:cNvSpPr>
          <p:nvPr/>
        </p:nvSpPr>
        <p:spPr>
          <a:xfrm xmlns:a="http://schemas.openxmlformats.org/drawingml/2006/main">
            <a:off x="6648450" y="2295525"/>
            <a:ext cx="114300" cy="990600"/>
          </a:xfrm>
          <a:custGeom xmlns:a="http://schemas.openxmlformats.org/drawingml/2006/main">
            <a:pathLst>
              <a:path w="114300" h="990600">
                <a:moveTo>
                  <a:pt x="0" y="114300"/>
                </a:moveTo>
                <a:lnTo>
                  <a:pt x="114300" y="0"/>
                </a:lnTo>
                <a:lnTo>
                  <a:pt x="114300" y="876300"/>
                </a:lnTo>
                <a:lnTo>
                  <a:pt x="0" y="990600"/>
                </a:lnTo>
                <a:close/>
              </a:path>
            </a:pathLst>
          </a:custGeom>
          <a:solidFill xmlns:a="http://schemas.openxmlformats.org/drawingml/2006/main">
            <a:srgbClr val="1674D1">
              <a:lumMod val="65000"/>
              <a:lumOff val="35000"/>
            </a:srgbClr>
          </a:solidFill>
          <a:ln xmlns:a="http://schemas.openxmlformats.org/drawingml/2006/main" w="13335">
            <a:solidFill>
              <a:srgbClr val="1674D1"/>
            </a:solidFill>
            <a:prstDash val="solid"/>
          </a:ln>
        </p:spPr>
      </p:sp>
      <p:sp>
        <p:nvSpPr>
          <p:cNvPr id="33" name="shape-236">
            <a:extLst xmlns:a="http://schemas.openxmlformats.org/drawingml/2006/main">
              <a:ext uri="{FF2B5EF4-FFF2-40B4-BE49-F238E27FC236}">
                <a16:creationId xmlns:a16="http://schemas.microsoft.com/office/drawing/2014/main" id="{C79A333B-A1BA-46ED-BEE5-8C7950099B39}"/>
              </a:ext>
            </a:extLst>
          </p:cNvPr>
          <p:cNvSpPr>
            <a:spLocks xmlns:a="http://schemas.openxmlformats.org/drawingml/2006/main" noGrp="1"/>
          </p:cNvSpPr>
          <p:nvPr/>
        </p:nvSpPr>
        <p:spPr>
          <a:xfrm xmlns:a="http://schemas.openxmlformats.org/drawingml/2006/main" rot="0">
            <a:off x="5438775" y="2409825"/>
            <a:ext cx="1209675" cy="876300"/>
          </a:xfrm>
          <a:prstGeom xmlns:a="http://schemas.openxmlformats.org/drawingml/2006/main" prst="rect">
            <a:avLst/>
          </a:prstGeom>
          <a:solidFill xmlns:a="http://schemas.openxmlformats.org/drawingml/2006/main">
            <a:srgbClr val="1674D1">
              <a:lumMod val="18000"/>
              <a:lumOff val="82000"/>
            </a:srgbClr>
          </a:solidFill>
          <a:ln xmlns:a="http://schemas.openxmlformats.org/drawingml/2006/main" w="15240">
            <a:solidFill>
              <a:srgbClr val="1674D1"/>
            </a:solidFill>
            <a:prstDash val="solid"/>
          </a:ln>
        </p:spPr>
      </p:sp>
      <p:sp>
        <p:nvSpPr>
          <p:cNvPr id="34" name="path-237">
            <a:extLst xmlns:a="http://schemas.openxmlformats.org/drawingml/2006/main">
              <a:ext uri="{FF2B5EF4-FFF2-40B4-BE49-F238E27FC236}">
                <a16:creationId xmlns:a16="http://schemas.microsoft.com/office/drawing/2014/main" id="{2EB3A5EE-3B5E-4D95-AF59-F908C7F042E5}"/>
              </a:ext>
            </a:extLst>
          </p:cNvPr>
          <p:cNvSpPr>
            <a:spLocks xmlns:a="http://schemas.openxmlformats.org/drawingml/2006/main" noGrp="1"/>
          </p:cNvSpPr>
          <p:nvPr/>
        </p:nvSpPr>
        <p:spPr>
          <a:xfrm xmlns:a="http://schemas.openxmlformats.org/drawingml/2006/main">
            <a:off x="5741194" y="2409825"/>
            <a:ext cx="953" cy="876300"/>
          </a:xfrm>
          <a:custGeom xmlns:a="http://schemas.openxmlformats.org/drawingml/2006/main">
            <a:pathLst>
              <a:path w="953" h="876300">
                <a:moveTo>
                  <a:pt x="0" y="0"/>
                </a:moveTo>
                <a:lnTo>
                  <a:pt x="0" y="87630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35" name="path-238">
            <a:extLst xmlns:a="http://schemas.openxmlformats.org/drawingml/2006/main">
              <a:ext uri="{FF2B5EF4-FFF2-40B4-BE49-F238E27FC236}">
                <a16:creationId xmlns:a16="http://schemas.microsoft.com/office/drawing/2014/main" id="{F515F396-5298-41C6-A412-3BF2A5FA20F3}"/>
              </a:ext>
            </a:extLst>
          </p:cNvPr>
          <p:cNvSpPr>
            <a:spLocks xmlns:a="http://schemas.openxmlformats.org/drawingml/2006/main" noGrp="1"/>
          </p:cNvSpPr>
          <p:nvPr/>
        </p:nvSpPr>
        <p:spPr>
          <a:xfrm xmlns:a="http://schemas.openxmlformats.org/drawingml/2006/main">
            <a:off x="6043613" y="2409825"/>
            <a:ext cx="953" cy="876300"/>
          </a:xfrm>
          <a:custGeom xmlns:a="http://schemas.openxmlformats.org/drawingml/2006/main">
            <a:pathLst>
              <a:path w="953" h="876300">
                <a:moveTo>
                  <a:pt x="0" y="0"/>
                </a:moveTo>
                <a:lnTo>
                  <a:pt x="0" y="87630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36" name="path-239">
            <a:extLst xmlns:a="http://schemas.openxmlformats.org/drawingml/2006/main">
              <a:ext uri="{FF2B5EF4-FFF2-40B4-BE49-F238E27FC236}">
                <a16:creationId xmlns:a16="http://schemas.microsoft.com/office/drawing/2014/main" id="{A87B54BE-1C67-43DB-83E8-92C160F66913}"/>
              </a:ext>
            </a:extLst>
          </p:cNvPr>
          <p:cNvSpPr>
            <a:spLocks xmlns:a="http://schemas.openxmlformats.org/drawingml/2006/main" noGrp="1"/>
          </p:cNvSpPr>
          <p:nvPr/>
        </p:nvSpPr>
        <p:spPr>
          <a:xfrm xmlns:a="http://schemas.openxmlformats.org/drawingml/2006/main">
            <a:off x="6346031" y="2409825"/>
            <a:ext cx="953" cy="876300"/>
          </a:xfrm>
          <a:custGeom xmlns:a="http://schemas.openxmlformats.org/drawingml/2006/main">
            <a:pathLst>
              <a:path w="953" h="876300">
                <a:moveTo>
                  <a:pt x="0" y="0"/>
                </a:moveTo>
                <a:lnTo>
                  <a:pt x="0" y="87630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37" name="path-240">
            <a:extLst xmlns:a="http://schemas.openxmlformats.org/drawingml/2006/main">
              <a:ext uri="{FF2B5EF4-FFF2-40B4-BE49-F238E27FC236}">
                <a16:creationId xmlns:a16="http://schemas.microsoft.com/office/drawing/2014/main" id="{95A259A1-C5FB-42E3-8EDE-83DA2B83EED5}"/>
              </a:ext>
            </a:extLst>
          </p:cNvPr>
          <p:cNvSpPr>
            <a:spLocks xmlns:a="http://schemas.openxmlformats.org/drawingml/2006/main" noGrp="1"/>
          </p:cNvSpPr>
          <p:nvPr/>
        </p:nvSpPr>
        <p:spPr>
          <a:xfrm xmlns:a="http://schemas.openxmlformats.org/drawingml/2006/main">
            <a:off x="5438775" y="2628900"/>
            <a:ext cx="1209675" cy="953"/>
          </a:xfrm>
          <a:custGeom xmlns:a="http://schemas.openxmlformats.org/drawingml/2006/main">
            <a:pathLst>
              <a:path w="1209675" h="953">
                <a:moveTo>
                  <a:pt x="0" y="0"/>
                </a:moveTo>
                <a:lnTo>
                  <a:pt x="1209675" y="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38" name="path-241">
            <a:extLst xmlns:a="http://schemas.openxmlformats.org/drawingml/2006/main">
              <a:ext uri="{FF2B5EF4-FFF2-40B4-BE49-F238E27FC236}">
                <a16:creationId xmlns:a16="http://schemas.microsoft.com/office/drawing/2014/main" id="{CA861CDB-F525-425A-8A69-1F2E545EC7C1}"/>
              </a:ext>
            </a:extLst>
          </p:cNvPr>
          <p:cNvSpPr>
            <a:spLocks xmlns:a="http://schemas.openxmlformats.org/drawingml/2006/main" noGrp="1"/>
          </p:cNvSpPr>
          <p:nvPr/>
        </p:nvSpPr>
        <p:spPr>
          <a:xfrm xmlns:a="http://schemas.openxmlformats.org/drawingml/2006/main">
            <a:off x="5438775" y="2847975"/>
            <a:ext cx="1209675" cy="953"/>
          </a:xfrm>
          <a:custGeom xmlns:a="http://schemas.openxmlformats.org/drawingml/2006/main">
            <a:pathLst>
              <a:path w="1209675" h="953">
                <a:moveTo>
                  <a:pt x="0" y="0"/>
                </a:moveTo>
                <a:lnTo>
                  <a:pt x="1209675" y="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39" name="path-242">
            <a:extLst xmlns:a="http://schemas.openxmlformats.org/drawingml/2006/main">
              <a:ext uri="{FF2B5EF4-FFF2-40B4-BE49-F238E27FC236}">
                <a16:creationId xmlns:a16="http://schemas.microsoft.com/office/drawing/2014/main" id="{03B10156-2A3C-48CC-96BE-BB97AD306722}"/>
              </a:ext>
            </a:extLst>
          </p:cNvPr>
          <p:cNvSpPr>
            <a:spLocks xmlns:a="http://schemas.openxmlformats.org/drawingml/2006/main" noGrp="1"/>
          </p:cNvSpPr>
          <p:nvPr/>
        </p:nvSpPr>
        <p:spPr>
          <a:xfrm xmlns:a="http://schemas.openxmlformats.org/drawingml/2006/main">
            <a:off x="5438775" y="3067050"/>
            <a:ext cx="1209675" cy="953"/>
          </a:xfrm>
          <a:custGeom xmlns:a="http://schemas.openxmlformats.org/drawingml/2006/main">
            <a:pathLst>
              <a:path w="1209675" h="953">
                <a:moveTo>
                  <a:pt x="0" y="0"/>
                </a:moveTo>
                <a:lnTo>
                  <a:pt x="1209675" y="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40" name="label-243">
            <a:extLst xmlns:a="http://schemas.openxmlformats.org/drawingml/2006/main">
              <a:ext uri="{FF2B5EF4-FFF2-40B4-BE49-F238E27FC236}">
                <a16:creationId xmlns:a16="http://schemas.microsoft.com/office/drawing/2014/main" id="{944BF630-6F33-4C73-AAAE-43364D8B8135}"/>
              </a:ext>
            </a:extLst>
          </p:cNvPr>
          <p:cNvSpPr>
            <a:spLocks xmlns:a="http://schemas.openxmlformats.org/drawingml/2006/main" noGrp="1"/>
          </p:cNvSpPr>
          <p:nvPr/>
        </p:nvSpPr>
        <p:spPr>
          <a:xfrm xmlns:a="http://schemas.openxmlformats.org/drawingml/2006/main">
            <a:off x="5476875" y="2486025"/>
            <a:ext cx="11334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1674D1"/>
                </a:solidFill>
                <a:latin typeface="DejaVu Sans"/>
                <a:ea typeface="DejaVu Sans"/>
                <a:cs typeface="DejaVu Sans"/>
              </a:defRPr>
            </a:defPPr>
            <a:lvl1pPr algn="ctr">
              <a:defRPr sz="1725" b="1">
                <a:solidFill>
                  <a:srgbClr val="1674D1"/>
                </a:solidFill>
                <a:latin typeface="DejaVu Sans"/>
                <a:ea typeface="DejaVu Sans"/>
                <a:cs typeface="DejaVu Sans"/>
              </a:defRPr>
            </a:lvl1pPr>
            <a:lvl2pPr algn="ctr">
              <a:defRPr sz="1725" b="1">
                <a:solidFill>
                  <a:srgbClr val="1674D1"/>
                </a:solidFill>
                <a:latin typeface="DejaVu Sans"/>
                <a:ea typeface="DejaVu Sans"/>
                <a:cs typeface="DejaVu Sans"/>
              </a:defRPr>
            </a:lvl2pPr>
            <a:lvl3pPr algn="ctr">
              <a:defRPr sz="1725" b="1">
                <a:solidFill>
                  <a:srgbClr val="1674D1"/>
                </a:solidFill>
                <a:latin typeface="DejaVu Sans"/>
                <a:ea typeface="DejaVu Sans"/>
                <a:cs typeface="DejaVu Sans"/>
              </a:defRPr>
            </a:lvl3pPr>
            <a:lvl4pPr algn="ctr">
              <a:defRPr sz="1725" b="1">
                <a:solidFill>
                  <a:srgbClr val="1674D1"/>
                </a:solidFill>
                <a:latin typeface="DejaVu Sans"/>
                <a:ea typeface="DejaVu Sans"/>
                <a:cs typeface="DejaVu Sans"/>
              </a:defRPr>
            </a:lvl4pPr>
            <a:lvl5pPr algn="ctr">
              <a:defRPr sz="1725" b="1">
                <a:solidFill>
                  <a:srgbClr val="1674D1"/>
                </a:solidFill>
                <a:latin typeface="DejaVu Sans"/>
                <a:ea typeface="DejaVu Sans"/>
                <a:cs typeface="DejaVu Sans"/>
              </a:defRPr>
            </a:lvl5pPr>
            <a:lvl6pPr algn="ctr">
              <a:defRPr sz="1725" b="1">
                <a:solidFill>
                  <a:srgbClr val="1674D1"/>
                </a:solidFill>
                <a:latin typeface="DejaVu Sans"/>
                <a:ea typeface="DejaVu Sans"/>
                <a:cs typeface="DejaVu Sans"/>
              </a:defRPr>
            </a:lvl6pPr>
            <a:lvl7pPr algn="ctr">
              <a:defRPr sz="1725" b="1">
                <a:solidFill>
                  <a:srgbClr val="1674D1"/>
                </a:solidFill>
                <a:latin typeface="DejaVu Sans"/>
                <a:ea typeface="DejaVu Sans"/>
                <a:cs typeface="DejaVu Sans"/>
              </a:defRPr>
            </a:lvl7pPr>
            <a:lvl8pPr algn="ctr">
              <a:defRPr sz="1725" b="1">
                <a:solidFill>
                  <a:srgbClr val="1674D1"/>
                </a:solidFill>
                <a:latin typeface="DejaVu Sans"/>
                <a:ea typeface="DejaVu Sans"/>
                <a:cs typeface="DejaVu Sans"/>
              </a:defRPr>
            </a:lvl8pPr>
            <a:lvl9pPr algn="ctr">
              <a:defRPr sz="1725" b="1">
                <a:solidFill>
                  <a:srgbClr val="1674D1"/>
                </a:solidFill>
                <a:latin typeface="DejaVu Sans"/>
                <a:ea typeface="DejaVu Sans"/>
                <a:cs typeface="DejaVu Sans"/>
              </a:defRPr>
            </a:lvl9pPr>
          </a:lstStyle>
          <a:p xmlns:a="http://schemas.openxmlformats.org/drawingml/2006/main">
            <a:pPr algn="ctr">
              <a:defRPr sz="1725" b="1">
                <a:solidFill>
                  <a:srgbClr val="1674D1"/>
                </a:solidFill>
                <a:latin typeface="DejaVu Sans"/>
                <a:ea typeface="DejaVu Sans"/>
                <a:cs typeface="DejaVu Sans"/>
              </a:defRPr>
            </a:pPr>
            <a:r>
              <a:rPr sz="1725" b="1">
                <a:solidFill>
                  <a:srgbClr val="1674D1"/>
                </a:solidFill>
                <a:latin typeface="DejaVu Sans"/>
                <a:ea typeface="DejaVu Sans"/>
                <a:cs typeface="DejaVu Sans"/>
              </a:rPr>
              <a:t>192 ch</a:t>
            </a:r>
          </a:p>
        </p:txBody>
      </p:sp>
      <p:sp>
        <p:nvSpPr>
          <p:cNvPr id="41" name="label-244">
            <a:extLst xmlns:a="http://schemas.openxmlformats.org/drawingml/2006/main">
              <a:ext uri="{FF2B5EF4-FFF2-40B4-BE49-F238E27FC236}">
                <a16:creationId xmlns:a16="http://schemas.microsoft.com/office/drawing/2014/main" id="{A9E99D92-9F74-43A7-987D-9A6F33CE1E47}"/>
              </a:ext>
            </a:extLst>
          </p:cNvPr>
          <p:cNvSpPr>
            <a:spLocks xmlns:a="http://schemas.openxmlformats.org/drawingml/2006/main" noGrp="1"/>
          </p:cNvSpPr>
          <p:nvPr/>
        </p:nvSpPr>
        <p:spPr>
          <a:xfrm xmlns:a="http://schemas.openxmlformats.org/drawingml/2006/main">
            <a:off x="5353050" y="3419475"/>
            <a:ext cx="1390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0">
                <a:solidFill>
                  <a:srgbClr val="1674D1"/>
                </a:solidFill>
                <a:latin typeface="DejaVu Sans"/>
                <a:ea typeface="DejaVu Sans"/>
                <a:cs typeface="DejaVu Sans"/>
              </a:defRPr>
            </a:defPPr>
            <a:lvl1pPr algn="ctr">
              <a:defRPr sz="1650" b="0">
                <a:solidFill>
                  <a:srgbClr val="1674D1"/>
                </a:solidFill>
                <a:latin typeface="DejaVu Sans"/>
                <a:ea typeface="DejaVu Sans"/>
                <a:cs typeface="DejaVu Sans"/>
              </a:defRPr>
            </a:lvl1pPr>
            <a:lvl2pPr algn="ctr">
              <a:defRPr sz="1650" b="0">
                <a:solidFill>
                  <a:srgbClr val="1674D1"/>
                </a:solidFill>
                <a:latin typeface="DejaVu Sans"/>
                <a:ea typeface="DejaVu Sans"/>
                <a:cs typeface="DejaVu Sans"/>
              </a:defRPr>
            </a:lvl2pPr>
            <a:lvl3pPr algn="ctr">
              <a:defRPr sz="1650" b="0">
                <a:solidFill>
                  <a:srgbClr val="1674D1"/>
                </a:solidFill>
                <a:latin typeface="DejaVu Sans"/>
                <a:ea typeface="DejaVu Sans"/>
                <a:cs typeface="DejaVu Sans"/>
              </a:defRPr>
            </a:lvl3pPr>
            <a:lvl4pPr algn="ctr">
              <a:defRPr sz="1650" b="0">
                <a:solidFill>
                  <a:srgbClr val="1674D1"/>
                </a:solidFill>
                <a:latin typeface="DejaVu Sans"/>
                <a:ea typeface="DejaVu Sans"/>
                <a:cs typeface="DejaVu Sans"/>
              </a:defRPr>
            </a:lvl4pPr>
            <a:lvl5pPr algn="ctr">
              <a:defRPr sz="1650" b="0">
                <a:solidFill>
                  <a:srgbClr val="1674D1"/>
                </a:solidFill>
                <a:latin typeface="DejaVu Sans"/>
                <a:ea typeface="DejaVu Sans"/>
                <a:cs typeface="DejaVu Sans"/>
              </a:defRPr>
            </a:lvl5pPr>
            <a:lvl6pPr algn="ctr">
              <a:defRPr sz="1650" b="0">
                <a:solidFill>
                  <a:srgbClr val="1674D1"/>
                </a:solidFill>
                <a:latin typeface="DejaVu Sans"/>
                <a:ea typeface="DejaVu Sans"/>
                <a:cs typeface="DejaVu Sans"/>
              </a:defRPr>
            </a:lvl6pPr>
            <a:lvl7pPr algn="ctr">
              <a:defRPr sz="1650" b="0">
                <a:solidFill>
                  <a:srgbClr val="1674D1"/>
                </a:solidFill>
                <a:latin typeface="DejaVu Sans"/>
                <a:ea typeface="DejaVu Sans"/>
                <a:cs typeface="DejaVu Sans"/>
              </a:defRPr>
            </a:lvl7pPr>
            <a:lvl8pPr algn="ctr">
              <a:defRPr sz="1650" b="0">
                <a:solidFill>
                  <a:srgbClr val="1674D1"/>
                </a:solidFill>
                <a:latin typeface="DejaVu Sans"/>
                <a:ea typeface="DejaVu Sans"/>
                <a:cs typeface="DejaVu Sans"/>
              </a:defRPr>
            </a:lvl8pPr>
            <a:lvl9pPr algn="ctr">
              <a:defRPr sz="1650" b="0">
                <a:solidFill>
                  <a:srgbClr val="1674D1"/>
                </a:solidFill>
                <a:latin typeface="DejaVu Sans"/>
                <a:ea typeface="DejaVu Sans"/>
                <a:cs typeface="DejaVu Sans"/>
              </a:defRPr>
            </a:lvl9pPr>
          </a:lstStyle>
          <a:p xmlns:a="http://schemas.openxmlformats.org/drawingml/2006/main">
            <a:pPr algn="ctr">
              <a:defRPr sz="1650" b="0">
                <a:solidFill>
                  <a:srgbClr val="1674D1"/>
                </a:solidFill>
                <a:latin typeface="DejaVu Sans"/>
                <a:ea typeface="DejaVu Sans"/>
                <a:cs typeface="DejaVu Sans"/>
              </a:defRPr>
            </a:pPr>
            <a:r>
              <a:rPr sz="1650" b="0">
                <a:solidFill>
                  <a:srgbClr val="1674D1"/>
                </a:solidFill>
                <a:latin typeface="DejaVu Sans"/>
                <a:ea typeface="DejaVu Sans"/>
                <a:cs typeface="DejaVu Sans"/>
              </a:rPr>
              <a:t>32 × 88</a:t>
            </a:r>
          </a:p>
        </p:txBody>
      </p:sp>
      <p:sp>
        <p:nvSpPr>
          <p:cNvPr id="42" name="label-245">
            <a:extLst xmlns:a="http://schemas.openxmlformats.org/drawingml/2006/main">
              <a:ext uri="{FF2B5EF4-FFF2-40B4-BE49-F238E27FC236}">
                <a16:creationId xmlns:a16="http://schemas.microsoft.com/office/drawing/2014/main" id="{7B7B54C0-E3BF-4706-A3A6-89227FF288FB}"/>
              </a:ext>
            </a:extLst>
          </p:cNvPr>
          <p:cNvSpPr>
            <a:spLocks xmlns:a="http://schemas.openxmlformats.org/drawingml/2006/main" noGrp="1"/>
          </p:cNvSpPr>
          <p:nvPr/>
        </p:nvSpPr>
        <p:spPr>
          <a:xfrm xmlns:a="http://schemas.openxmlformats.org/drawingml/2006/main">
            <a:off x="5353050" y="3771900"/>
            <a:ext cx="1390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75" b="0">
                <a:solidFill>
                  <a:srgbClr val="58677C"/>
                </a:solidFill>
                <a:latin typeface="DejaVu Sans"/>
                <a:ea typeface="DejaVu Sans"/>
                <a:cs typeface="DejaVu Sans"/>
              </a:defRPr>
            </a:defPPr>
            <a:lvl1pPr algn="ctr">
              <a:defRPr sz="1575" b="0">
                <a:solidFill>
                  <a:srgbClr val="58677C"/>
                </a:solidFill>
                <a:latin typeface="DejaVu Sans"/>
                <a:ea typeface="DejaVu Sans"/>
                <a:cs typeface="DejaVu Sans"/>
              </a:defRPr>
            </a:lvl1pPr>
            <a:lvl2pPr algn="ctr">
              <a:defRPr sz="1575" b="0">
                <a:solidFill>
                  <a:srgbClr val="58677C"/>
                </a:solidFill>
                <a:latin typeface="DejaVu Sans"/>
                <a:ea typeface="DejaVu Sans"/>
                <a:cs typeface="DejaVu Sans"/>
              </a:defRPr>
            </a:lvl2pPr>
            <a:lvl3pPr algn="ctr">
              <a:defRPr sz="1575" b="0">
                <a:solidFill>
                  <a:srgbClr val="58677C"/>
                </a:solidFill>
                <a:latin typeface="DejaVu Sans"/>
                <a:ea typeface="DejaVu Sans"/>
                <a:cs typeface="DejaVu Sans"/>
              </a:defRPr>
            </a:lvl3pPr>
            <a:lvl4pPr algn="ctr">
              <a:defRPr sz="1575" b="0">
                <a:solidFill>
                  <a:srgbClr val="58677C"/>
                </a:solidFill>
                <a:latin typeface="DejaVu Sans"/>
                <a:ea typeface="DejaVu Sans"/>
                <a:cs typeface="DejaVu Sans"/>
              </a:defRPr>
            </a:lvl4pPr>
            <a:lvl5pPr algn="ctr">
              <a:defRPr sz="1575" b="0">
                <a:solidFill>
                  <a:srgbClr val="58677C"/>
                </a:solidFill>
                <a:latin typeface="DejaVu Sans"/>
                <a:ea typeface="DejaVu Sans"/>
                <a:cs typeface="DejaVu Sans"/>
              </a:defRPr>
            </a:lvl5pPr>
            <a:lvl6pPr algn="ctr">
              <a:defRPr sz="1575" b="0">
                <a:solidFill>
                  <a:srgbClr val="58677C"/>
                </a:solidFill>
                <a:latin typeface="DejaVu Sans"/>
                <a:ea typeface="DejaVu Sans"/>
                <a:cs typeface="DejaVu Sans"/>
              </a:defRPr>
            </a:lvl6pPr>
            <a:lvl7pPr algn="ctr">
              <a:defRPr sz="1575" b="0">
                <a:solidFill>
                  <a:srgbClr val="58677C"/>
                </a:solidFill>
                <a:latin typeface="DejaVu Sans"/>
                <a:ea typeface="DejaVu Sans"/>
                <a:cs typeface="DejaVu Sans"/>
              </a:defRPr>
            </a:lvl7pPr>
            <a:lvl8pPr algn="ctr">
              <a:defRPr sz="1575" b="0">
                <a:solidFill>
                  <a:srgbClr val="58677C"/>
                </a:solidFill>
                <a:latin typeface="DejaVu Sans"/>
                <a:ea typeface="DejaVu Sans"/>
                <a:cs typeface="DejaVu Sans"/>
              </a:defRPr>
            </a:lvl8pPr>
            <a:lvl9pPr algn="ctr">
              <a:defRPr sz="1575" b="0">
                <a:solidFill>
                  <a:srgbClr val="58677C"/>
                </a:solidFill>
                <a:latin typeface="DejaVu Sans"/>
                <a:ea typeface="DejaVu Sans"/>
                <a:cs typeface="DejaVu Sans"/>
              </a:defRPr>
            </a:lvl9pPr>
          </a:lstStyle>
          <a:p xmlns:a="http://schemas.openxmlformats.org/drawingml/2006/main">
            <a:pPr algn="ctr">
              <a:defRPr sz="1575" b="0">
                <a:solidFill>
                  <a:srgbClr val="58677C"/>
                </a:solidFill>
                <a:latin typeface="DejaVu Sans"/>
                <a:ea typeface="DejaVu Sans"/>
                <a:cs typeface="DejaVu Sans"/>
              </a:defRPr>
            </a:pPr>
            <a:r>
              <a:rPr sz="1575" b="0">
                <a:solidFill>
                  <a:srgbClr val="58677C"/>
                </a:solidFill>
                <a:latin typeface="DejaVu Sans"/>
                <a:ea typeface="DejaVu Sans"/>
                <a:cs typeface="DejaVu Sans"/>
              </a:rPr>
              <a:t>2 blocks</a:t>
            </a:r>
          </a:p>
        </p:txBody>
      </p:sp>
      <p:sp>
        <p:nvSpPr>
          <p:cNvPr id="43" name="path-246">
            <a:extLst xmlns:a="http://schemas.openxmlformats.org/drawingml/2006/main">
              <a:ext uri="{FF2B5EF4-FFF2-40B4-BE49-F238E27FC236}">
                <a16:creationId xmlns:a16="http://schemas.microsoft.com/office/drawing/2014/main" id="{96A20CC8-05B2-4BFD-B5DB-7382D3EB2283}"/>
              </a:ext>
            </a:extLst>
          </p:cNvPr>
          <p:cNvSpPr>
            <a:spLocks xmlns:a="http://schemas.openxmlformats.org/drawingml/2006/main" noGrp="1"/>
          </p:cNvSpPr>
          <p:nvPr/>
        </p:nvSpPr>
        <p:spPr>
          <a:xfrm xmlns:a="http://schemas.openxmlformats.org/drawingml/2006/main">
            <a:off x="4848225" y="2847975"/>
            <a:ext cx="542925" cy="953"/>
          </a:xfrm>
          <a:custGeom xmlns:a="http://schemas.openxmlformats.org/drawingml/2006/main">
            <a:pathLst>
              <a:path w="542925" h="953">
                <a:moveTo>
                  <a:pt x="0" y="0"/>
                </a:moveTo>
                <a:lnTo>
                  <a:pt x="542925" y="0"/>
                </a:lnTo>
              </a:path>
            </a:pathLst>
          </a:custGeom>
          <a:noFill xmlns:a="http://schemas.openxmlformats.org/drawingml/2006/main"/>
          <a:ln xmlns:a="http://schemas.openxmlformats.org/drawingml/2006/main" w="22860">
            <a:solidFill>
              <a:srgbClr val="1674D1"/>
            </a:solidFill>
            <a:prstDash val="solid"/>
          </a:ln>
        </p:spPr>
      </p:sp>
      <p:sp>
        <p:nvSpPr>
          <p:cNvPr id="44" name="path-247">
            <a:extLst xmlns:a="http://schemas.openxmlformats.org/drawingml/2006/main">
              <a:ext uri="{FF2B5EF4-FFF2-40B4-BE49-F238E27FC236}">
                <a16:creationId xmlns:a16="http://schemas.microsoft.com/office/drawing/2014/main" id="{C5122299-B913-4B5B-912C-CC904D6C0E4C}"/>
              </a:ext>
            </a:extLst>
          </p:cNvPr>
          <p:cNvSpPr>
            <a:spLocks xmlns:a="http://schemas.openxmlformats.org/drawingml/2006/main" noGrp="1"/>
          </p:cNvSpPr>
          <p:nvPr/>
        </p:nvSpPr>
        <p:spPr>
          <a:xfrm xmlns:a="http://schemas.openxmlformats.org/drawingml/2006/main">
            <a:off x="5295900" y="2804160"/>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1674D1"/>
          </a:solidFill>
          <a:ln xmlns:a="http://schemas.openxmlformats.org/drawingml/2006/main" w="0">
            <a:solidFill>
              <a:srgbClr val="1674D1"/>
            </a:solidFill>
            <a:prstDash val="solid"/>
          </a:ln>
        </p:spPr>
      </p:sp>
      <p:sp>
        <p:nvSpPr>
          <p:cNvPr id="45" name="path-248">
            <a:extLst xmlns:a="http://schemas.openxmlformats.org/drawingml/2006/main">
              <a:ext uri="{FF2B5EF4-FFF2-40B4-BE49-F238E27FC236}">
                <a16:creationId xmlns:a16="http://schemas.microsoft.com/office/drawing/2014/main" id="{3E807853-348D-41E1-9B61-5010626ED87B}"/>
              </a:ext>
            </a:extLst>
          </p:cNvPr>
          <p:cNvSpPr>
            <a:spLocks xmlns:a="http://schemas.openxmlformats.org/drawingml/2006/main" noGrp="1"/>
          </p:cNvSpPr>
          <p:nvPr/>
        </p:nvSpPr>
        <p:spPr>
          <a:xfrm xmlns:a="http://schemas.openxmlformats.org/drawingml/2006/main">
            <a:off x="7353300" y="2295525"/>
            <a:ext cx="1323975" cy="114300"/>
          </a:xfrm>
          <a:custGeom xmlns:a="http://schemas.openxmlformats.org/drawingml/2006/main">
            <a:pathLst>
              <a:path w="1323975" h="114300">
                <a:moveTo>
                  <a:pt x="0" y="114300"/>
                </a:moveTo>
                <a:lnTo>
                  <a:pt x="114300" y="0"/>
                </a:lnTo>
                <a:lnTo>
                  <a:pt x="1323975" y="0"/>
                </a:lnTo>
                <a:lnTo>
                  <a:pt x="1209675" y="114300"/>
                </a:lnTo>
                <a:close/>
              </a:path>
            </a:pathLst>
          </a:custGeom>
          <a:solidFill xmlns:a="http://schemas.openxmlformats.org/drawingml/2006/main">
            <a:srgbClr val="1674D1">
              <a:lumMod val="35000"/>
              <a:lumOff val="65000"/>
            </a:srgbClr>
          </a:solidFill>
          <a:ln xmlns:a="http://schemas.openxmlformats.org/drawingml/2006/main" w="13335">
            <a:solidFill>
              <a:srgbClr val="1674D1"/>
            </a:solidFill>
            <a:prstDash val="solid"/>
          </a:ln>
        </p:spPr>
      </p:sp>
      <p:sp>
        <p:nvSpPr>
          <p:cNvPr id="46" name="path-249">
            <a:extLst xmlns:a="http://schemas.openxmlformats.org/drawingml/2006/main">
              <a:ext uri="{FF2B5EF4-FFF2-40B4-BE49-F238E27FC236}">
                <a16:creationId xmlns:a16="http://schemas.microsoft.com/office/drawing/2014/main" id="{9556F0CA-3167-4C89-8037-26E8A77BFCB1}"/>
              </a:ext>
            </a:extLst>
          </p:cNvPr>
          <p:cNvSpPr>
            <a:spLocks xmlns:a="http://schemas.openxmlformats.org/drawingml/2006/main" noGrp="1"/>
          </p:cNvSpPr>
          <p:nvPr/>
        </p:nvSpPr>
        <p:spPr>
          <a:xfrm xmlns:a="http://schemas.openxmlformats.org/drawingml/2006/main">
            <a:off x="8562975" y="2295525"/>
            <a:ext cx="114300" cy="990600"/>
          </a:xfrm>
          <a:custGeom xmlns:a="http://schemas.openxmlformats.org/drawingml/2006/main">
            <a:pathLst>
              <a:path w="114300" h="990600">
                <a:moveTo>
                  <a:pt x="0" y="114300"/>
                </a:moveTo>
                <a:lnTo>
                  <a:pt x="114300" y="0"/>
                </a:lnTo>
                <a:lnTo>
                  <a:pt x="114300" y="876300"/>
                </a:lnTo>
                <a:lnTo>
                  <a:pt x="0" y="990600"/>
                </a:lnTo>
                <a:close/>
              </a:path>
            </a:pathLst>
          </a:custGeom>
          <a:solidFill xmlns:a="http://schemas.openxmlformats.org/drawingml/2006/main">
            <a:srgbClr val="1674D1">
              <a:lumMod val="65000"/>
              <a:lumOff val="35000"/>
            </a:srgbClr>
          </a:solidFill>
          <a:ln xmlns:a="http://schemas.openxmlformats.org/drawingml/2006/main" w="13335">
            <a:solidFill>
              <a:srgbClr val="1674D1"/>
            </a:solidFill>
            <a:prstDash val="solid"/>
          </a:ln>
        </p:spPr>
      </p:sp>
      <p:sp>
        <p:nvSpPr>
          <p:cNvPr id="47" name="shape-250">
            <a:extLst xmlns:a="http://schemas.openxmlformats.org/drawingml/2006/main">
              <a:ext uri="{FF2B5EF4-FFF2-40B4-BE49-F238E27FC236}">
                <a16:creationId xmlns:a16="http://schemas.microsoft.com/office/drawing/2014/main" id="{F595518C-B169-4B16-9D28-E40307206084}"/>
              </a:ext>
            </a:extLst>
          </p:cNvPr>
          <p:cNvSpPr>
            <a:spLocks xmlns:a="http://schemas.openxmlformats.org/drawingml/2006/main" noGrp="1"/>
          </p:cNvSpPr>
          <p:nvPr/>
        </p:nvSpPr>
        <p:spPr>
          <a:xfrm xmlns:a="http://schemas.openxmlformats.org/drawingml/2006/main" rot="0">
            <a:off x="7353300" y="2409825"/>
            <a:ext cx="1209675" cy="876300"/>
          </a:xfrm>
          <a:prstGeom xmlns:a="http://schemas.openxmlformats.org/drawingml/2006/main" prst="rect">
            <a:avLst/>
          </a:prstGeom>
          <a:solidFill xmlns:a="http://schemas.openxmlformats.org/drawingml/2006/main">
            <a:srgbClr val="1674D1">
              <a:lumMod val="18000"/>
              <a:lumOff val="82000"/>
            </a:srgbClr>
          </a:solidFill>
          <a:ln xmlns:a="http://schemas.openxmlformats.org/drawingml/2006/main" w="15240">
            <a:solidFill>
              <a:srgbClr val="1674D1"/>
            </a:solidFill>
            <a:prstDash val="solid"/>
          </a:ln>
        </p:spPr>
      </p:sp>
      <p:sp>
        <p:nvSpPr>
          <p:cNvPr id="48" name="path-251">
            <a:extLst xmlns:a="http://schemas.openxmlformats.org/drawingml/2006/main">
              <a:ext uri="{FF2B5EF4-FFF2-40B4-BE49-F238E27FC236}">
                <a16:creationId xmlns:a16="http://schemas.microsoft.com/office/drawing/2014/main" id="{F5C1E6EA-D9A1-4AC7-B361-CEB4429460DA}"/>
              </a:ext>
            </a:extLst>
          </p:cNvPr>
          <p:cNvSpPr>
            <a:spLocks xmlns:a="http://schemas.openxmlformats.org/drawingml/2006/main" noGrp="1"/>
          </p:cNvSpPr>
          <p:nvPr/>
        </p:nvSpPr>
        <p:spPr>
          <a:xfrm xmlns:a="http://schemas.openxmlformats.org/drawingml/2006/main">
            <a:off x="7655719" y="2409825"/>
            <a:ext cx="953" cy="876300"/>
          </a:xfrm>
          <a:custGeom xmlns:a="http://schemas.openxmlformats.org/drawingml/2006/main">
            <a:pathLst>
              <a:path w="953" h="876300">
                <a:moveTo>
                  <a:pt x="0" y="0"/>
                </a:moveTo>
                <a:lnTo>
                  <a:pt x="0" y="87630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49" name="path-252">
            <a:extLst xmlns:a="http://schemas.openxmlformats.org/drawingml/2006/main">
              <a:ext uri="{FF2B5EF4-FFF2-40B4-BE49-F238E27FC236}">
                <a16:creationId xmlns:a16="http://schemas.microsoft.com/office/drawing/2014/main" id="{7829FDE0-4A47-45ED-A4C7-19BAB0AC269D}"/>
              </a:ext>
            </a:extLst>
          </p:cNvPr>
          <p:cNvSpPr>
            <a:spLocks xmlns:a="http://schemas.openxmlformats.org/drawingml/2006/main" noGrp="1"/>
          </p:cNvSpPr>
          <p:nvPr/>
        </p:nvSpPr>
        <p:spPr>
          <a:xfrm xmlns:a="http://schemas.openxmlformats.org/drawingml/2006/main">
            <a:off x="7958138" y="2409825"/>
            <a:ext cx="953" cy="876300"/>
          </a:xfrm>
          <a:custGeom xmlns:a="http://schemas.openxmlformats.org/drawingml/2006/main">
            <a:pathLst>
              <a:path w="953" h="876300">
                <a:moveTo>
                  <a:pt x="0" y="0"/>
                </a:moveTo>
                <a:lnTo>
                  <a:pt x="0" y="87630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50" name="path-253">
            <a:extLst xmlns:a="http://schemas.openxmlformats.org/drawingml/2006/main">
              <a:ext uri="{FF2B5EF4-FFF2-40B4-BE49-F238E27FC236}">
                <a16:creationId xmlns:a16="http://schemas.microsoft.com/office/drawing/2014/main" id="{87E4BB36-8AA7-4502-9B9C-B6B598477442}"/>
              </a:ext>
            </a:extLst>
          </p:cNvPr>
          <p:cNvSpPr>
            <a:spLocks xmlns:a="http://schemas.openxmlformats.org/drawingml/2006/main" noGrp="1"/>
          </p:cNvSpPr>
          <p:nvPr/>
        </p:nvSpPr>
        <p:spPr>
          <a:xfrm xmlns:a="http://schemas.openxmlformats.org/drawingml/2006/main">
            <a:off x="8260556" y="2409825"/>
            <a:ext cx="953" cy="876300"/>
          </a:xfrm>
          <a:custGeom xmlns:a="http://schemas.openxmlformats.org/drawingml/2006/main">
            <a:pathLst>
              <a:path w="953" h="876300">
                <a:moveTo>
                  <a:pt x="0" y="0"/>
                </a:moveTo>
                <a:lnTo>
                  <a:pt x="0" y="87630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51" name="path-254">
            <a:extLst xmlns:a="http://schemas.openxmlformats.org/drawingml/2006/main">
              <a:ext uri="{FF2B5EF4-FFF2-40B4-BE49-F238E27FC236}">
                <a16:creationId xmlns:a16="http://schemas.microsoft.com/office/drawing/2014/main" id="{97A1B440-AE46-49A6-B84F-66D283BBBE6E}"/>
              </a:ext>
            </a:extLst>
          </p:cNvPr>
          <p:cNvSpPr>
            <a:spLocks xmlns:a="http://schemas.openxmlformats.org/drawingml/2006/main" noGrp="1"/>
          </p:cNvSpPr>
          <p:nvPr/>
        </p:nvSpPr>
        <p:spPr>
          <a:xfrm xmlns:a="http://schemas.openxmlformats.org/drawingml/2006/main">
            <a:off x="7353300" y="2628900"/>
            <a:ext cx="1209675" cy="953"/>
          </a:xfrm>
          <a:custGeom xmlns:a="http://schemas.openxmlformats.org/drawingml/2006/main">
            <a:pathLst>
              <a:path w="1209675" h="953">
                <a:moveTo>
                  <a:pt x="0" y="0"/>
                </a:moveTo>
                <a:lnTo>
                  <a:pt x="1209675" y="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52" name="path-255">
            <a:extLst xmlns:a="http://schemas.openxmlformats.org/drawingml/2006/main">
              <a:ext uri="{FF2B5EF4-FFF2-40B4-BE49-F238E27FC236}">
                <a16:creationId xmlns:a16="http://schemas.microsoft.com/office/drawing/2014/main" id="{10F88403-5C2E-4A13-B790-73997E45BA97}"/>
              </a:ext>
            </a:extLst>
          </p:cNvPr>
          <p:cNvSpPr>
            <a:spLocks xmlns:a="http://schemas.openxmlformats.org/drawingml/2006/main" noGrp="1"/>
          </p:cNvSpPr>
          <p:nvPr/>
        </p:nvSpPr>
        <p:spPr>
          <a:xfrm xmlns:a="http://schemas.openxmlformats.org/drawingml/2006/main">
            <a:off x="7353300" y="2847975"/>
            <a:ext cx="1209675" cy="953"/>
          </a:xfrm>
          <a:custGeom xmlns:a="http://schemas.openxmlformats.org/drawingml/2006/main">
            <a:pathLst>
              <a:path w="1209675" h="953">
                <a:moveTo>
                  <a:pt x="0" y="0"/>
                </a:moveTo>
                <a:lnTo>
                  <a:pt x="1209675" y="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53" name="path-256">
            <a:extLst xmlns:a="http://schemas.openxmlformats.org/drawingml/2006/main">
              <a:ext uri="{FF2B5EF4-FFF2-40B4-BE49-F238E27FC236}">
                <a16:creationId xmlns:a16="http://schemas.microsoft.com/office/drawing/2014/main" id="{6720F6D4-B8DF-451D-922B-419EA4E06A99}"/>
              </a:ext>
            </a:extLst>
          </p:cNvPr>
          <p:cNvSpPr>
            <a:spLocks xmlns:a="http://schemas.openxmlformats.org/drawingml/2006/main" noGrp="1"/>
          </p:cNvSpPr>
          <p:nvPr/>
        </p:nvSpPr>
        <p:spPr>
          <a:xfrm xmlns:a="http://schemas.openxmlformats.org/drawingml/2006/main">
            <a:off x="7353300" y="3067050"/>
            <a:ext cx="1209675" cy="953"/>
          </a:xfrm>
          <a:custGeom xmlns:a="http://schemas.openxmlformats.org/drawingml/2006/main">
            <a:pathLst>
              <a:path w="1209675" h="953">
                <a:moveTo>
                  <a:pt x="0" y="0"/>
                </a:moveTo>
                <a:lnTo>
                  <a:pt x="1209675" y="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54" name="label-257">
            <a:extLst xmlns:a="http://schemas.openxmlformats.org/drawingml/2006/main">
              <a:ext uri="{FF2B5EF4-FFF2-40B4-BE49-F238E27FC236}">
                <a16:creationId xmlns:a16="http://schemas.microsoft.com/office/drawing/2014/main" id="{07116FF0-C06B-4939-99F1-36E62702A7B2}"/>
              </a:ext>
            </a:extLst>
          </p:cNvPr>
          <p:cNvSpPr>
            <a:spLocks xmlns:a="http://schemas.openxmlformats.org/drawingml/2006/main" noGrp="1"/>
          </p:cNvSpPr>
          <p:nvPr/>
        </p:nvSpPr>
        <p:spPr>
          <a:xfrm xmlns:a="http://schemas.openxmlformats.org/drawingml/2006/main">
            <a:off x="7391400" y="2486025"/>
            <a:ext cx="11334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1674D1"/>
                </a:solidFill>
                <a:latin typeface="DejaVu Sans"/>
                <a:ea typeface="DejaVu Sans"/>
                <a:cs typeface="DejaVu Sans"/>
              </a:defRPr>
            </a:defPPr>
            <a:lvl1pPr algn="ctr">
              <a:defRPr sz="1725" b="1">
                <a:solidFill>
                  <a:srgbClr val="1674D1"/>
                </a:solidFill>
                <a:latin typeface="DejaVu Sans"/>
                <a:ea typeface="DejaVu Sans"/>
                <a:cs typeface="DejaVu Sans"/>
              </a:defRPr>
            </a:lvl1pPr>
            <a:lvl2pPr algn="ctr">
              <a:defRPr sz="1725" b="1">
                <a:solidFill>
                  <a:srgbClr val="1674D1"/>
                </a:solidFill>
                <a:latin typeface="DejaVu Sans"/>
                <a:ea typeface="DejaVu Sans"/>
                <a:cs typeface="DejaVu Sans"/>
              </a:defRPr>
            </a:lvl2pPr>
            <a:lvl3pPr algn="ctr">
              <a:defRPr sz="1725" b="1">
                <a:solidFill>
                  <a:srgbClr val="1674D1"/>
                </a:solidFill>
                <a:latin typeface="DejaVu Sans"/>
                <a:ea typeface="DejaVu Sans"/>
                <a:cs typeface="DejaVu Sans"/>
              </a:defRPr>
            </a:lvl3pPr>
            <a:lvl4pPr algn="ctr">
              <a:defRPr sz="1725" b="1">
                <a:solidFill>
                  <a:srgbClr val="1674D1"/>
                </a:solidFill>
                <a:latin typeface="DejaVu Sans"/>
                <a:ea typeface="DejaVu Sans"/>
                <a:cs typeface="DejaVu Sans"/>
              </a:defRPr>
            </a:lvl4pPr>
            <a:lvl5pPr algn="ctr">
              <a:defRPr sz="1725" b="1">
                <a:solidFill>
                  <a:srgbClr val="1674D1"/>
                </a:solidFill>
                <a:latin typeface="DejaVu Sans"/>
                <a:ea typeface="DejaVu Sans"/>
                <a:cs typeface="DejaVu Sans"/>
              </a:defRPr>
            </a:lvl5pPr>
            <a:lvl6pPr algn="ctr">
              <a:defRPr sz="1725" b="1">
                <a:solidFill>
                  <a:srgbClr val="1674D1"/>
                </a:solidFill>
                <a:latin typeface="DejaVu Sans"/>
                <a:ea typeface="DejaVu Sans"/>
                <a:cs typeface="DejaVu Sans"/>
              </a:defRPr>
            </a:lvl6pPr>
            <a:lvl7pPr algn="ctr">
              <a:defRPr sz="1725" b="1">
                <a:solidFill>
                  <a:srgbClr val="1674D1"/>
                </a:solidFill>
                <a:latin typeface="DejaVu Sans"/>
                <a:ea typeface="DejaVu Sans"/>
                <a:cs typeface="DejaVu Sans"/>
              </a:defRPr>
            </a:lvl7pPr>
            <a:lvl8pPr algn="ctr">
              <a:defRPr sz="1725" b="1">
                <a:solidFill>
                  <a:srgbClr val="1674D1"/>
                </a:solidFill>
                <a:latin typeface="DejaVu Sans"/>
                <a:ea typeface="DejaVu Sans"/>
                <a:cs typeface="DejaVu Sans"/>
              </a:defRPr>
            </a:lvl8pPr>
            <a:lvl9pPr algn="ctr">
              <a:defRPr sz="1725" b="1">
                <a:solidFill>
                  <a:srgbClr val="1674D1"/>
                </a:solidFill>
                <a:latin typeface="DejaVu Sans"/>
                <a:ea typeface="DejaVu Sans"/>
                <a:cs typeface="DejaVu Sans"/>
              </a:defRPr>
            </a:lvl9pPr>
          </a:lstStyle>
          <a:p xmlns:a="http://schemas.openxmlformats.org/drawingml/2006/main">
            <a:pPr algn="ctr">
              <a:defRPr sz="1725" b="1">
                <a:solidFill>
                  <a:srgbClr val="1674D1"/>
                </a:solidFill>
                <a:latin typeface="DejaVu Sans"/>
                <a:ea typeface="DejaVu Sans"/>
                <a:cs typeface="DejaVu Sans"/>
              </a:defRPr>
            </a:pPr>
            <a:r>
              <a:rPr sz="1725" b="1">
                <a:solidFill>
                  <a:srgbClr val="1674D1"/>
                </a:solidFill>
                <a:latin typeface="DejaVu Sans"/>
                <a:ea typeface="DejaVu Sans"/>
                <a:cs typeface="DejaVu Sans"/>
              </a:rPr>
              <a:t>384 ch</a:t>
            </a:r>
          </a:p>
        </p:txBody>
      </p:sp>
      <p:sp>
        <p:nvSpPr>
          <p:cNvPr id="55" name="label-258">
            <a:extLst xmlns:a="http://schemas.openxmlformats.org/drawingml/2006/main">
              <a:ext uri="{FF2B5EF4-FFF2-40B4-BE49-F238E27FC236}">
                <a16:creationId xmlns:a16="http://schemas.microsoft.com/office/drawing/2014/main" id="{B3ACE492-FAE4-405D-A134-72BA49745F88}"/>
              </a:ext>
            </a:extLst>
          </p:cNvPr>
          <p:cNvSpPr>
            <a:spLocks xmlns:a="http://schemas.openxmlformats.org/drawingml/2006/main" noGrp="1"/>
          </p:cNvSpPr>
          <p:nvPr/>
        </p:nvSpPr>
        <p:spPr>
          <a:xfrm xmlns:a="http://schemas.openxmlformats.org/drawingml/2006/main">
            <a:off x="7267575" y="3419475"/>
            <a:ext cx="1390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0">
                <a:solidFill>
                  <a:srgbClr val="1674D1"/>
                </a:solidFill>
                <a:latin typeface="DejaVu Sans"/>
                <a:ea typeface="DejaVu Sans"/>
                <a:cs typeface="DejaVu Sans"/>
              </a:defRPr>
            </a:defPPr>
            <a:lvl1pPr algn="ctr">
              <a:defRPr sz="1650" b="0">
                <a:solidFill>
                  <a:srgbClr val="1674D1"/>
                </a:solidFill>
                <a:latin typeface="DejaVu Sans"/>
                <a:ea typeface="DejaVu Sans"/>
                <a:cs typeface="DejaVu Sans"/>
              </a:defRPr>
            </a:lvl1pPr>
            <a:lvl2pPr algn="ctr">
              <a:defRPr sz="1650" b="0">
                <a:solidFill>
                  <a:srgbClr val="1674D1"/>
                </a:solidFill>
                <a:latin typeface="DejaVu Sans"/>
                <a:ea typeface="DejaVu Sans"/>
                <a:cs typeface="DejaVu Sans"/>
              </a:defRPr>
            </a:lvl2pPr>
            <a:lvl3pPr algn="ctr">
              <a:defRPr sz="1650" b="0">
                <a:solidFill>
                  <a:srgbClr val="1674D1"/>
                </a:solidFill>
                <a:latin typeface="DejaVu Sans"/>
                <a:ea typeface="DejaVu Sans"/>
                <a:cs typeface="DejaVu Sans"/>
              </a:defRPr>
            </a:lvl3pPr>
            <a:lvl4pPr algn="ctr">
              <a:defRPr sz="1650" b="0">
                <a:solidFill>
                  <a:srgbClr val="1674D1"/>
                </a:solidFill>
                <a:latin typeface="DejaVu Sans"/>
                <a:ea typeface="DejaVu Sans"/>
                <a:cs typeface="DejaVu Sans"/>
              </a:defRPr>
            </a:lvl4pPr>
            <a:lvl5pPr algn="ctr">
              <a:defRPr sz="1650" b="0">
                <a:solidFill>
                  <a:srgbClr val="1674D1"/>
                </a:solidFill>
                <a:latin typeface="DejaVu Sans"/>
                <a:ea typeface="DejaVu Sans"/>
                <a:cs typeface="DejaVu Sans"/>
              </a:defRPr>
            </a:lvl5pPr>
            <a:lvl6pPr algn="ctr">
              <a:defRPr sz="1650" b="0">
                <a:solidFill>
                  <a:srgbClr val="1674D1"/>
                </a:solidFill>
                <a:latin typeface="DejaVu Sans"/>
                <a:ea typeface="DejaVu Sans"/>
                <a:cs typeface="DejaVu Sans"/>
              </a:defRPr>
            </a:lvl6pPr>
            <a:lvl7pPr algn="ctr">
              <a:defRPr sz="1650" b="0">
                <a:solidFill>
                  <a:srgbClr val="1674D1"/>
                </a:solidFill>
                <a:latin typeface="DejaVu Sans"/>
                <a:ea typeface="DejaVu Sans"/>
                <a:cs typeface="DejaVu Sans"/>
              </a:defRPr>
            </a:lvl7pPr>
            <a:lvl8pPr algn="ctr">
              <a:defRPr sz="1650" b="0">
                <a:solidFill>
                  <a:srgbClr val="1674D1"/>
                </a:solidFill>
                <a:latin typeface="DejaVu Sans"/>
                <a:ea typeface="DejaVu Sans"/>
                <a:cs typeface="DejaVu Sans"/>
              </a:defRPr>
            </a:lvl8pPr>
            <a:lvl9pPr algn="ctr">
              <a:defRPr sz="1650" b="0">
                <a:solidFill>
                  <a:srgbClr val="1674D1"/>
                </a:solidFill>
                <a:latin typeface="DejaVu Sans"/>
                <a:ea typeface="DejaVu Sans"/>
                <a:cs typeface="DejaVu Sans"/>
              </a:defRPr>
            </a:lvl9pPr>
          </a:lstStyle>
          <a:p xmlns:a="http://schemas.openxmlformats.org/drawingml/2006/main">
            <a:pPr algn="ctr">
              <a:defRPr sz="1650" b="0">
                <a:solidFill>
                  <a:srgbClr val="1674D1"/>
                </a:solidFill>
                <a:latin typeface="DejaVu Sans"/>
                <a:ea typeface="DejaVu Sans"/>
                <a:cs typeface="DejaVu Sans"/>
              </a:defRPr>
            </a:pPr>
            <a:r>
              <a:rPr sz="1650" b="0">
                <a:solidFill>
                  <a:srgbClr val="1674D1"/>
                </a:solidFill>
                <a:latin typeface="DejaVu Sans"/>
                <a:ea typeface="DejaVu Sans"/>
                <a:cs typeface="DejaVu Sans"/>
              </a:rPr>
              <a:t>16 × 44</a:t>
            </a:r>
          </a:p>
        </p:txBody>
      </p:sp>
      <p:sp>
        <p:nvSpPr>
          <p:cNvPr id="56" name="label-259">
            <a:extLst xmlns:a="http://schemas.openxmlformats.org/drawingml/2006/main">
              <a:ext uri="{FF2B5EF4-FFF2-40B4-BE49-F238E27FC236}">
                <a16:creationId xmlns:a16="http://schemas.microsoft.com/office/drawing/2014/main" id="{D259F6A9-F67A-47FB-8033-C783C2A9B96A}"/>
              </a:ext>
            </a:extLst>
          </p:cNvPr>
          <p:cNvSpPr>
            <a:spLocks xmlns:a="http://schemas.openxmlformats.org/drawingml/2006/main" noGrp="1"/>
          </p:cNvSpPr>
          <p:nvPr/>
        </p:nvSpPr>
        <p:spPr>
          <a:xfrm xmlns:a="http://schemas.openxmlformats.org/drawingml/2006/main">
            <a:off x="7267575" y="3771900"/>
            <a:ext cx="1390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75" b="0">
                <a:solidFill>
                  <a:srgbClr val="58677C"/>
                </a:solidFill>
                <a:latin typeface="DejaVu Sans"/>
                <a:ea typeface="DejaVu Sans"/>
                <a:cs typeface="DejaVu Sans"/>
              </a:defRPr>
            </a:defPPr>
            <a:lvl1pPr algn="ctr">
              <a:defRPr sz="1575" b="0">
                <a:solidFill>
                  <a:srgbClr val="58677C"/>
                </a:solidFill>
                <a:latin typeface="DejaVu Sans"/>
                <a:ea typeface="DejaVu Sans"/>
                <a:cs typeface="DejaVu Sans"/>
              </a:defRPr>
            </a:lvl1pPr>
            <a:lvl2pPr algn="ctr">
              <a:defRPr sz="1575" b="0">
                <a:solidFill>
                  <a:srgbClr val="58677C"/>
                </a:solidFill>
                <a:latin typeface="DejaVu Sans"/>
                <a:ea typeface="DejaVu Sans"/>
                <a:cs typeface="DejaVu Sans"/>
              </a:defRPr>
            </a:lvl2pPr>
            <a:lvl3pPr algn="ctr">
              <a:defRPr sz="1575" b="0">
                <a:solidFill>
                  <a:srgbClr val="58677C"/>
                </a:solidFill>
                <a:latin typeface="DejaVu Sans"/>
                <a:ea typeface="DejaVu Sans"/>
                <a:cs typeface="DejaVu Sans"/>
              </a:defRPr>
            </a:lvl3pPr>
            <a:lvl4pPr algn="ctr">
              <a:defRPr sz="1575" b="0">
                <a:solidFill>
                  <a:srgbClr val="58677C"/>
                </a:solidFill>
                <a:latin typeface="DejaVu Sans"/>
                <a:ea typeface="DejaVu Sans"/>
                <a:cs typeface="DejaVu Sans"/>
              </a:defRPr>
            </a:lvl4pPr>
            <a:lvl5pPr algn="ctr">
              <a:defRPr sz="1575" b="0">
                <a:solidFill>
                  <a:srgbClr val="58677C"/>
                </a:solidFill>
                <a:latin typeface="DejaVu Sans"/>
                <a:ea typeface="DejaVu Sans"/>
                <a:cs typeface="DejaVu Sans"/>
              </a:defRPr>
            </a:lvl5pPr>
            <a:lvl6pPr algn="ctr">
              <a:defRPr sz="1575" b="0">
                <a:solidFill>
                  <a:srgbClr val="58677C"/>
                </a:solidFill>
                <a:latin typeface="DejaVu Sans"/>
                <a:ea typeface="DejaVu Sans"/>
                <a:cs typeface="DejaVu Sans"/>
              </a:defRPr>
            </a:lvl6pPr>
            <a:lvl7pPr algn="ctr">
              <a:defRPr sz="1575" b="0">
                <a:solidFill>
                  <a:srgbClr val="58677C"/>
                </a:solidFill>
                <a:latin typeface="DejaVu Sans"/>
                <a:ea typeface="DejaVu Sans"/>
                <a:cs typeface="DejaVu Sans"/>
              </a:defRPr>
            </a:lvl7pPr>
            <a:lvl8pPr algn="ctr">
              <a:defRPr sz="1575" b="0">
                <a:solidFill>
                  <a:srgbClr val="58677C"/>
                </a:solidFill>
                <a:latin typeface="DejaVu Sans"/>
                <a:ea typeface="DejaVu Sans"/>
                <a:cs typeface="DejaVu Sans"/>
              </a:defRPr>
            </a:lvl8pPr>
            <a:lvl9pPr algn="ctr">
              <a:defRPr sz="1575" b="0">
                <a:solidFill>
                  <a:srgbClr val="58677C"/>
                </a:solidFill>
                <a:latin typeface="DejaVu Sans"/>
                <a:ea typeface="DejaVu Sans"/>
                <a:cs typeface="DejaVu Sans"/>
              </a:defRPr>
            </a:lvl9pPr>
          </a:lstStyle>
          <a:p xmlns:a="http://schemas.openxmlformats.org/drawingml/2006/main">
            <a:pPr algn="ctr">
              <a:defRPr sz="1575" b="0">
                <a:solidFill>
                  <a:srgbClr val="58677C"/>
                </a:solidFill>
                <a:latin typeface="DejaVu Sans"/>
                <a:ea typeface="DejaVu Sans"/>
                <a:cs typeface="DejaVu Sans"/>
              </a:defRPr>
            </a:pPr>
            <a:r>
              <a:rPr sz="1575" b="0">
                <a:solidFill>
                  <a:srgbClr val="58677C"/>
                </a:solidFill>
                <a:latin typeface="DejaVu Sans"/>
                <a:ea typeface="DejaVu Sans"/>
                <a:cs typeface="DejaVu Sans"/>
              </a:rPr>
              <a:t>6 blocks</a:t>
            </a:r>
          </a:p>
        </p:txBody>
      </p:sp>
      <p:sp>
        <p:nvSpPr>
          <p:cNvPr id="57" name="path-260">
            <a:extLst xmlns:a="http://schemas.openxmlformats.org/drawingml/2006/main">
              <a:ext uri="{FF2B5EF4-FFF2-40B4-BE49-F238E27FC236}">
                <a16:creationId xmlns:a16="http://schemas.microsoft.com/office/drawing/2014/main" id="{2FB566C3-9581-4421-A19B-C8E7C9110269}"/>
              </a:ext>
            </a:extLst>
          </p:cNvPr>
          <p:cNvSpPr>
            <a:spLocks xmlns:a="http://schemas.openxmlformats.org/drawingml/2006/main" noGrp="1"/>
          </p:cNvSpPr>
          <p:nvPr/>
        </p:nvSpPr>
        <p:spPr>
          <a:xfrm xmlns:a="http://schemas.openxmlformats.org/drawingml/2006/main">
            <a:off x="6762750" y="2847975"/>
            <a:ext cx="542925" cy="953"/>
          </a:xfrm>
          <a:custGeom xmlns:a="http://schemas.openxmlformats.org/drawingml/2006/main">
            <a:pathLst>
              <a:path w="542925" h="953">
                <a:moveTo>
                  <a:pt x="0" y="0"/>
                </a:moveTo>
                <a:lnTo>
                  <a:pt x="542925" y="0"/>
                </a:lnTo>
              </a:path>
            </a:pathLst>
          </a:custGeom>
          <a:noFill xmlns:a="http://schemas.openxmlformats.org/drawingml/2006/main"/>
          <a:ln xmlns:a="http://schemas.openxmlformats.org/drawingml/2006/main" w="22860">
            <a:solidFill>
              <a:srgbClr val="1674D1"/>
            </a:solidFill>
            <a:prstDash val="solid"/>
          </a:ln>
        </p:spPr>
      </p:sp>
      <p:sp>
        <p:nvSpPr>
          <p:cNvPr id="58" name="path-261">
            <a:extLst xmlns:a="http://schemas.openxmlformats.org/drawingml/2006/main">
              <a:ext uri="{FF2B5EF4-FFF2-40B4-BE49-F238E27FC236}">
                <a16:creationId xmlns:a16="http://schemas.microsoft.com/office/drawing/2014/main" id="{24A51994-9FEA-4C86-B5C7-F60AEB05D9D4}"/>
              </a:ext>
            </a:extLst>
          </p:cNvPr>
          <p:cNvSpPr>
            <a:spLocks xmlns:a="http://schemas.openxmlformats.org/drawingml/2006/main" noGrp="1"/>
          </p:cNvSpPr>
          <p:nvPr/>
        </p:nvSpPr>
        <p:spPr>
          <a:xfrm xmlns:a="http://schemas.openxmlformats.org/drawingml/2006/main">
            <a:off x="7210425" y="2804160"/>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1674D1"/>
          </a:solidFill>
          <a:ln xmlns:a="http://schemas.openxmlformats.org/drawingml/2006/main" w="0">
            <a:solidFill>
              <a:srgbClr val="1674D1"/>
            </a:solidFill>
            <a:prstDash val="solid"/>
          </a:ln>
        </p:spPr>
      </p:sp>
      <p:sp>
        <p:nvSpPr>
          <p:cNvPr id="59" name="path-262">
            <a:extLst xmlns:a="http://schemas.openxmlformats.org/drawingml/2006/main">
              <a:ext uri="{FF2B5EF4-FFF2-40B4-BE49-F238E27FC236}">
                <a16:creationId xmlns:a16="http://schemas.microsoft.com/office/drawing/2014/main" id="{6FBA0F81-2261-4957-8E41-BD5CDA418FD4}"/>
              </a:ext>
            </a:extLst>
          </p:cNvPr>
          <p:cNvSpPr>
            <a:spLocks xmlns:a="http://schemas.openxmlformats.org/drawingml/2006/main" noGrp="1"/>
          </p:cNvSpPr>
          <p:nvPr/>
        </p:nvSpPr>
        <p:spPr>
          <a:xfrm xmlns:a="http://schemas.openxmlformats.org/drawingml/2006/main">
            <a:off x="9267825" y="2295525"/>
            <a:ext cx="1323975" cy="114300"/>
          </a:xfrm>
          <a:custGeom xmlns:a="http://schemas.openxmlformats.org/drawingml/2006/main">
            <a:pathLst>
              <a:path w="1323975" h="114300">
                <a:moveTo>
                  <a:pt x="0" y="114300"/>
                </a:moveTo>
                <a:lnTo>
                  <a:pt x="114300" y="0"/>
                </a:lnTo>
                <a:lnTo>
                  <a:pt x="1323975" y="0"/>
                </a:lnTo>
                <a:lnTo>
                  <a:pt x="1209675" y="114300"/>
                </a:lnTo>
                <a:close/>
              </a:path>
            </a:pathLst>
          </a:custGeom>
          <a:solidFill xmlns:a="http://schemas.openxmlformats.org/drawingml/2006/main">
            <a:srgbClr val="1674D1">
              <a:lumMod val="35000"/>
              <a:lumOff val="65000"/>
            </a:srgbClr>
          </a:solidFill>
          <a:ln xmlns:a="http://schemas.openxmlformats.org/drawingml/2006/main" w="13335">
            <a:solidFill>
              <a:srgbClr val="1674D1"/>
            </a:solidFill>
            <a:prstDash val="solid"/>
          </a:ln>
        </p:spPr>
      </p:sp>
      <p:sp>
        <p:nvSpPr>
          <p:cNvPr id="60" name="path-263">
            <a:extLst xmlns:a="http://schemas.openxmlformats.org/drawingml/2006/main">
              <a:ext uri="{FF2B5EF4-FFF2-40B4-BE49-F238E27FC236}">
                <a16:creationId xmlns:a16="http://schemas.microsoft.com/office/drawing/2014/main" id="{6AB16395-20D3-4E9A-9249-9A1546414A22}"/>
              </a:ext>
            </a:extLst>
          </p:cNvPr>
          <p:cNvSpPr>
            <a:spLocks xmlns:a="http://schemas.openxmlformats.org/drawingml/2006/main" noGrp="1"/>
          </p:cNvSpPr>
          <p:nvPr/>
        </p:nvSpPr>
        <p:spPr>
          <a:xfrm xmlns:a="http://schemas.openxmlformats.org/drawingml/2006/main">
            <a:off x="10477500" y="2295525"/>
            <a:ext cx="114300" cy="990600"/>
          </a:xfrm>
          <a:custGeom xmlns:a="http://schemas.openxmlformats.org/drawingml/2006/main">
            <a:pathLst>
              <a:path w="114300" h="990600">
                <a:moveTo>
                  <a:pt x="0" y="114300"/>
                </a:moveTo>
                <a:lnTo>
                  <a:pt x="114300" y="0"/>
                </a:lnTo>
                <a:lnTo>
                  <a:pt x="114300" y="876300"/>
                </a:lnTo>
                <a:lnTo>
                  <a:pt x="0" y="990600"/>
                </a:lnTo>
                <a:close/>
              </a:path>
            </a:pathLst>
          </a:custGeom>
          <a:solidFill xmlns:a="http://schemas.openxmlformats.org/drawingml/2006/main">
            <a:srgbClr val="1674D1">
              <a:lumMod val="65000"/>
              <a:lumOff val="35000"/>
            </a:srgbClr>
          </a:solidFill>
          <a:ln xmlns:a="http://schemas.openxmlformats.org/drawingml/2006/main" w="13335">
            <a:solidFill>
              <a:srgbClr val="1674D1"/>
            </a:solidFill>
            <a:prstDash val="solid"/>
          </a:ln>
        </p:spPr>
      </p:sp>
      <p:sp>
        <p:nvSpPr>
          <p:cNvPr id="61" name="shape-264">
            <a:extLst xmlns:a="http://schemas.openxmlformats.org/drawingml/2006/main">
              <a:ext uri="{FF2B5EF4-FFF2-40B4-BE49-F238E27FC236}">
                <a16:creationId xmlns:a16="http://schemas.microsoft.com/office/drawing/2014/main" id="{02F55F20-BFB2-43B8-ADDA-D0E388B4E4DD}"/>
              </a:ext>
            </a:extLst>
          </p:cNvPr>
          <p:cNvSpPr>
            <a:spLocks xmlns:a="http://schemas.openxmlformats.org/drawingml/2006/main" noGrp="1"/>
          </p:cNvSpPr>
          <p:nvPr/>
        </p:nvSpPr>
        <p:spPr>
          <a:xfrm xmlns:a="http://schemas.openxmlformats.org/drawingml/2006/main" rot="0">
            <a:off x="9267825" y="2409825"/>
            <a:ext cx="1209675" cy="876300"/>
          </a:xfrm>
          <a:prstGeom xmlns:a="http://schemas.openxmlformats.org/drawingml/2006/main" prst="rect">
            <a:avLst/>
          </a:prstGeom>
          <a:solidFill xmlns:a="http://schemas.openxmlformats.org/drawingml/2006/main">
            <a:srgbClr val="1674D1">
              <a:lumMod val="18000"/>
              <a:lumOff val="82000"/>
            </a:srgbClr>
          </a:solidFill>
          <a:ln xmlns:a="http://schemas.openxmlformats.org/drawingml/2006/main" w="15240">
            <a:solidFill>
              <a:srgbClr val="1674D1"/>
            </a:solidFill>
            <a:prstDash val="solid"/>
          </a:ln>
        </p:spPr>
      </p:sp>
      <p:sp>
        <p:nvSpPr>
          <p:cNvPr id="62" name="path-265">
            <a:extLst xmlns:a="http://schemas.openxmlformats.org/drawingml/2006/main">
              <a:ext uri="{FF2B5EF4-FFF2-40B4-BE49-F238E27FC236}">
                <a16:creationId xmlns:a16="http://schemas.microsoft.com/office/drawing/2014/main" id="{1AACA3BD-5CCC-4B18-BA67-B8D52FC838A8}"/>
              </a:ext>
            </a:extLst>
          </p:cNvPr>
          <p:cNvSpPr>
            <a:spLocks xmlns:a="http://schemas.openxmlformats.org/drawingml/2006/main" noGrp="1"/>
          </p:cNvSpPr>
          <p:nvPr/>
        </p:nvSpPr>
        <p:spPr>
          <a:xfrm xmlns:a="http://schemas.openxmlformats.org/drawingml/2006/main">
            <a:off x="9570244" y="2409825"/>
            <a:ext cx="953" cy="876300"/>
          </a:xfrm>
          <a:custGeom xmlns:a="http://schemas.openxmlformats.org/drawingml/2006/main">
            <a:pathLst>
              <a:path w="953" h="876300">
                <a:moveTo>
                  <a:pt x="0" y="0"/>
                </a:moveTo>
                <a:lnTo>
                  <a:pt x="0" y="87630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63" name="path-266">
            <a:extLst xmlns:a="http://schemas.openxmlformats.org/drawingml/2006/main">
              <a:ext uri="{FF2B5EF4-FFF2-40B4-BE49-F238E27FC236}">
                <a16:creationId xmlns:a16="http://schemas.microsoft.com/office/drawing/2014/main" id="{B8D61542-AADA-479F-A7D8-2D370BD09120}"/>
              </a:ext>
            </a:extLst>
          </p:cNvPr>
          <p:cNvSpPr>
            <a:spLocks xmlns:a="http://schemas.openxmlformats.org/drawingml/2006/main" noGrp="1"/>
          </p:cNvSpPr>
          <p:nvPr/>
        </p:nvSpPr>
        <p:spPr>
          <a:xfrm xmlns:a="http://schemas.openxmlformats.org/drawingml/2006/main">
            <a:off x="9872663" y="2409825"/>
            <a:ext cx="953" cy="876300"/>
          </a:xfrm>
          <a:custGeom xmlns:a="http://schemas.openxmlformats.org/drawingml/2006/main">
            <a:pathLst>
              <a:path w="953" h="876300">
                <a:moveTo>
                  <a:pt x="0" y="0"/>
                </a:moveTo>
                <a:lnTo>
                  <a:pt x="0" y="87630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64" name="path-267">
            <a:extLst xmlns:a="http://schemas.openxmlformats.org/drawingml/2006/main">
              <a:ext uri="{FF2B5EF4-FFF2-40B4-BE49-F238E27FC236}">
                <a16:creationId xmlns:a16="http://schemas.microsoft.com/office/drawing/2014/main" id="{B017B50F-80A2-4949-BEBE-9559F2672F61}"/>
              </a:ext>
            </a:extLst>
          </p:cNvPr>
          <p:cNvSpPr>
            <a:spLocks xmlns:a="http://schemas.openxmlformats.org/drawingml/2006/main" noGrp="1"/>
          </p:cNvSpPr>
          <p:nvPr/>
        </p:nvSpPr>
        <p:spPr>
          <a:xfrm xmlns:a="http://schemas.openxmlformats.org/drawingml/2006/main">
            <a:off x="10175081" y="2409825"/>
            <a:ext cx="953" cy="876300"/>
          </a:xfrm>
          <a:custGeom xmlns:a="http://schemas.openxmlformats.org/drawingml/2006/main">
            <a:pathLst>
              <a:path w="953" h="876300">
                <a:moveTo>
                  <a:pt x="0" y="0"/>
                </a:moveTo>
                <a:lnTo>
                  <a:pt x="0" y="87630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65" name="path-268">
            <a:extLst xmlns:a="http://schemas.openxmlformats.org/drawingml/2006/main">
              <a:ext uri="{FF2B5EF4-FFF2-40B4-BE49-F238E27FC236}">
                <a16:creationId xmlns:a16="http://schemas.microsoft.com/office/drawing/2014/main" id="{E9517CED-9207-4577-B0C1-2A7D30DEF8DD}"/>
              </a:ext>
            </a:extLst>
          </p:cNvPr>
          <p:cNvSpPr>
            <a:spLocks xmlns:a="http://schemas.openxmlformats.org/drawingml/2006/main" noGrp="1"/>
          </p:cNvSpPr>
          <p:nvPr/>
        </p:nvSpPr>
        <p:spPr>
          <a:xfrm xmlns:a="http://schemas.openxmlformats.org/drawingml/2006/main">
            <a:off x="9267825" y="2628900"/>
            <a:ext cx="1209675" cy="953"/>
          </a:xfrm>
          <a:custGeom xmlns:a="http://schemas.openxmlformats.org/drawingml/2006/main">
            <a:pathLst>
              <a:path w="1209675" h="953">
                <a:moveTo>
                  <a:pt x="0" y="0"/>
                </a:moveTo>
                <a:lnTo>
                  <a:pt x="1209675" y="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66" name="path-269">
            <a:extLst xmlns:a="http://schemas.openxmlformats.org/drawingml/2006/main">
              <a:ext uri="{FF2B5EF4-FFF2-40B4-BE49-F238E27FC236}">
                <a16:creationId xmlns:a16="http://schemas.microsoft.com/office/drawing/2014/main" id="{107AE959-4159-408C-8E07-317A69774092}"/>
              </a:ext>
            </a:extLst>
          </p:cNvPr>
          <p:cNvSpPr>
            <a:spLocks xmlns:a="http://schemas.openxmlformats.org/drawingml/2006/main" noGrp="1"/>
          </p:cNvSpPr>
          <p:nvPr/>
        </p:nvSpPr>
        <p:spPr>
          <a:xfrm xmlns:a="http://schemas.openxmlformats.org/drawingml/2006/main">
            <a:off x="9267825" y="2847975"/>
            <a:ext cx="1209675" cy="953"/>
          </a:xfrm>
          <a:custGeom xmlns:a="http://schemas.openxmlformats.org/drawingml/2006/main">
            <a:pathLst>
              <a:path w="1209675" h="953">
                <a:moveTo>
                  <a:pt x="0" y="0"/>
                </a:moveTo>
                <a:lnTo>
                  <a:pt x="1209675" y="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67" name="path-270">
            <a:extLst xmlns:a="http://schemas.openxmlformats.org/drawingml/2006/main">
              <a:ext uri="{FF2B5EF4-FFF2-40B4-BE49-F238E27FC236}">
                <a16:creationId xmlns:a16="http://schemas.microsoft.com/office/drawing/2014/main" id="{DFA121E1-1724-4499-836F-C278AC582F49}"/>
              </a:ext>
            </a:extLst>
          </p:cNvPr>
          <p:cNvSpPr>
            <a:spLocks xmlns:a="http://schemas.openxmlformats.org/drawingml/2006/main" noGrp="1"/>
          </p:cNvSpPr>
          <p:nvPr/>
        </p:nvSpPr>
        <p:spPr>
          <a:xfrm xmlns:a="http://schemas.openxmlformats.org/drawingml/2006/main">
            <a:off x="9267825" y="3067050"/>
            <a:ext cx="1209675" cy="953"/>
          </a:xfrm>
          <a:custGeom xmlns:a="http://schemas.openxmlformats.org/drawingml/2006/main">
            <a:pathLst>
              <a:path w="1209675" h="953">
                <a:moveTo>
                  <a:pt x="0" y="0"/>
                </a:moveTo>
                <a:lnTo>
                  <a:pt x="1209675" y="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68" name="label-271">
            <a:extLst xmlns:a="http://schemas.openxmlformats.org/drawingml/2006/main">
              <a:ext uri="{FF2B5EF4-FFF2-40B4-BE49-F238E27FC236}">
                <a16:creationId xmlns:a16="http://schemas.microsoft.com/office/drawing/2014/main" id="{324680C5-A52A-4647-A6F7-35894F5424DA}"/>
              </a:ext>
            </a:extLst>
          </p:cNvPr>
          <p:cNvSpPr>
            <a:spLocks xmlns:a="http://schemas.openxmlformats.org/drawingml/2006/main" noGrp="1"/>
          </p:cNvSpPr>
          <p:nvPr/>
        </p:nvSpPr>
        <p:spPr>
          <a:xfrm xmlns:a="http://schemas.openxmlformats.org/drawingml/2006/main">
            <a:off x="9305925" y="2486025"/>
            <a:ext cx="1133475"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1674D1"/>
                </a:solidFill>
                <a:latin typeface="DejaVu Sans"/>
                <a:ea typeface="DejaVu Sans"/>
                <a:cs typeface="DejaVu Sans"/>
              </a:defRPr>
            </a:defPPr>
            <a:lvl1pPr algn="ctr">
              <a:defRPr sz="1725" b="1">
                <a:solidFill>
                  <a:srgbClr val="1674D1"/>
                </a:solidFill>
                <a:latin typeface="DejaVu Sans"/>
                <a:ea typeface="DejaVu Sans"/>
                <a:cs typeface="DejaVu Sans"/>
              </a:defRPr>
            </a:lvl1pPr>
            <a:lvl2pPr algn="ctr">
              <a:defRPr sz="1725" b="1">
                <a:solidFill>
                  <a:srgbClr val="1674D1"/>
                </a:solidFill>
                <a:latin typeface="DejaVu Sans"/>
                <a:ea typeface="DejaVu Sans"/>
                <a:cs typeface="DejaVu Sans"/>
              </a:defRPr>
            </a:lvl2pPr>
            <a:lvl3pPr algn="ctr">
              <a:defRPr sz="1725" b="1">
                <a:solidFill>
                  <a:srgbClr val="1674D1"/>
                </a:solidFill>
                <a:latin typeface="DejaVu Sans"/>
                <a:ea typeface="DejaVu Sans"/>
                <a:cs typeface="DejaVu Sans"/>
              </a:defRPr>
            </a:lvl3pPr>
            <a:lvl4pPr algn="ctr">
              <a:defRPr sz="1725" b="1">
                <a:solidFill>
                  <a:srgbClr val="1674D1"/>
                </a:solidFill>
                <a:latin typeface="DejaVu Sans"/>
                <a:ea typeface="DejaVu Sans"/>
                <a:cs typeface="DejaVu Sans"/>
              </a:defRPr>
            </a:lvl4pPr>
            <a:lvl5pPr algn="ctr">
              <a:defRPr sz="1725" b="1">
                <a:solidFill>
                  <a:srgbClr val="1674D1"/>
                </a:solidFill>
                <a:latin typeface="DejaVu Sans"/>
                <a:ea typeface="DejaVu Sans"/>
                <a:cs typeface="DejaVu Sans"/>
              </a:defRPr>
            </a:lvl5pPr>
            <a:lvl6pPr algn="ctr">
              <a:defRPr sz="1725" b="1">
                <a:solidFill>
                  <a:srgbClr val="1674D1"/>
                </a:solidFill>
                <a:latin typeface="DejaVu Sans"/>
                <a:ea typeface="DejaVu Sans"/>
                <a:cs typeface="DejaVu Sans"/>
              </a:defRPr>
            </a:lvl6pPr>
            <a:lvl7pPr algn="ctr">
              <a:defRPr sz="1725" b="1">
                <a:solidFill>
                  <a:srgbClr val="1674D1"/>
                </a:solidFill>
                <a:latin typeface="DejaVu Sans"/>
                <a:ea typeface="DejaVu Sans"/>
                <a:cs typeface="DejaVu Sans"/>
              </a:defRPr>
            </a:lvl7pPr>
            <a:lvl8pPr algn="ctr">
              <a:defRPr sz="1725" b="1">
                <a:solidFill>
                  <a:srgbClr val="1674D1"/>
                </a:solidFill>
                <a:latin typeface="DejaVu Sans"/>
                <a:ea typeface="DejaVu Sans"/>
                <a:cs typeface="DejaVu Sans"/>
              </a:defRPr>
            </a:lvl8pPr>
            <a:lvl9pPr algn="ctr">
              <a:defRPr sz="1725" b="1">
                <a:solidFill>
                  <a:srgbClr val="1674D1"/>
                </a:solidFill>
                <a:latin typeface="DejaVu Sans"/>
                <a:ea typeface="DejaVu Sans"/>
                <a:cs typeface="DejaVu Sans"/>
              </a:defRPr>
            </a:lvl9pPr>
          </a:lstStyle>
          <a:p xmlns:a="http://schemas.openxmlformats.org/drawingml/2006/main">
            <a:pPr algn="ctr">
              <a:defRPr sz="1725" b="1">
                <a:solidFill>
                  <a:srgbClr val="1674D1"/>
                </a:solidFill>
                <a:latin typeface="DejaVu Sans"/>
                <a:ea typeface="DejaVu Sans"/>
                <a:cs typeface="DejaVu Sans"/>
              </a:defRPr>
            </a:pPr>
            <a:r>
              <a:rPr sz="1725" b="1">
                <a:solidFill>
                  <a:srgbClr val="1674D1"/>
                </a:solidFill>
                <a:latin typeface="DejaVu Sans"/>
                <a:ea typeface="DejaVu Sans"/>
                <a:cs typeface="DejaVu Sans"/>
              </a:rPr>
              <a:t>768 ch</a:t>
            </a:r>
          </a:p>
        </p:txBody>
      </p:sp>
      <p:sp>
        <p:nvSpPr>
          <p:cNvPr id="69" name="label-272">
            <a:extLst xmlns:a="http://schemas.openxmlformats.org/drawingml/2006/main">
              <a:ext uri="{FF2B5EF4-FFF2-40B4-BE49-F238E27FC236}">
                <a16:creationId xmlns:a16="http://schemas.microsoft.com/office/drawing/2014/main" id="{3AE8362F-E300-436F-B670-E81CAEFAFD64}"/>
              </a:ext>
            </a:extLst>
          </p:cNvPr>
          <p:cNvSpPr>
            <a:spLocks xmlns:a="http://schemas.openxmlformats.org/drawingml/2006/main" noGrp="1"/>
          </p:cNvSpPr>
          <p:nvPr/>
        </p:nvSpPr>
        <p:spPr>
          <a:xfrm xmlns:a="http://schemas.openxmlformats.org/drawingml/2006/main">
            <a:off x="9182100" y="3419475"/>
            <a:ext cx="1390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0">
                <a:solidFill>
                  <a:srgbClr val="1674D1"/>
                </a:solidFill>
                <a:latin typeface="DejaVu Sans"/>
                <a:ea typeface="DejaVu Sans"/>
                <a:cs typeface="DejaVu Sans"/>
              </a:defRPr>
            </a:defPPr>
            <a:lvl1pPr algn="ctr">
              <a:defRPr sz="1650" b="0">
                <a:solidFill>
                  <a:srgbClr val="1674D1"/>
                </a:solidFill>
                <a:latin typeface="DejaVu Sans"/>
                <a:ea typeface="DejaVu Sans"/>
                <a:cs typeface="DejaVu Sans"/>
              </a:defRPr>
            </a:lvl1pPr>
            <a:lvl2pPr algn="ctr">
              <a:defRPr sz="1650" b="0">
                <a:solidFill>
                  <a:srgbClr val="1674D1"/>
                </a:solidFill>
                <a:latin typeface="DejaVu Sans"/>
                <a:ea typeface="DejaVu Sans"/>
                <a:cs typeface="DejaVu Sans"/>
              </a:defRPr>
            </a:lvl2pPr>
            <a:lvl3pPr algn="ctr">
              <a:defRPr sz="1650" b="0">
                <a:solidFill>
                  <a:srgbClr val="1674D1"/>
                </a:solidFill>
                <a:latin typeface="DejaVu Sans"/>
                <a:ea typeface="DejaVu Sans"/>
                <a:cs typeface="DejaVu Sans"/>
              </a:defRPr>
            </a:lvl3pPr>
            <a:lvl4pPr algn="ctr">
              <a:defRPr sz="1650" b="0">
                <a:solidFill>
                  <a:srgbClr val="1674D1"/>
                </a:solidFill>
                <a:latin typeface="DejaVu Sans"/>
                <a:ea typeface="DejaVu Sans"/>
                <a:cs typeface="DejaVu Sans"/>
              </a:defRPr>
            </a:lvl4pPr>
            <a:lvl5pPr algn="ctr">
              <a:defRPr sz="1650" b="0">
                <a:solidFill>
                  <a:srgbClr val="1674D1"/>
                </a:solidFill>
                <a:latin typeface="DejaVu Sans"/>
                <a:ea typeface="DejaVu Sans"/>
                <a:cs typeface="DejaVu Sans"/>
              </a:defRPr>
            </a:lvl5pPr>
            <a:lvl6pPr algn="ctr">
              <a:defRPr sz="1650" b="0">
                <a:solidFill>
                  <a:srgbClr val="1674D1"/>
                </a:solidFill>
                <a:latin typeface="DejaVu Sans"/>
                <a:ea typeface="DejaVu Sans"/>
                <a:cs typeface="DejaVu Sans"/>
              </a:defRPr>
            </a:lvl6pPr>
            <a:lvl7pPr algn="ctr">
              <a:defRPr sz="1650" b="0">
                <a:solidFill>
                  <a:srgbClr val="1674D1"/>
                </a:solidFill>
                <a:latin typeface="DejaVu Sans"/>
                <a:ea typeface="DejaVu Sans"/>
                <a:cs typeface="DejaVu Sans"/>
              </a:defRPr>
            </a:lvl7pPr>
            <a:lvl8pPr algn="ctr">
              <a:defRPr sz="1650" b="0">
                <a:solidFill>
                  <a:srgbClr val="1674D1"/>
                </a:solidFill>
                <a:latin typeface="DejaVu Sans"/>
                <a:ea typeface="DejaVu Sans"/>
                <a:cs typeface="DejaVu Sans"/>
              </a:defRPr>
            </a:lvl8pPr>
            <a:lvl9pPr algn="ctr">
              <a:defRPr sz="1650" b="0">
                <a:solidFill>
                  <a:srgbClr val="1674D1"/>
                </a:solidFill>
                <a:latin typeface="DejaVu Sans"/>
                <a:ea typeface="DejaVu Sans"/>
                <a:cs typeface="DejaVu Sans"/>
              </a:defRPr>
            </a:lvl9pPr>
          </a:lstStyle>
          <a:p xmlns:a="http://schemas.openxmlformats.org/drawingml/2006/main">
            <a:pPr algn="ctr">
              <a:defRPr sz="1650" b="0">
                <a:solidFill>
                  <a:srgbClr val="1674D1"/>
                </a:solidFill>
                <a:latin typeface="DejaVu Sans"/>
                <a:ea typeface="DejaVu Sans"/>
                <a:cs typeface="DejaVu Sans"/>
              </a:defRPr>
            </a:pPr>
            <a:r>
              <a:rPr sz="1650" b="0">
                <a:solidFill>
                  <a:srgbClr val="1674D1"/>
                </a:solidFill>
                <a:latin typeface="DejaVu Sans"/>
                <a:ea typeface="DejaVu Sans"/>
                <a:cs typeface="DejaVu Sans"/>
              </a:rPr>
              <a:t>8 × 22</a:t>
            </a:r>
          </a:p>
        </p:txBody>
      </p:sp>
      <p:sp>
        <p:nvSpPr>
          <p:cNvPr id="70" name="label-273">
            <a:extLst xmlns:a="http://schemas.openxmlformats.org/drawingml/2006/main">
              <a:ext uri="{FF2B5EF4-FFF2-40B4-BE49-F238E27FC236}">
                <a16:creationId xmlns:a16="http://schemas.microsoft.com/office/drawing/2014/main" id="{723D8BE8-340B-478F-BD1A-82664C89C9D2}"/>
              </a:ext>
            </a:extLst>
          </p:cNvPr>
          <p:cNvSpPr>
            <a:spLocks xmlns:a="http://schemas.openxmlformats.org/drawingml/2006/main" noGrp="1"/>
          </p:cNvSpPr>
          <p:nvPr/>
        </p:nvSpPr>
        <p:spPr>
          <a:xfrm xmlns:a="http://schemas.openxmlformats.org/drawingml/2006/main">
            <a:off x="9182100" y="3771900"/>
            <a:ext cx="13906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75" b="0">
                <a:solidFill>
                  <a:srgbClr val="58677C"/>
                </a:solidFill>
                <a:latin typeface="DejaVu Sans"/>
                <a:ea typeface="DejaVu Sans"/>
                <a:cs typeface="DejaVu Sans"/>
              </a:defRPr>
            </a:defPPr>
            <a:lvl1pPr algn="ctr">
              <a:defRPr sz="1575" b="0">
                <a:solidFill>
                  <a:srgbClr val="58677C"/>
                </a:solidFill>
                <a:latin typeface="DejaVu Sans"/>
                <a:ea typeface="DejaVu Sans"/>
                <a:cs typeface="DejaVu Sans"/>
              </a:defRPr>
            </a:lvl1pPr>
            <a:lvl2pPr algn="ctr">
              <a:defRPr sz="1575" b="0">
                <a:solidFill>
                  <a:srgbClr val="58677C"/>
                </a:solidFill>
                <a:latin typeface="DejaVu Sans"/>
                <a:ea typeface="DejaVu Sans"/>
                <a:cs typeface="DejaVu Sans"/>
              </a:defRPr>
            </a:lvl2pPr>
            <a:lvl3pPr algn="ctr">
              <a:defRPr sz="1575" b="0">
                <a:solidFill>
                  <a:srgbClr val="58677C"/>
                </a:solidFill>
                <a:latin typeface="DejaVu Sans"/>
                <a:ea typeface="DejaVu Sans"/>
                <a:cs typeface="DejaVu Sans"/>
              </a:defRPr>
            </a:lvl3pPr>
            <a:lvl4pPr algn="ctr">
              <a:defRPr sz="1575" b="0">
                <a:solidFill>
                  <a:srgbClr val="58677C"/>
                </a:solidFill>
                <a:latin typeface="DejaVu Sans"/>
                <a:ea typeface="DejaVu Sans"/>
                <a:cs typeface="DejaVu Sans"/>
              </a:defRPr>
            </a:lvl4pPr>
            <a:lvl5pPr algn="ctr">
              <a:defRPr sz="1575" b="0">
                <a:solidFill>
                  <a:srgbClr val="58677C"/>
                </a:solidFill>
                <a:latin typeface="DejaVu Sans"/>
                <a:ea typeface="DejaVu Sans"/>
                <a:cs typeface="DejaVu Sans"/>
              </a:defRPr>
            </a:lvl5pPr>
            <a:lvl6pPr algn="ctr">
              <a:defRPr sz="1575" b="0">
                <a:solidFill>
                  <a:srgbClr val="58677C"/>
                </a:solidFill>
                <a:latin typeface="DejaVu Sans"/>
                <a:ea typeface="DejaVu Sans"/>
                <a:cs typeface="DejaVu Sans"/>
              </a:defRPr>
            </a:lvl6pPr>
            <a:lvl7pPr algn="ctr">
              <a:defRPr sz="1575" b="0">
                <a:solidFill>
                  <a:srgbClr val="58677C"/>
                </a:solidFill>
                <a:latin typeface="DejaVu Sans"/>
                <a:ea typeface="DejaVu Sans"/>
                <a:cs typeface="DejaVu Sans"/>
              </a:defRPr>
            </a:lvl7pPr>
            <a:lvl8pPr algn="ctr">
              <a:defRPr sz="1575" b="0">
                <a:solidFill>
                  <a:srgbClr val="58677C"/>
                </a:solidFill>
                <a:latin typeface="DejaVu Sans"/>
                <a:ea typeface="DejaVu Sans"/>
                <a:cs typeface="DejaVu Sans"/>
              </a:defRPr>
            </a:lvl8pPr>
            <a:lvl9pPr algn="ctr">
              <a:defRPr sz="1575" b="0">
                <a:solidFill>
                  <a:srgbClr val="58677C"/>
                </a:solidFill>
                <a:latin typeface="DejaVu Sans"/>
                <a:ea typeface="DejaVu Sans"/>
                <a:cs typeface="DejaVu Sans"/>
              </a:defRPr>
            </a:lvl9pPr>
          </a:lstStyle>
          <a:p xmlns:a="http://schemas.openxmlformats.org/drawingml/2006/main">
            <a:pPr algn="ctr">
              <a:defRPr sz="1575" b="0">
                <a:solidFill>
                  <a:srgbClr val="58677C"/>
                </a:solidFill>
                <a:latin typeface="DejaVu Sans"/>
                <a:ea typeface="DejaVu Sans"/>
                <a:cs typeface="DejaVu Sans"/>
              </a:defRPr>
            </a:pPr>
            <a:r>
              <a:rPr sz="1575" b="0">
                <a:solidFill>
                  <a:srgbClr val="58677C"/>
                </a:solidFill>
                <a:latin typeface="DejaVu Sans"/>
                <a:ea typeface="DejaVu Sans"/>
                <a:cs typeface="DejaVu Sans"/>
              </a:rPr>
              <a:t>2 blocks</a:t>
            </a:r>
          </a:p>
        </p:txBody>
      </p:sp>
      <p:sp>
        <p:nvSpPr>
          <p:cNvPr id="71" name="path-274">
            <a:extLst xmlns:a="http://schemas.openxmlformats.org/drawingml/2006/main">
              <a:ext uri="{FF2B5EF4-FFF2-40B4-BE49-F238E27FC236}">
                <a16:creationId xmlns:a16="http://schemas.microsoft.com/office/drawing/2014/main" id="{8379A69A-9E94-4844-9976-782A55375636}"/>
              </a:ext>
            </a:extLst>
          </p:cNvPr>
          <p:cNvSpPr>
            <a:spLocks xmlns:a="http://schemas.openxmlformats.org/drawingml/2006/main" noGrp="1"/>
          </p:cNvSpPr>
          <p:nvPr/>
        </p:nvSpPr>
        <p:spPr>
          <a:xfrm xmlns:a="http://schemas.openxmlformats.org/drawingml/2006/main">
            <a:off x="8677275" y="2847975"/>
            <a:ext cx="542925" cy="953"/>
          </a:xfrm>
          <a:custGeom xmlns:a="http://schemas.openxmlformats.org/drawingml/2006/main">
            <a:pathLst>
              <a:path w="542925" h="953">
                <a:moveTo>
                  <a:pt x="0" y="0"/>
                </a:moveTo>
                <a:lnTo>
                  <a:pt x="542925" y="0"/>
                </a:lnTo>
              </a:path>
            </a:pathLst>
          </a:custGeom>
          <a:noFill xmlns:a="http://schemas.openxmlformats.org/drawingml/2006/main"/>
          <a:ln xmlns:a="http://schemas.openxmlformats.org/drawingml/2006/main" w="22860">
            <a:solidFill>
              <a:srgbClr val="1674D1"/>
            </a:solidFill>
            <a:prstDash val="solid"/>
          </a:ln>
        </p:spPr>
      </p:sp>
      <p:sp>
        <p:nvSpPr>
          <p:cNvPr id="72" name="path-275">
            <a:extLst xmlns:a="http://schemas.openxmlformats.org/drawingml/2006/main">
              <a:ext uri="{FF2B5EF4-FFF2-40B4-BE49-F238E27FC236}">
                <a16:creationId xmlns:a16="http://schemas.microsoft.com/office/drawing/2014/main" id="{941A2503-7573-45E7-9079-F222C2BA239B}"/>
              </a:ext>
            </a:extLst>
          </p:cNvPr>
          <p:cNvSpPr>
            <a:spLocks xmlns:a="http://schemas.openxmlformats.org/drawingml/2006/main" noGrp="1"/>
          </p:cNvSpPr>
          <p:nvPr/>
        </p:nvSpPr>
        <p:spPr>
          <a:xfrm xmlns:a="http://schemas.openxmlformats.org/drawingml/2006/main">
            <a:off x="9124950" y="2804160"/>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1674D1"/>
          </a:solidFill>
          <a:ln xmlns:a="http://schemas.openxmlformats.org/drawingml/2006/main" w="0">
            <a:solidFill>
              <a:srgbClr val="1674D1"/>
            </a:solidFill>
            <a:prstDash val="solid"/>
          </a:ln>
        </p:spPr>
      </p:sp>
      <p:sp>
        <p:nvSpPr>
          <p:cNvPr id="73" name="path-276">
            <a:extLst xmlns:a="http://schemas.openxmlformats.org/drawingml/2006/main">
              <a:ext uri="{FF2B5EF4-FFF2-40B4-BE49-F238E27FC236}">
                <a16:creationId xmlns:a16="http://schemas.microsoft.com/office/drawing/2014/main" id="{AF90CA2E-0A95-429A-9961-7EC92B27E4A2}"/>
              </a:ext>
            </a:extLst>
          </p:cNvPr>
          <p:cNvSpPr>
            <a:spLocks xmlns:a="http://schemas.openxmlformats.org/drawingml/2006/main" noGrp="1"/>
          </p:cNvSpPr>
          <p:nvPr/>
        </p:nvSpPr>
        <p:spPr>
          <a:xfrm xmlns:a="http://schemas.openxmlformats.org/drawingml/2006/main">
            <a:off x="3086100" y="2847975"/>
            <a:ext cx="390525" cy="953"/>
          </a:xfrm>
          <a:custGeom xmlns:a="http://schemas.openxmlformats.org/drawingml/2006/main">
            <a:pathLst>
              <a:path w="390525" h="953">
                <a:moveTo>
                  <a:pt x="0" y="0"/>
                </a:moveTo>
                <a:lnTo>
                  <a:pt x="390525" y="0"/>
                </a:lnTo>
              </a:path>
            </a:pathLst>
          </a:custGeom>
          <a:noFill xmlns:a="http://schemas.openxmlformats.org/drawingml/2006/main"/>
          <a:ln xmlns:a="http://schemas.openxmlformats.org/drawingml/2006/main" w="22860">
            <a:solidFill>
              <a:srgbClr val="1674D1"/>
            </a:solidFill>
            <a:prstDash val="solid"/>
          </a:ln>
        </p:spPr>
      </p:sp>
      <p:sp>
        <p:nvSpPr>
          <p:cNvPr id="74" name="path-277">
            <a:extLst xmlns:a="http://schemas.openxmlformats.org/drawingml/2006/main">
              <a:ext uri="{FF2B5EF4-FFF2-40B4-BE49-F238E27FC236}">
                <a16:creationId xmlns:a16="http://schemas.microsoft.com/office/drawing/2014/main" id="{70B48008-15E2-4A3D-A4CB-04FB4561E5EF}"/>
              </a:ext>
            </a:extLst>
          </p:cNvPr>
          <p:cNvSpPr>
            <a:spLocks xmlns:a="http://schemas.openxmlformats.org/drawingml/2006/main" noGrp="1"/>
          </p:cNvSpPr>
          <p:nvPr/>
        </p:nvSpPr>
        <p:spPr>
          <a:xfrm xmlns:a="http://schemas.openxmlformats.org/drawingml/2006/main">
            <a:off x="3381375" y="2804160"/>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1674D1"/>
          </a:solidFill>
          <a:ln xmlns:a="http://schemas.openxmlformats.org/drawingml/2006/main" w="0">
            <a:solidFill>
              <a:srgbClr val="1674D1"/>
            </a:solidFill>
            <a:prstDash val="solid"/>
          </a:ln>
        </p:spPr>
      </p:sp>
      <p:sp>
        <p:nvSpPr>
          <p:cNvPr id="75" name="shape-278">
            <a:extLst xmlns:a="http://schemas.openxmlformats.org/drawingml/2006/main">
              <a:ext uri="{FF2B5EF4-FFF2-40B4-BE49-F238E27FC236}">
                <a16:creationId xmlns:a16="http://schemas.microsoft.com/office/drawing/2014/main" id="{697F7914-B310-4AAF-8A5D-BC48C83FE956}"/>
              </a:ext>
            </a:extLst>
          </p:cNvPr>
          <p:cNvSpPr>
            <a:spLocks xmlns:a="http://schemas.openxmlformats.org/drawingml/2006/main" noGrp="1"/>
          </p:cNvSpPr>
          <p:nvPr/>
        </p:nvSpPr>
        <p:spPr>
          <a:xfrm xmlns:a="http://schemas.openxmlformats.org/drawingml/2006/main" rot="0">
            <a:off x="9267825" y="4467225"/>
            <a:ext cx="1323975" cy="762000"/>
          </a:xfrm>
          <a:prstGeom xmlns:a="http://schemas.openxmlformats.org/drawingml/2006/main" prst="rect">
            <a:avLst/>
          </a:prstGeom>
          <a:solidFill xmlns:a="http://schemas.openxmlformats.org/drawingml/2006/main">
            <a:srgbClr val="DFEDFC"/>
          </a:solidFill>
          <a:ln xmlns:a="http://schemas.openxmlformats.org/drawingml/2006/main" w="15240">
            <a:solidFill>
              <a:srgbClr val="1674D1"/>
            </a:solidFill>
            <a:prstDash val="solid"/>
          </a:ln>
        </p:spPr>
      </p:sp>
      <p:sp>
        <p:nvSpPr>
          <p:cNvPr id="76" name="label-279">
            <a:extLst xmlns:a="http://schemas.openxmlformats.org/drawingml/2006/main">
              <a:ext uri="{FF2B5EF4-FFF2-40B4-BE49-F238E27FC236}">
                <a16:creationId xmlns:a16="http://schemas.microsoft.com/office/drawing/2014/main" id="{B921C0D3-3D8F-4B8A-BB64-FC898A8E9BCB}"/>
              </a:ext>
            </a:extLst>
          </p:cNvPr>
          <p:cNvSpPr>
            <a:spLocks xmlns:a="http://schemas.openxmlformats.org/drawingml/2006/main" noGrp="1"/>
          </p:cNvSpPr>
          <p:nvPr/>
        </p:nvSpPr>
        <p:spPr>
          <a:xfrm xmlns:a="http://schemas.openxmlformats.org/drawingml/2006/main">
            <a:off x="9344025" y="4514850"/>
            <a:ext cx="11715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1674D1"/>
                </a:solidFill>
                <a:latin typeface="DejaVu Sans"/>
                <a:ea typeface="DejaVu Sans"/>
                <a:cs typeface="DejaVu Sans"/>
              </a:defRPr>
            </a:defPPr>
            <a:lvl1pPr algn="ctr">
              <a:defRPr sz="1800" b="1">
                <a:solidFill>
                  <a:srgbClr val="1674D1"/>
                </a:solidFill>
                <a:latin typeface="DejaVu Sans"/>
                <a:ea typeface="DejaVu Sans"/>
                <a:cs typeface="DejaVu Sans"/>
              </a:defRPr>
            </a:lvl1pPr>
            <a:lvl2pPr algn="ctr">
              <a:defRPr sz="1800" b="1">
                <a:solidFill>
                  <a:srgbClr val="1674D1"/>
                </a:solidFill>
                <a:latin typeface="DejaVu Sans"/>
                <a:ea typeface="DejaVu Sans"/>
                <a:cs typeface="DejaVu Sans"/>
              </a:defRPr>
            </a:lvl2pPr>
            <a:lvl3pPr algn="ctr">
              <a:defRPr sz="1800" b="1">
                <a:solidFill>
                  <a:srgbClr val="1674D1"/>
                </a:solidFill>
                <a:latin typeface="DejaVu Sans"/>
                <a:ea typeface="DejaVu Sans"/>
                <a:cs typeface="DejaVu Sans"/>
              </a:defRPr>
            </a:lvl3pPr>
            <a:lvl4pPr algn="ctr">
              <a:defRPr sz="1800" b="1">
                <a:solidFill>
                  <a:srgbClr val="1674D1"/>
                </a:solidFill>
                <a:latin typeface="DejaVu Sans"/>
                <a:ea typeface="DejaVu Sans"/>
                <a:cs typeface="DejaVu Sans"/>
              </a:defRPr>
            </a:lvl4pPr>
            <a:lvl5pPr algn="ctr">
              <a:defRPr sz="1800" b="1">
                <a:solidFill>
                  <a:srgbClr val="1674D1"/>
                </a:solidFill>
                <a:latin typeface="DejaVu Sans"/>
                <a:ea typeface="DejaVu Sans"/>
                <a:cs typeface="DejaVu Sans"/>
              </a:defRPr>
            </a:lvl5pPr>
            <a:lvl6pPr algn="ctr">
              <a:defRPr sz="1800" b="1">
                <a:solidFill>
                  <a:srgbClr val="1674D1"/>
                </a:solidFill>
                <a:latin typeface="DejaVu Sans"/>
                <a:ea typeface="DejaVu Sans"/>
                <a:cs typeface="DejaVu Sans"/>
              </a:defRPr>
            </a:lvl6pPr>
            <a:lvl7pPr algn="ctr">
              <a:defRPr sz="1800" b="1">
                <a:solidFill>
                  <a:srgbClr val="1674D1"/>
                </a:solidFill>
                <a:latin typeface="DejaVu Sans"/>
                <a:ea typeface="DejaVu Sans"/>
                <a:cs typeface="DejaVu Sans"/>
              </a:defRPr>
            </a:lvl7pPr>
            <a:lvl8pPr algn="ctr">
              <a:defRPr sz="1800" b="1">
                <a:solidFill>
                  <a:srgbClr val="1674D1"/>
                </a:solidFill>
                <a:latin typeface="DejaVu Sans"/>
                <a:ea typeface="DejaVu Sans"/>
                <a:cs typeface="DejaVu Sans"/>
              </a:defRPr>
            </a:lvl8pPr>
            <a:lvl9pPr algn="ctr">
              <a:defRPr sz="1800" b="1">
                <a:solidFill>
                  <a:srgbClr val="1674D1"/>
                </a:solidFill>
                <a:latin typeface="DejaVu Sans"/>
                <a:ea typeface="DejaVu Sans"/>
                <a:cs typeface="DejaVu Sans"/>
              </a:defRPr>
            </a:lvl9pPr>
          </a:lstStyle>
          <a:p xmlns:a="http://schemas.openxmlformats.org/drawingml/2006/main">
            <a:pPr algn="ctr">
              <a:defRPr sz="1800" b="1">
                <a:solidFill>
                  <a:srgbClr val="1674D1"/>
                </a:solidFill>
                <a:latin typeface="DejaVu Sans"/>
                <a:ea typeface="DejaVu Sans"/>
                <a:cs typeface="DejaVu Sans"/>
              </a:defRPr>
            </a:pPr>
            <a:r>
              <a:rPr sz="1800" b="1">
                <a:solidFill>
                  <a:srgbClr val="1674D1"/>
                </a:solidFill>
                <a:latin typeface="DejaVu Sans"/>
                <a:ea typeface="DejaVu Sans"/>
                <a:cs typeface="DejaVu Sans"/>
              </a:rPr>
              <a:t>FPN</a:t>
            </a:r>
          </a:p>
          <a:p xmlns:a="http://schemas.openxmlformats.org/drawingml/2006/main">
            <a:pPr algn="ctr">
              <a:defRPr sz="1800" b="1">
                <a:solidFill>
                  <a:srgbClr val="1674D1"/>
                </a:solidFill>
                <a:latin typeface="DejaVu Sans"/>
                <a:ea typeface="DejaVu Sans"/>
                <a:cs typeface="DejaVu Sans"/>
              </a:defRPr>
            </a:pPr>
            <a:r>
              <a:rPr sz="1800" b="1">
                <a:solidFill>
                  <a:srgbClr val="1674D1"/>
                </a:solidFill>
                <a:latin typeface="DejaVu Sans"/>
                <a:ea typeface="DejaVu Sans"/>
                <a:cs typeface="DejaVu Sans"/>
              </a:rPr>
              <a:t>256 ch</a:t>
            </a:r>
          </a:p>
        </p:txBody>
      </p:sp>
      <p:sp>
        <p:nvSpPr>
          <p:cNvPr id="77" name="shape-280">
            <a:extLst xmlns:a="http://schemas.openxmlformats.org/drawingml/2006/main">
              <a:ext uri="{FF2B5EF4-FFF2-40B4-BE49-F238E27FC236}">
                <a16:creationId xmlns:a16="http://schemas.microsoft.com/office/drawing/2014/main" id="{1D02ACBE-A0F2-4102-BC08-265F56A700B7}"/>
              </a:ext>
            </a:extLst>
          </p:cNvPr>
          <p:cNvSpPr>
            <a:spLocks xmlns:a="http://schemas.openxmlformats.org/drawingml/2006/main" noGrp="1"/>
          </p:cNvSpPr>
          <p:nvPr/>
        </p:nvSpPr>
        <p:spPr>
          <a:xfrm xmlns:a="http://schemas.openxmlformats.org/drawingml/2006/main" rot="0">
            <a:off x="7353300" y="4467225"/>
            <a:ext cx="1323975" cy="762000"/>
          </a:xfrm>
          <a:prstGeom xmlns:a="http://schemas.openxmlformats.org/drawingml/2006/main" prst="rect">
            <a:avLst/>
          </a:prstGeom>
          <a:solidFill xmlns:a="http://schemas.openxmlformats.org/drawingml/2006/main">
            <a:srgbClr val="DFEDFC"/>
          </a:solidFill>
          <a:ln xmlns:a="http://schemas.openxmlformats.org/drawingml/2006/main" w="15240">
            <a:solidFill>
              <a:srgbClr val="1674D1"/>
            </a:solidFill>
            <a:prstDash val="solid"/>
          </a:ln>
        </p:spPr>
      </p:sp>
      <p:sp>
        <p:nvSpPr>
          <p:cNvPr id="78" name="label-281">
            <a:extLst xmlns:a="http://schemas.openxmlformats.org/drawingml/2006/main">
              <a:ext uri="{FF2B5EF4-FFF2-40B4-BE49-F238E27FC236}">
                <a16:creationId xmlns:a16="http://schemas.microsoft.com/office/drawing/2014/main" id="{0D11A566-3BAC-496E-8B0F-26C2B559526C}"/>
              </a:ext>
            </a:extLst>
          </p:cNvPr>
          <p:cNvSpPr>
            <a:spLocks xmlns:a="http://schemas.openxmlformats.org/drawingml/2006/main" noGrp="1"/>
          </p:cNvSpPr>
          <p:nvPr/>
        </p:nvSpPr>
        <p:spPr>
          <a:xfrm xmlns:a="http://schemas.openxmlformats.org/drawingml/2006/main">
            <a:off x="7429500" y="4514850"/>
            <a:ext cx="11715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1674D1"/>
                </a:solidFill>
                <a:latin typeface="DejaVu Sans"/>
                <a:ea typeface="DejaVu Sans"/>
                <a:cs typeface="DejaVu Sans"/>
              </a:defRPr>
            </a:defPPr>
            <a:lvl1pPr algn="ctr">
              <a:defRPr sz="1800" b="1">
                <a:solidFill>
                  <a:srgbClr val="1674D1"/>
                </a:solidFill>
                <a:latin typeface="DejaVu Sans"/>
                <a:ea typeface="DejaVu Sans"/>
                <a:cs typeface="DejaVu Sans"/>
              </a:defRPr>
            </a:lvl1pPr>
            <a:lvl2pPr algn="ctr">
              <a:defRPr sz="1800" b="1">
                <a:solidFill>
                  <a:srgbClr val="1674D1"/>
                </a:solidFill>
                <a:latin typeface="DejaVu Sans"/>
                <a:ea typeface="DejaVu Sans"/>
                <a:cs typeface="DejaVu Sans"/>
              </a:defRPr>
            </a:lvl2pPr>
            <a:lvl3pPr algn="ctr">
              <a:defRPr sz="1800" b="1">
                <a:solidFill>
                  <a:srgbClr val="1674D1"/>
                </a:solidFill>
                <a:latin typeface="DejaVu Sans"/>
                <a:ea typeface="DejaVu Sans"/>
                <a:cs typeface="DejaVu Sans"/>
              </a:defRPr>
            </a:lvl3pPr>
            <a:lvl4pPr algn="ctr">
              <a:defRPr sz="1800" b="1">
                <a:solidFill>
                  <a:srgbClr val="1674D1"/>
                </a:solidFill>
                <a:latin typeface="DejaVu Sans"/>
                <a:ea typeface="DejaVu Sans"/>
                <a:cs typeface="DejaVu Sans"/>
              </a:defRPr>
            </a:lvl4pPr>
            <a:lvl5pPr algn="ctr">
              <a:defRPr sz="1800" b="1">
                <a:solidFill>
                  <a:srgbClr val="1674D1"/>
                </a:solidFill>
                <a:latin typeface="DejaVu Sans"/>
                <a:ea typeface="DejaVu Sans"/>
                <a:cs typeface="DejaVu Sans"/>
              </a:defRPr>
            </a:lvl5pPr>
            <a:lvl6pPr algn="ctr">
              <a:defRPr sz="1800" b="1">
                <a:solidFill>
                  <a:srgbClr val="1674D1"/>
                </a:solidFill>
                <a:latin typeface="DejaVu Sans"/>
                <a:ea typeface="DejaVu Sans"/>
                <a:cs typeface="DejaVu Sans"/>
              </a:defRPr>
            </a:lvl6pPr>
            <a:lvl7pPr algn="ctr">
              <a:defRPr sz="1800" b="1">
                <a:solidFill>
                  <a:srgbClr val="1674D1"/>
                </a:solidFill>
                <a:latin typeface="DejaVu Sans"/>
                <a:ea typeface="DejaVu Sans"/>
                <a:cs typeface="DejaVu Sans"/>
              </a:defRPr>
            </a:lvl7pPr>
            <a:lvl8pPr algn="ctr">
              <a:defRPr sz="1800" b="1">
                <a:solidFill>
                  <a:srgbClr val="1674D1"/>
                </a:solidFill>
                <a:latin typeface="DejaVu Sans"/>
                <a:ea typeface="DejaVu Sans"/>
                <a:cs typeface="DejaVu Sans"/>
              </a:defRPr>
            </a:lvl8pPr>
            <a:lvl9pPr algn="ctr">
              <a:defRPr sz="1800" b="1">
                <a:solidFill>
                  <a:srgbClr val="1674D1"/>
                </a:solidFill>
                <a:latin typeface="DejaVu Sans"/>
                <a:ea typeface="DejaVu Sans"/>
                <a:cs typeface="DejaVu Sans"/>
              </a:defRPr>
            </a:lvl9pPr>
          </a:lstStyle>
          <a:p xmlns:a="http://schemas.openxmlformats.org/drawingml/2006/main">
            <a:pPr algn="ctr">
              <a:defRPr sz="1800" b="1">
                <a:solidFill>
                  <a:srgbClr val="1674D1"/>
                </a:solidFill>
                <a:latin typeface="DejaVu Sans"/>
                <a:ea typeface="DejaVu Sans"/>
                <a:cs typeface="DejaVu Sans"/>
              </a:defRPr>
            </a:pPr>
            <a:r>
              <a:rPr sz="1800" b="1">
                <a:solidFill>
                  <a:srgbClr val="1674D1"/>
                </a:solidFill>
                <a:latin typeface="DejaVu Sans"/>
                <a:ea typeface="DejaVu Sans"/>
                <a:cs typeface="DejaVu Sans"/>
              </a:rPr>
              <a:t>FPN</a:t>
            </a:r>
          </a:p>
          <a:p xmlns:a="http://schemas.openxmlformats.org/drawingml/2006/main">
            <a:pPr algn="ctr">
              <a:defRPr sz="1800" b="1">
                <a:solidFill>
                  <a:srgbClr val="1674D1"/>
                </a:solidFill>
                <a:latin typeface="DejaVu Sans"/>
                <a:ea typeface="DejaVu Sans"/>
                <a:cs typeface="DejaVu Sans"/>
              </a:defRPr>
            </a:pPr>
            <a:r>
              <a:rPr sz="1800" b="1">
                <a:solidFill>
                  <a:srgbClr val="1674D1"/>
                </a:solidFill>
                <a:latin typeface="DejaVu Sans"/>
                <a:ea typeface="DejaVu Sans"/>
                <a:cs typeface="DejaVu Sans"/>
              </a:rPr>
              <a:t>256 ch</a:t>
            </a:r>
          </a:p>
        </p:txBody>
      </p:sp>
      <p:sp>
        <p:nvSpPr>
          <p:cNvPr id="79" name="shape-282">
            <a:extLst xmlns:a="http://schemas.openxmlformats.org/drawingml/2006/main">
              <a:ext uri="{FF2B5EF4-FFF2-40B4-BE49-F238E27FC236}">
                <a16:creationId xmlns:a16="http://schemas.microsoft.com/office/drawing/2014/main" id="{CEE264C8-2C0B-42BE-A72E-B99B2B3EB238}"/>
              </a:ext>
            </a:extLst>
          </p:cNvPr>
          <p:cNvSpPr>
            <a:spLocks xmlns:a="http://schemas.openxmlformats.org/drawingml/2006/main" noGrp="1"/>
          </p:cNvSpPr>
          <p:nvPr/>
        </p:nvSpPr>
        <p:spPr>
          <a:xfrm xmlns:a="http://schemas.openxmlformats.org/drawingml/2006/main" rot="0">
            <a:off x="5438775" y="4467225"/>
            <a:ext cx="1323975" cy="762000"/>
          </a:xfrm>
          <a:prstGeom xmlns:a="http://schemas.openxmlformats.org/drawingml/2006/main" prst="rect">
            <a:avLst/>
          </a:prstGeom>
          <a:solidFill xmlns:a="http://schemas.openxmlformats.org/drawingml/2006/main">
            <a:srgbClr val="DFEDFC"/>
          </a:solidFill>
          <a:ln xmlns:a="http://schemas.openxmlformats.org/drawingml/2006/main" w="15240">
            <a:solidFill>
              <a:srgbClr val="1674D1"/>
            </a:solidFill>
            <a:prstDash val="solid"/>
          </a:ln>
        </p:spPr>
      </p:sp>
      <p:sp>
        <p:nvSpPr>
          <p:cNvPr id="80" name="label-283">
            <a:extLst xmlns:a="http://schemas.openxmlformats.org/drawingml/2006/main">
              <a:ext uri="{FF2B5EF4-FFF2-40B4-BE49-F238E27FC236}">
                <a16:creationId xmlns:a16="http://schemas.microsoft.com/office/drawing/2014/main" id="{80013380-2368-46DF-9509-99DA1764F995}"/>
              </a:ext>
            </a:extLst>
          </p:cNvPr>
          <p:cNvSpPr>
            <a:spLocks xmlns:a="http://schemas.openxmlformats.org/drawingml/2006/main" noGrp="1"/>
          </p:cNvSpPr>
          <p:nvPr/>
        </p:nvSpPr>
        <p:spPr>
          <a:xfrm xmlns:a="http://schemas.openxmlformats.org/drawingml/2006/main">
            <a:off x="5514975" y="4514850"/>
            <a:ext cx="11715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1674D1"/>
                </a:solidFill>
                <a:latin typeface="DejaVu Sans"/>
                <a:ea typeface="DejaVu Sans"/>
                <a:cs typeface="DejaVu Sans"/>
              </a:defRPr>
            </a:defPPr>
            <a:lvl1pPr algn="ctr">
              <a:defRPr sz="1800" b="1">
                <a:solidFill>
                  <a:srgbClr val="1674D1"/>
                </a:solidFill>
                <a:latin typeface="DejaVu Sans"/>
                <a:ea typeface="DejaVu Sans"/>
                <a:cs typeface="DejaVu Sans"/>
              </a:defRPr>
            </a:lvl1pPr>
            <a:lvl2pPr algn="ctr">
              <a:defRPr sz="1800" b="1">
                <a:solidFill>
                  <a:srgbClr val="1674D1"/>
                </a:solidFill>
                <a:latin typeface="DejaVu Sans"/>
                <a:ea typeface="DejaVu Sans"/>
                <a:cs typeface="DejaVu Sans"/>
              </a:defRPr>
            </a:lvl2pPr>
            <a:lvl3pPr algn="ctr">
              <a:defRPr sz="1800" b="1">
                <a:solidFill>
                  <a:srgbClr val="1674D1"/>
                </a:solidFill>
                <a:latin typeface="DejaVu Sans"/>
                <a:ea typeface="DejaVu Sans"/>
                <a:cs typeface="DejaVu Sans"/>
              </a:defRPr>
            </a:lvl3pPr>
            <a:lvl4pPr algn="ctr">
              <a:defRPr sz="1800" b="1">
                <a:solidFill>
                  <a:srgbClr val="1674D1"/>
                </a:solidFill>
                <a:latin typeface="DejaVu Sans"/>
                <a:ea typeface="DejaVu Sans"/>
                <a:cs typeface="DejaVu Sans"/>
              </a:defRPr>
            </a:lvl4pPr>
            <a:lvl5pPr algn="ctr">
              <a:defRPr sz="1800" b="1">
                <a:solidFill>
                  <a:srgbClr val="1674D1"/>
                </a:solidFill>
                <a:latin typeface="DejaVu Sans"/>
                <a:ea typeface="DejaVu Sans"/>
                <a:cs typeface="DejaVu Sans"/>
              </a:defRPr>
            </a:lvl5pPr>
            <a:lvl6pPr algn="ctr">
              <a:defRPr sz="1800" b="1">
                <a:solidFill>
                  <a:srgbClr val="1674D1"/>
                </a:solidFill>
                <a:latin typeface="DejaVu Sans"/>
                <a:ea typeface="DejaVu Sans"/>
                <a:cs typeface="DejaVu Sans"/>
              </a:defRPr>
            </a:lvl6pPr>
            <a:lvl7pPr algn="ctr">
              <a:defRPr sz="1800" b="1">
                <a:solidFill>
                  <a:srgbClr val="1674D1"/>
                </a:solidFill>
                <a:latin typeface="DejaVu Sans"/>
                <a:ea typeface="DejaVu Sans"/>
                <a:cs typeface="DejaVu Sans"/>
              </a:defRPr>
            </a:lvl7pPr>
            <a:lvl8pPr algn="ctr">
              <a:defRPr sz="1800" b="1">
                <a:solidFill>
                  <a:srgbClr val="1674D1"/>
                </a:solidFill>
                <a:latin typeface="DejaVu Sans"/>
                <a:ea typeface="DejaVu Sans"/>
                <a:cs typeface="DejaVu Sans"/>
              </a:defRPr>
            </a:lvl8pPr>
            <a:lvl9pPr algn="ctr">
              <a:defRPr sz="1800" b="1">
                <a:solidFill>
                  <a:srgbClr val="1674D1"/>
                </a:solidFill>
                <a:latin typeface="DejaVu Sans"/>
                <a:ea typeface="DejaVu Sans"/>
                <a:cs typeface="DejaVu Sans"/>
              </a:defRPr>
            </a:lvl9pPr>
          </a:lstStyle>
          <a:p xmlns:a="http://schemas.openxmlformats.org/drawingml/2006/main">
            <a:pPr algn="ctr">
              <a:defRPr sz="1800" b="1">
                <a:solidFill>
                  <a:srgbClr val="1674D1"/>
                </a:solidFill>
                <a:latin typeface="DejaVu Sans"/>
                <a:ea typeface="DejaVu Sans"/>
                <a:cs typeface="DejaVu Sans"/>
              </a:defRPr>
            </a:pPr>
            <a:r>
              <a:rPr sz="1800" b="1">
                <a:solidFill>
                  <a:srgbClr val="1674D1"/>
                </a:solidFill>
                <a:latin typeface="DejaVu Sans"/>
                <a:ea typeface="DejaVu Sans"/>
                <a:cs typeface="DejaVu Sans"/>
              </a:rPr>
              <a:t>FPN</a:t>
            </a:r>
          </a:p>
          <a:p xmlns:a="http://schemas.openxmlformats.org/drawingml/2006/main">
            <a:pPr algn="ctr">
              <a:defRPr sz="1800" b="1">
                <a:solidFill>
                  <a:srgbClr val="1674D1"/>
                </a:solidFill>
                <a:latin typeface="DejaVu Sans"/>
                <a:ea typeface="DejaVu Sans"/>
                <a:cs typeface="DejaVu Sans"/>
              </a:defRPr>
            </a:pPr>
            <a:r>
              <a:rPr sz="1800" b="1">
                <a:solidFill>
                  <a:srgbClr val="1674D1"/>
                </a:solidFill>
                <a:latin typeface="DejaVu Sans"/>
                <a:ea typeface="DejaVu Sans"/>
                <a:cs typeface="DejaVu Sans"/>
              </a:rPr>
              <a:t>256 ch</a:t>
            </a:r>
          </a:p>
        </p:txBody>
      </p:sp>
      <p:sp>
        <p:nvSpPr>
          <p:cNvPr id="81" name="path-284">
            <a:extLst xmlns:a="http://schemas.openxmlformats.org/drawingml/2006/main">
              <a:ext uri="{FF2B5EF4-FFF2-40B4-BE49-F238E27FC236}">
                <a16:creationId xmlns:a16="http://schemas.microsoft.com/office/drawing/2014/main" id="{49FDF6FE-368E-4DA1-B0DC-16D116DD3C19}"/>
              </a:ext>
            </a:extLst>
          </p:cNvPr>
          <p:cNvSpPr>
            <a:spLocks xmlns:a="http://schemas.openxmlformats.org/drawingml/2006/main" noGrp="1"/>
          </p:cNvSpPr>
          <p:nvPr/>
        </p:nvSpPr>
        <p:spPr>
          <a:xfrm xmlns:a="http://schemas.openxmlformats.org/drawingml/2006/main">
            <a:off x="9925050" y="4095750"/>
            <a:ext cx="953" cy="371475"/>
          </a:xfrm>
          <a:custGeom xmlns:a="http://schemas.openxmlformats.org/drawingml/2006/main">
            <a:pathLst>
              <a:path w="953" h="371475">
                <a:moveTo>
                  <a:pt x="0" y="0"/>
                </a:moveTo>
                <a:lnTo>
                  <a:pt x="0" y="371475"/>
                </a:lnTo>
              </a:path>
            </a:pathLst>
          </a:custGeom>
          <a:noFill xmlns:a="http://schemas.openxmlformats.org/drawingml/2006/main"/>
          <a:ln xmlns:a="http://schemas.openxmlformats.org/drawingml/2006/main" w="22860">
            <a:solidFill>
              <a:srgbClr val="1674D1"/>
            </a:solidFill>
            <a:prstDash val="solid"/>
          </a:ln>
        </p:spPr>
      </p:sp>
      <p:sp>
        <p:nvSpPr>
          <p:cNvPr id="82" name="path-285">
            <a:extLst xmlns:a="http://schemas.openxmlformats.org/drawingml/2006/main">
              <a:ext uri="{FF2B5EF4-FFF2-40B4-BE49-F238E27FC236}">
                <a16:creationId xmlns:a16="http://schemas.microsoft.com/office/drawing/2014/main" id="{915EFF4F-7EB5-4A07-9E04-7EDA04B20DD4}"/>
              </a:ext>
            </a:extLst>
          </p:cNvPr>
          <p:cNvSpPr>
            <a:spLocks xmlns:a="http://schemas.openxmlformats.org/drawingml/2006/main" noGrp="1"/>
          </p:cNvSpPr>
          <p:nvPr/>
        </p:nvSpPr>
        <p:spPr>
          <a:xfrm xmlns:a="http://schemas.openxmlformats.org/drawingml/2006/main">
            <a:off x="9881235" y="4371975"/>
            <a:ext cx="87630" cy="95250"/>
          </a:xfrm>
          <a:custGeom xmlns:a="http://schemas.openxmlformats.org/drawingml/2006/main">
            <a:pathLst>
              <a:path w="87630" h="95250">
                <a:moveTo>
                  <a:pt x="43815" y="95250"/>
                </a:moveTo>
                <a:lnTo>
                  <a:pt x="87630" y="0"/>
                </a:lnTo>
                <a:lnTo>
                  <a:pt x="0" y="0"/>
                </a:lnTo>
                <a:close/>
              </a:path>
            </a:pathLst>
          </a:custGeom>
          <a:solidFill xmlns:a="http://schemas.openxmlformats.org/drawingml/2006/main">
            <a:srgbClr val="1674D1"/>
          </a:solidFill>
          <a:ln xmlns:a="http://schemas.openxmlformats.org/drawingml/2006/main" w="0">
            <a:solidFill>
              <a:srgbClr val="1674D1"/>
            </a:solidFill>
            <a:prstDash val="solid"/>
          </a:ln>
        </p:spPr>
      </p:sp>
      <p:sp>
        <p:nvSpPr>
          <p:cNvPr id="83" name="path-286">
            <a:extLst xmlns:a="http://schemas.openxmlformats.org/drawingml/2006/main">
              <a:ext uri="{FF2B5EF4-FFF2-40B4-BE49-F238E27FC236}">
                <a16:creationId xmlns:a16="http://schemas.microsoft.com/office/drawing/2014/main" id="{20AECCD7-330F-4E07-B488-B685BFB20EE1}"/>
              </a:ext>
            </a:extLst>
          </p:cNvPr>
          <p:cNvSpPr>
            <a:spLocks xmlns:a="http://schemas.openxmlformats.org/drawingml/2006/main" noGrp="1"/>
          </p:cNvSpPr>
          <p:nvPr/>
        </p:nvSpPr>
        <p:spPr>
          <a:xfrm xmlns:a="http://schemas.openxmlformats.org/drawingml/2006/main">
            <a:off x="8010525" y="4095750"/>
            <a:ext cx="953" cy="371475"/>
          </a:xfrm>
          <a:custGeom xmlns:a="http://schemas.openxmlformats.org/drawingml/2006/main">
            <a:pathLst>
              <a:path w="953" h="371475">
                <a:moveTo>
                  <a:pt x="0" y="0"/>
                </a:moveTo>
                <a:lnTo>
                  <a:pt x="0" y="371475"/>
                </a:lnTo>
              </a:path>
            </a:pathLst>
          </a:custGeom>
          <a:noFill xmlns:a="http://schemas.openxmlformats.org/drawingml/2006/main"/>
          <a:ln xmlns:a="http://schemas.openxmlformats.org/drawingml/2006/main" w="22860">
            <a:solidFill>
              <a:srgbClr val="1674D1"/>
            </a:solidFill>
            <a:prstDash val="solid"/>
          </a:ln>
        </p:spPr>
      </p:sp>
      <p:sp>
        <p:nvSpPr>
          <p:cNvPr id="84" name="path-287">
            <a:extLst xmlns:a="http://schemas.openxmlformats.org/drawingml/2006/main">
              <a:ext uri="{FF2B5EF4-FFF2-40B4-BE49-F238E27FC236}">
                <a16:creationId xmlns:a16="http://schemas.microsoft.com/office/drawing/2014/main" id="{30BD1CB1-698F-4BE7-B515-FC91B97A954B}"/>
              </a:ext>
            </a:extLst>
          </p:cNvPr>
          <p:cNvSpPr>
            <a:spLocks xmlns:a="http://schemas.openxmlformats.org/drawingml/2006/main" noGrp="1"/>
          </p:cNvSpPr>
          <p:nvPr/>
        </p:nvSpPr>
        <p:spPr>
          <a:xfrm xmlns:a="http://schemas.openxmlformats.org/drawingml/2006/main">
            <a:off x="7966710" y="4371975"/>
            <a:ext cx="87630" cy="95250"/>
          </a:xfrm>
          <a:custGeom xmlns:a="http://schemas.openxmlformats.org/drawingml/2006/main">
            <a:pathLst>
              <a:path w="87630" h="95250">
                <a:moveTo>
                  <a:pt x="43815" y="95250"/>
                </a:moveTo>
                <a:lnTo>
                  <a:pt x="87630" y="0"/>
                </a:lnTo>
                <a:lnTo>
                  <a:pt x="0" y="0"/>
                </a:lnTo>
                <a:close/>
              </a:path>
            </a:pathLst>
          </a:custGeom>
          <a:solidFill xmlns:a="http://schemas.openxmlformats.org/drawingml/2006/main">
            <a:srgbClr val="1674D1"/>
          </a:solidFill>
          <a:ln xmlns:a="http://schemas.openxmlformats.org/drawingml/2006/main" w="0">
            <a:solidFill>
              <a:srgbClr val="1674D1"/>
            </a:solidFill>
            <a:prstDash val="solid"/>
          </a:ln>
        </p:spPr>
      </p:sp>
      <p:sp>
        <p:nvSpPr>
          <p:cNvPr id="85" name="path-288">
            <a:extLst xmlns:a="http://schemas.openxmlformats.org/drawingml/2006/main">
              <a:ext uri="{FF2B5EF4-FFF2-40B4-BE49-F238E27FC236}">
                <a16:creationId xmlns:a16="http://schemas.microsoft.com/office/drawing/2014/main" id="{5248B12F-F1C5-402F-8BA7-5C0434D80DA0}"/>
              </a:ext>
            </a:extLst>
          </p:cNvPr>
          <p:cNvSpPr>
            <a:spLocks xmlns:a="http://schemas.openxmlformats.org/drawingml/2006/main" noGrp="1"/>
          </p:cNvSpPr>
          <p:nvPr/>
        </p:nvSpPr>
        <p:spPr>
          <a:xfrm xmlns:a="http://schemas.openxmlformats.org/drawingml/2006/main">
            <a:off x="6096000" y="4095750"/>
            <a:ext cx="953" cy="371475"/>
          </a:xfrm>
          <a:custGeom xmlns:a="http://schemas.openxmlformats.org/drawingml/2006/main">
            <a:pathLst>
              <a:path w="953" h="371475">
                <a:moveTo>
                  <a:pt x="0" y="0"/>
                </a:moveTo>
                <a:lnTo>
                  <a:pt x="0" y="371475"/>
                </a:lnTo>
              </a:path>
            </a:pathLst>
          </a:custGeom>
          <a:noFill xmlns:a="http://schemas.openxmlformats.org/drawingml/2006/main"/>
          <a:ln xmlns:a="http://schemas.openxmlformats.org/drawingml/2006/main" w="22860">
            <a:solidFill>
              <a:srgbClr val="1674D1"/>
            </a:solidFill>
            <a:prstDash val="solid"/>
          </a:ln>
        </p:spPr>
      </p:sp>
      <p:sp>
        <p:nvSpPr>
          <p:cNvPr id="86" name="path-289">
            <a:extLst xmlns:a="http://schemas.openxmlformats.org/drawingml/2006/main">
              <a:ext uri="{FF2B5EF4-FFF2-40B4-BE49-F238E27FC236}">
                <a16:creationId xmlns:a16="http://schemas.microsoft.com/office/drawing/2014/main" id="{16D96205-1F97-4CD2-B68F-3429DF3CD686}"/>
              </a:ext>
            </a:extLst>
          </p:cNvPr>
          <p:cNvSpPr>
            <a:spLocks xmlns:a="http://schemas.openxmlformats.org/drawingml/2006/main" noGrp="1"/>
          </p:cNvSpPr>
          <p:nvPr/>
        </p:nvSpPr>
        <p:spPr>
          <a:xfrm xmlns:a="http://schemas.openxmlformats.org/drawingml/2006/main">
            <a:off x="6052185" y="4371975"/>
            <a:ext cx="87630" cy="95250"/>
          </a:xfrm>
          <a:custGeom xmlns:a="http://schemas.openxmlformats.org/drawingml/2006/main">
            <a:pathLst>
              <a:path w="87630" h="95250">
                <a:moveTo>
                  <a:pt x="43815" y="95250"/>
                </a:moveTo>
                <a:lnTo>
                  <a:pt x="87630" y="0"/>
                </a:lnTo>
                <a:lnTo>
                  <a:pt x="0" y="0"/>
                </a:lnTo>
                <a:close/>
              </a:path>
            </a:pathLst>
          </a:custGeom>
          <a:solidFill xmlns:a="http://schemas.openxmlformats.org/drawingml/2006/main">
            <a:srgbClr val="1674D1"/>
          </a:solidFill>
          <a:ln xmlns:a="http://schemas.openxmlformats.org/drawingml/2006/main" w="0">
            <a:solidFill>
              <a:srgbClr val="1674D1"/>
            </a:solidFill>
            <a:prstDash val="solid"/>
          </a:ln>
        </p:spPr>
      </p:sp>
      <p:sp>
        <p:nvSpPr>
          <p:cNvPr id="87" name="path-290">
            <a:extLst xmlns:a="http://schemas.openxmlformats.org/drawingml/2006/main">
              <a:ext uri="{FF2B5EF4-FFF2-40B4-BE49-F238E27FC236}">
                <a16:creationId xmlns:a16="http://schemas.microsoft.com/office/drawing/2014/main" id="{1092F921-FB5A-47BC-B908-02C831031E3A}"/>
              </a:ext>
            </a:extLst>
          </p:cNvPr>
          <p:cNvSpPr>
            <a:spLocks xmlns:a="http://schemas.openxmlformats.org/drawingml/2006/main" noGrp="1"/>
          </p:cNvSpPr>
          <p:nvPr/>
        </p:nvSpPr>
        <p:spPr>
          <a:xfrm xmlns:a="http://schemas.openxmlformats.org/drawingml/2006/main">
            <a:off x="8677275" y="4857750"/>
            <a:ext cx="590550" cy="953"/>
          </a:xfrm>
          <a:custGeom xmlns:a="http://schemas.openxmlformats.org/drawingml/2006/main">
            <a:pathLst>
              <a:path w="590550" h="953">
                <a:moveTo>
                  <a:pt x="590550" y="0"/>
                </a:moveTo>
                <a:lnTo>
                  <a:pt x="0" y="0"/>
                </a:lnTo>
              </a:path>
            </a:pathLst>
          </a:custGeom>
          <a:noFill xmlns:a="http://schemas.openxmlformats.org/drawingml/2006/main"/>
          <a:ln xmlns:a="http://schemas.openxmlformats.org/drawingml/2006/main" w="22860">
            <a:solidFill>
              <a:srgbClr val="1674D1"/>
            </a:solidFill>
            <a:prstDash val="solid"/>
          </a:ln>
        </p:spPr>
      </p:sp>
      <p:sp>
        <p:nvSpPr>
          <p:cNvPr id="88" name="path-291">
            <a:extLst xmlns:a="http://schemas.openxmlformats.org/drawingml/2006/main">
              <a:ext uri="{FF2B5EF4-FFF2-40B4-BE49-F238E27FC236}">
                <a16:creationId xmlns:a16="http://schemas.microsoft.com/office/drawing/2014/main" id="{C7D79B64-C292-42CE-8B3F-AA52F76736F5}"/>
              </a:ext>
            </a:extLst>
          </p:cNvPr>
          <p:cNvSpPr>
            <a:spLocks xmlns:a="http://schemas.openxmlformats.org/drawingml/2006/main" noGrp="1"/>
          </p:cNvSpPr>
          <p:nvPr/>
        </p:nvSpPr>
        <p:spPr>
          <a:xfrm xmlns:a="http://schemas.openxmlformats.org/drawingml/2006/main">
            <a:off x="8677275" y="4813935"/>
            <a:ext cx="95250" cy="87630"/>
          </a:xfrm>
          <a:custGeom xmlns:a="http://schemas.openxmlformats.org/drawingml/2006/main">
            <a:pathLst>
              <a:path w="95250" h="87630">
                <a:moveTo>
                  <a:pt x="0" y="43815"/>
                </a:moveTo>
                <a:lnTo>
                  <a:pt x="95250" y="87630"/>
                </a:lnTo>
                <a:lnTo>
                  <a:pt x="95250" y="0"/>
                </a:lnTo>
                <a:close/>
              </a:path>
            </a:pathLst>
          </a:custGeom>
          <a:solidFill xmlns:a="http://schemas.openxmlformats.org/drawingml/2006/main">
            <a:srgbClr val="1674D1"/>
          </a:solidFill>
          <a:ln xmlns:a="http://schemas.openxmlformats.org/drawingml/2006/main" w="0">
            <a:solidFill>
              <a:srgbClr val="1674D1"/>
            </a:solidFill>
            <a:prstDash val="solid"/>
          </a:ln>
        </p:spPr>
      </p:sp>
      <p:sp>
        <p:nvSpPr>
          <p:cNvPr id="89" name="path-292">
            <a:extLst xmlns:a="http://schemas.openxmlformats.org/drawingml/2006/main">
              <a:ext uri="{FF2B5EF4-FFF2-40B4-BE49-F238E27FC236}">
                <a16:creationId xmlns:a16="http://schemas.microsoft.com/office/drawing/2014/main" id="{21945F3E-1BE4-432D-9FB0-CCB8B0D4A090}"/>
              </a:ext>
            </a:extLst>
          </p:cNvPr>
          <p:cNvSpPr>
            <a:spLocks xmlns:a="http://schemas.openxmlformats.org/drawingml/2006/main" noGrp="1"/>
          </p:cNvSpPr>
          <p:nvPr/>
        </p:nvSpPr>
        <p:spPr>
          <a:xfrm xmlns:a="http://schemas.openxmlformats.org/drawingml/2006/main">
            <a:off x="6762750" y="4857750"/>
            <a:ext cx="590550" cy="953"/>
          </a:xfrm>
          <a:custGeom xmlns:a="http://schemas.openxmlformats.org/drawingml/2006/main">
            <a:pathLst>
              <a:path w="590550" h="953">
                <a:moveTo>
                  <a:pt x="590550" y="0"/>
                </a:moveTo>
                <a:lnTo>
                  <a:pt x="0" y="0"/>
                </a:lnTo>
              </a:path>
            </a:pathLst>
          </a:custGeom>
          <a:noFill xmlns:a="http://schemas.openxmlformats.org/drawingml/2006/main"/>
          <a:ln xmlns:a="http://schemas.openxmlformats.org/drawingml/2006/main" w="22860">
            <a:solidFill>
              <a:srgbClr val="1674D1"/>
            </a:solidFill>
            <a:prstDash val="solid"/>
          </a:ln>
        </p:spPr>
      </p:sp>
      <p:sp>
        <p:nvSpPr>
          <p:cNvPr id="90" name="path-293">
            <a:extLst xmlns:a="http://schemas.openxmlformats.org/drawingml/2006/main">
              <a:ext uri="{FF2B5EF4-FFF2-40B4-BE49-F238E27FC236}">
                <a16:creationId xmlns:a16="http://schemas.microsoft.com/office/drawing/2014/main" id="{FB490DCC-8EE6-4C6C-99DF-E545D52E1ADF}"/>
              </a:ext>
            </a:extLst>
          </p:cNvPr>
          <p:cNvSpPr>
            <a:spLocks xmlns:a="http://schemas.openxmlformats.org/drawingml/2006/main" noGrp="1"/>
          </p:cNvSpPr>
          <p:nvPr/>
        </p:nvSpPr>
        <p:spPr>
          <a:xfrm xmlns:a="http://schemas.openxmlformats.org/drawingml/2006/main">
            <a:off x="6762750" y="4813935"/>
            <a:ext cx="95250" cy="87630"/>
          </a:xfrm>
          <a:custGeom xmlns:a="http://schemas.openxmlformats.org/drawingml/2006/main">
            <a:pathLst>
              <a:path w="95250" h="87630">
                <a:moveTo>
                  <a:pt x="0" y="43815"/>
                </a:moveTo>
                <a:lnTo>
                  <a:pt x="95250" y="87630"/>
                </a:lnTo>
                <a:lnTo>
                  <a:pt x="95250" y="0"/>
                </a:lnTo>
                <a:close/>
              </a:path>
            </a:pathLst>
          </a:custGeom>
          <a:solidFill xmlns:a="http://schemas.openxmlformats.org/drawingml/2006/main">
            <a:srgbClr val="1674D1"/>
          </a:solidFill>
          <a:ln xmlns:a="http://schemas.openxmlformats.org/drawingml/2006/main" w="0">
            <a:solidFill>
              <a:srgbClr val="1674D1"/>
            </a:solidFill>
            <a:prstDash val="solid"/>
          </a:ln>
        </p:spPr>
      </p:sp>
      <p:sp>
        <p:nvSpPr>
          <p:cNvPr id="91" name="label-294">
            <a:extLst xmlns:a="http://schemas.openxmlformats.org/drawingml/2006/main">
              <a:ext uri="{FF2B5EF4-FFF2-40B4-BE49-F238E27FC236}">
                <a16:creationId xmlns:a16="http://schemas.microsoft.com/office/drawing/2014/main" id="{A1232E98-F6F0-4D4E-9E9F-721392414029}"/>
              </a:ext>
            </a:extLst>
          </p:cNvPr>
          <p:cNvSpPr>
            <a:spLocks xmlns:a="http://schemas.openxmlformats.org/drawingml/2006/main" noGrp="1"/>
          </p:cNvSpPr>
          <p:nvPr/>
        </p:nvSpPr>
        <p:spPr>
          <a:xfrm xmlns:a="http://schemas.openxmlformats.org/drawingml/2006/main">
            <a:off x="7219950" y="5362575"/>
            <a:ext cx="35909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0">
                <a:solidFill>
                  <a:srgbClr val="1674D1"/>
                </a:solidFill>
                <a:latin typeface="DejaVu Sans"/>
                <a:ea typeface="DejaVu Sans"/>
                <a:cs typeface="DejaVu Sans"/>
              </a:defRPr>
            </a:defPPr>
            <a:lvl1pPr algn="ctr">
              <a:defRPr sz="1650" b="0">
                <a:solidFill>
                  <a:srgbClr val="1674D1"/>
                </a:solidFill>
                <a:latin typeface="DejaVu Sans"/>
                <a:ea typeface="DejaVu Sans"/>
                <a:cs typeface="DejaVu Sans"/>
              </a:defRPr>
            </a:lvl1pPr>
            <a:lvl2pPr algn="ctr">
              <a:defRPr sz="1650" b="0">
                <a:solidFill>
                  <a:srgbClr val="1674D1"/>
                </a:solidFill>
                <a:latin typeface="DejaVu Sans"/>
                <a:ea typeface="DejaVu Sans"/>
                <a:cs typeface="DejaVu Sans"/>
              </a:defRPr>
            </a:lvl2pPr>
            <a:lvl3pPr algn="ctr">
              <a:defRPr sz="1650" b="0">
                <a:solidFill>
                  <a:srgbClr val="1674D1"/>
                </a:solidFill>
                <a:latin typeface="DejaVu Sans"/>
                <a:ea typeface="DejaVu Sans"/>
                <a:cs typeface="DejaVu Sans"/>
              </a:defRPr>
            </a:lvl3pPr>
            <a:lvl4pPr algn="ctr">
              <a:defRPr sz="1650" b="0">
                <a:solidFill>
                  <a:srgbClr val="1674D1"/>
                </a:solidFill>
                <a:latin typeface="DejaVu Sans"/>
                <a:ea typeface="DejaVu Sans"/>
                <a:cs typeface="DejaVu Sans"/>
              </a:defRPr>
            </a:lvl4pPr>
            <a:lvl5pPr algn="ctr">
              <a:defRPr sz="1650" b="0">
                <a:solidFill>
                  <a:srgbClr val="1674D1"/>
                </a:solidFill>
                <a:latin typeface="DejaVu Sans"/>
                <a:ea typeface="DejaVu Sans"/>
                <a:cs typeface="DejaVu Sans"/>
              </a:defRPr>
            </a:lvl5pPr>
            <a:lvl6pPr algn="ctr">
              <a:defRPr sz="1650" b="0">
                <a:solidFill>
                  <a:srgbClr val="1674D1"/>
                </a:solidFill>
                <a:latin typeface="DejaVu Sans"/>
                <a:ea typeface="DejaVu Sans"/>
                <a:cs typeface="DejaVu Sans"/>
              </a:defRPr>
            </a:lvl6pPr>
            <a:lvl7pPr algn="ctr">
              <a:defRPr sz="1650" b="0">
                <a:solidFill>
                  <a:srgbClr val="1674D1"/>
                </a:solidFill>
                <a:latin typeface="DejaVu Sans"/>
                <a:ea typeface="DejaVu Sans"/>
                <a:cs typeface="DejaVu Sans"/>
              </a:defRPr>
            </a:lvl7pPr>
            <a:lvl8pPr algn="ctr">
              <a:defRPr sz="1650" b="0">
                <a:solidFill>
                  <a:srgbClr val="1674D1"/>
                </a:solidFill>
                <a:latin typeface="DejaVu Sans"/>
                <a:ea typeface="DejaVu Sans"/>
                <a:cs typeface="DejaVu Sans"/>
              </a:defRPr>
            </a:lvl8pPr>
            <a:lvl9pPr algn="ctr">
              <a:defRPr sz="1650" b="0">
                <a:solidFill>
                  <a:srgbClr val="1674D1"/>
                </a:solidFill>
                <a:latin typeface="DejaVu Sans"/>
                <a:ea typeface="DejaVu Sans"/>
                <a:cs typeface="DejaVu Sans"/>
              </a:defRPr>
            </a:lvl9pPr>
          </a:lstStyle>
          <a:p xmlns:a="http://schemas.openxmlformats.org/drawingml/2006/main">
            <a:pPr algn="ctr">
              <a:defRPr sz="1650" b="0">
                <a:solidFill>
                  <a:srgbClr val="1674D1"/>
                </a:solidFill>
                <a:latin typeface="DejaVu Sans"/>
                <a:ea typeface="DejaVu Sans"/>
                <a:cs typeface="DejaVu Sans"/>
              </a:defRPr>
            </a:pPr>
            <a:r>
              <a:rPr sz="1650" b="0">
                <a:solidFill>
                  <a:srgbClr val="1674D1"/>
                </a:solidFill>
                <a:latin typeface="DejaVu Sans"/>
                <a:ea typeface="DejaVu Sans"/>
                <a:cs typeface="DejaVu Sans"/>
              </a:rPr>
              <a:t>Upsample + merge</a:t>
            </a:r>
          </a:p>
        </p:txBody>
      </p:sp>
      <p:sp>
        <p:nvSpPr>
          <p:cNvPr id="92" name="path-295">
            <a:extLst xmlns:a="http://schemas.openxmlformats.org/drawingml/2006/main">
              <a:ext uri="{FF2B5EF4-FFF2-40B4-BE49-F238E27FC236}">
                <a16:creationId xmlns:a16="http://schemas.microsoft.com/office/drawing/2014/main" id="{EAB661E1-8863-42A2-9367-F6772CBD9B85}"/>
              </a:ext>
            </a:extLst>
          </p:cNvPr>
          <p:cNvSpPr>
            <a:spLocks xmlns:a="http://schemas.openxmlformats.org/drawingml/2006/main" noGrp="1"/>
          </p:cNvSpPr>
          <p:nvPr/>
        </p:nvSpPr>
        <p:spPr>
          <a:xfrm xmlns:a="http://schemas.openxmlformats.org/drawingml/2006/main">
            <a:off x="4238625" y="4848225"/>
            <a:ext cx="1200150" cy="953"/>
          </a:xfrm>
          <a:custGeom xmlns:a="http://schemas.openxmlformats.org/drawingml/2006/main">
            <a:pathLst>
              <a:path w="1200150" h="953">
                <a:moveTo>
                  <a:pt x="1200150" y="0"/>
                </a:moveTo>
                <a:lnTo>
                  <a:pt x="0" y="0"/>
                </a:lnTo>
              </a:path>
            </a:pathLst>
          </a:custGeom>
          <a:noFill xmlns:a="http://schemas.openxmlformats.org/drawingml/2006/main"/>
          <a:ln xmlns:a="http://schemas.openxmlformats.org/drawingml/2006/main" w="22860">
            <a:solidFill>
              <a:srgbClr val="1674D1"/>
            </a:solidFill>
            <a:prstDash val="solid"/>
          </a:ln>
        </p:spPr>
      </p:sp>
      <p:sp>
        <p:nvSpPr>
          <p:cNvPr id="93" name="path-296">
            <a:extLst xmlns:a="http://schemas.openxmlformats.org/drawingml/2006/main">
              <a:ext uri="{FF2B5EF4-FFF2-40B4-BE49-F238E27FC236}">
                <a16:creationId xmlns:a16="http://schemas.microsoft.com/office/drawing/2014/main" id="{7C53F396-51C6-4ACF-B4FE-5FE0D5FCCE01}"/>
              </a:ext>
            </a:extLst>
          </p:cNvPr>
          <p:cNvSpPr>
            <a:spLocks xmlns:a="http://schemas.openxmlformats.org/drawingml/2006/main" noGrp="1"/>
          </p:cNvSpPr>
          <p:nvPr/>
        </p:nvSpPr>
        <p:spPr>
          <a:xfrm xmlns:a="http://schemas.openxmlformats.org/drawingml/2006/main">
            <a:off x="4238625" y="4804410"/>
            <a:ext cx="95250" cy="87630"/>
          </a:xfrm>
          <a:custGeom xmlns:a="http://schemas.openxmlformats.org/drawingml/2006/main">
            <a:pathLst>
              <a:path w="95250" h="87630">
                <a:moveTo>
                  <a:pt x="0" y="43815"/>
                </a:moveTo>
                <a:lnTo>
                  <a:pt x="95250" y="87630"/>
                </a:lnTo>
                <a:lnTo>
                  <a:pt x="95250" y="0"/>
                </a:lnTo>
                <a:close/>
              </a:path>
            </a:pathLst>
          </a:custGeom>
          <a:solidFill xmlns:a="http://schemas.openxmlformats.org/drawingml/2006/main">
            <a:srgbClr val="1674D1"/>
          </a:solidFill>
          <a:ln xmlns:a="http://schemas.openxmlformats.org/drawingml/2006/main" w="0">
            <a:solidFill>
              <a:srgbClr val="1674D1"/>
            </a:solidFill>
            <a:prstDash val="solid"/>
          </a:ln>
        </p:spPr>
      </p:sp>
      <p:sp>
        <p:nvSpPr>
          <p:cNvPr id="94" name="shape-297">
            <a:extLst xmlns:a="http://schemas.openxmlformats.org/drawingml/2006/main">
              <a:ext uri="{FF2B5EF4-FFF2-40B4-BE49-F238E27FC236}">
                <a16:creationId xmlns:a16="http://schemas.microsoft.com/office/drawing/2014/main" id="{7CBCD960-696B-4814-95FA-087DB89F68D9}"/>
              </a:ext>
            </a:extLst>
          </p:cNvPr>
          <p:cNvSpPr>
            <a:spLocks xmlns:a="http://schemas.openxmlformats.org/drawingml/2006/main" noGrp="1"/>
          </p:cNvSpPr>
          <p:nvPr/>
        </p:nvSpPr>
        <p:spPr>
          <a:xfrm xmlns:a="http://schemas.openxmlformats.org/drawingml/2006/main" rot="0">
            <a:off x="619125" y="4429125"/>
            <a:ext cx="3619500" cy="857250"/>
          </a:xfrm>
          <a:prstGeom xmlns:a="http://schemas.openxmlformats.org/drawingml/2006/main" prst="rect">
            <a:avLst/>
          </a:prstGeom>
          <a:solidFill xmlns:a="http://schemas.openxmlformats.org/drawingml/2006/main">
            <a:srgbClr val="DFEDFC"/>
          </a:solidFill>
          <a:ln xmlns:a="http://schemas.openxmlformats.org/drawingml/2006/main" w="15240">
            <a:solidFill>
              <a:srgbClr val="1674D1"/>
            </a:solidFill>
            <a:prstDash val="solid"/>
          </a:ln>
        </p:spPr>
      </p:sp>
      <p:sp>
        <p:nvSpPr>
          <p:cNvPr id="95" name="label-298">
            <a:extLst xmlns:a="http://schemas.openxmlformats.org/drawingml/2006/main">
              <a:ext uri="{FF2B5EF4-FFF2-40B4-BE49-F238E27FC236}">
                <a16:creationId xmlns:a16="http://schemas.microsoft.com/office/drawing/2014/main" id="{714D40C8-CD77-46BC-B776-79257E06A186}"/>
              </a:ext>
            </a:extLst>
          </p:cNvPr>
          <p:cNvSpPr>
            <a:spLocks xmlns:a="http://schemas.openxmlformats.org/drawingml/2006/main" noGrp="1"/>
          </p:cNvSpPr>
          <p:nvPr/>
        </p:nvSpPr>
        <p:spPr>
          <a:xfrm xmlns:a="http://schemas.openxmlformats.org/drawingml/2006/main">
            <a:off x="695325" y="4476750"/>
            <a:ext cx="34671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950" b="1">
                <a:solidFill>
                  <a:srgbClr val="1674D1"/>
                </a:solidFill>
                <a:latin typeface="DejaVu Sans"/>
                <a:ea typeface="DejaVu Sans"/>
                <a:cs typeface="DejaVu Sans"/>
              </a:defRPr>
            </a:defPPr>
            <a:lvl1pPr algn="ctr">
              <a:defRPr sz="1950" b="1">
                <a:solidFill>
                  <a:srgbClr val="1674D1"/>
                </a:solidFill>
                <a:latin typeface="DejaVu Sans"/>
                <a:ea typeface="DejaVu Sans"/>
                <a:cs typeface="DejaVu Sans"/>
              </a:defRPr>
            </a:lvl1pPr>
            <a:lvl2pPr algn="ctr">
              <a:defRPr sz="1950" b="1">
                <a:solidFill>
                  <a:srgbClr val="1674D1"/>
                </a:solidFill>
                <a:latin typeface="DejaVu Sans"/>
                <a:ea typeface="DejaVu Sans"/>
                <a:cs typeface="DejaVu Sans"/>
              </a:defRPr>
            </a:lvl2pPr>
            <a:lvl3pPr algn="ctr">
              <a:defRPr sz="1950" b="1">
                <a:solidFill>
                  <a:srgbClr val="1674D1"/>
                </a:solidFill>
                <a:latin typeface="DejaVu Sans"/>
                <a:ea typeface="DejaVu Sans"/>
                <a:cs typeface="DejaVu Sans"/>
              </a:defRPr>
            </a:lvl3pPr>
            <a:lvl4pPr algn="ctr">
              <a:defRPr sz="1950" b="1">
                <a:solidFill>
                  <a:srgbClr val="1674D1"/>
                </a:solidFill>
                <a:latin typeface="DejaVu Sans"/>
                <a:ea typeface="DejaVu Sans"/>
                <a:cs typeface="DejaVu Sans"/>
              </a:defRPr>
            </a:lvl4pPr>
            <a:lvl5pPr algn="ctr">
              <a:defRPr sz="1950" b="1">
                <a:solidFill>
                  <a:srgbClr val="1674D1"/>
                </a:solidFill>
                <a:latin typeface="DejaVu Sans"/>
                <a:ea typeface="DejaVu Sans"/>
                <a:cs typeface="DejaVu Sans"/>
              </a:defRPr>
            </a:lvl5pPr>
            <a:lvl6pPr algn="ctr">
              <a:defRPr sz="1950" b="1">
                <a:solidFill>
                  <a:srgbClr val="1674D1"/>
                </a:solidFill>
                <a:latin typeface="DejaVu Sans"/>
                <a:ea typeface="DejaVu Sans"/>
                <a:cs typeface="DejaVu Sans"/>
              </a:defRPr>
            </a:lvl6pPr>
            <a:lvl7pPr algn="ctr">
              <a:defRPr sz="1950" b="1">
                <a:solidFill>
                  <a:srgbClr val="1674D1"/>
                </a:solidFill>
                <a:latin typeface="DejaVu Sans"/>
                <a:ea typeface="DejaVu Sans"/>
                <a:cs typeface="DejaVu Sans"/>
              </a:defRPr>
            </a:lvl7pPr>
            <a:lvl8pPr algn="ctr">
              <a:defRPr sz="1950" b="1">
                <a:solidFill>
                  <a:srgbClr val="1674D1"/>
                </a:solidFill>
                <a:latin typeface="DejaVu Sans"/>
                <a:ea typeface="DejaVu Sans"/>
                <a:cs typeface="DejaVu Sans"/>
              </a:defRPr>
            </a:lvl8pPr>
            <a:lvl9pPr algn="ctr">
              <a:defRPr sz="1950" b="1">
                <a:solidFill>
                  <a:srgbClr val="1674D1"/>
                </a:solidFill>
                <a:latin typeface="DejaVu Sans"/>
                <a:ea typeface="DejaVu Sans"/>
                <a:cs typeface="DejaVu Sans"/>
              </a:defRPr>
            </a:lvl9pPr>
          </a:lstStyle>
          <a:p xmlns:a="http://schemas.openxmlformats.org/drawingml/2006/main">
            <a:pPr algn="ctr">
              <a:defRPr sz="1950" b="1">
                <a:solidFill>
                  <a:srgbClr val="1674D1"/>
                </a:solidFill>
                <a:latin typeface="DejaVu Sans"/>
                <a:ea typeface="DejaVu Sans"/>
                <a:cs typeface="DejaVu Sans"/>
              </a:defRPr>
            </a:pPr>
            <a:r>
              <a:rPr sz="1950" b="1">
                <a:solidFill>
                  <a:srgbClr val="1674D1"/>
                </a:solidFill>
                <a:latin typeface="DejaVu Sans"/>
                <a:ea typeface="DejaVu Sans"/>
                <a:cs typeface="DejaVu Sans"/>
              </a:rPr>
              <a:t>Selected feature</a:t>
            </a:r>
          </a:p>
          <a:p xmlns:a="http://schemas.openxmlformats.org/drawingml/2006/main">
            <a:pPr algn="ctr">
              <a:defRPr sz="1950" b="1">
                <a:solidFill>
                  <a:srgbClr val="1674D1"/>
                </a:solidFill>
                <a:latin typeface="DejaVu Sans"/>
                <a:ea typeface="DejaVu Sans"/>
                <a:cs typeface="DejaVu Sans"/>
              </a:defRPr>
            </a:pPr>
            <a:r>
              <a:rPr sz="1950" b="1">
                <a:solidFill>
                  <a:srgbClr val="1674D1"/>
                </a:solidFill>
                <a:latin typeface="DejaVu Sans"/>
                <a:ea typeface="DejaVu Sans"/>
                <a:cs typeface="DejaVu Sans"/>
              </a:rPr>
              <a:t>256 × 32 × 88</a:t>
            </a:r>
          </a:p>
        </p:txBody>
      </p:sp>
      <p:sp>
        <p:nvSpPr>
          <p:cNvPr id="96" name="path-299">
            <a:extLst xmlns:a="http://schemas.openxmlformats.org/drawingml/2006/main">
              <a:ext uri="{FF2B5EF4-FFF2-40B4-BE49-F238E27FC236}">
                <a16:creationId xmlns:a16="http://schemas.microsoft.com/office/drawing/2014/main" id="{B0DED478-277A-4AB8-AF39-C47829DBD33A}"/>
              </a:ext>
            </a:extLst>
          </p:cNvPr>
          <p:cNvSpPr>
            <a:spLocks xmlns:a="http://schemas.openxmlformats.org/drawingml/2006/main" noGrp="1"/>
          </p:cNvSpPr>
          <p:nvPr/>
        </p:nvSpPr>
        <p:spPr>
          <a:xfrm xmlns:a="http://schemas.openxmlformats.org/drawingml/2006/main">
            <a:off x="533400" y="6019800"/>
            <a:ext cx="11125200" cy="953"/>
          </a:xfrm>
          <a:custGeom xmlns:a="http://schemas.openxmlformats.org/drawingml/2006/main">
            <a:pathLst>
              <a:path w="11125200" h="953">
                <a:moveTo>
                  <a:pt x="0" y="0"/>
                </a:moveTo>
                <a:lnTo>
                  <a:pt x="11125200" y="0"/>
                </a:lnTo>
              </a:path>
            </a:pathLst>
          </a:custGeom>
          <a:noFill xmlns:a="http://schemas.openxmlformats.org/drawingml/2006/main"/>
          <a:ln xmlns:a="http://schemas.openxmlformats.org/drawingml/2006/main" w="9525">
            <a:solidFill>
              <a:srgbClr val="CFD7E2"/>
            </a:solidFill>
            <a:prstDash val="solid"/>
          </a:ln>
        </p:spPr>
      </p:sp>
      <p:sp>
        <p:nvSpPr>
          <p:cNvPr id="97" name="label-300">
            <a:extLst xmlns:a="http://schemas.openxmlformats.org/drawingml/2006/main">
              <a:ext uri="{FF2B5EF4-FFF2-40B4-BE49-F238E27FC236}">
                <a16:creationId xmlns:a16="http://schemas.microsoft.com/office/drawing/2014/main" id="{10A12E40-46C1-4FF3-B2D4-411BD4D0045F}"/>
              </a:ext>
            </a:extLst>
          </p:cNvPr>
          <p:cNvSpPr>
            <a:spLocks xmlns:a="http://schemas.openxmlformats.org/drawingml/2006/main" noGrp="1"/>
          </p:cNvSpPr>
          <p:nvPr/>
        </p:nvSpPr>
        <p:spPr>
          <a:xfrm xmlns:a="http://schemas.openxmlformats.org/drawingml/2006/main">
            <a:off x="533400" y="6181725"/>
            <a:ext cx="10334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6253B"/>
                </a:solidFill>
                <a:latin typeface="DejaVu Sans"/>
                <a:ea typeface="DejaVu Sans"/>
                <a:cs typeface="DejaVu Sans"/>
              </a:defRPr>
            </a:defPPr>
            <a:lvl1pPr algn="l">
              <a:defRPr sz="1725" b="0">
                <a:solidFill>
                  <a:srgbClr val="16253B"/>
                </a:solidFill>
                <a:latin typeface="DejaVu Sans"/>
                <a:ea typeface="DejaVu Sans"/>
                <a:cs typeface="DejaVu Sans"/>
              </a:defRPr>
            </a:lvl1pPr>
            <a:lvl2pPr algn="l">
              <a:defRPr sz="1725" b="0">
                <a:solidFill>
                  <a:srgbClr val="16253B"/>
                </a:solidFill>
                <a:latin typeface="DejaVu Sans"/>
                <a:ea typeface="DejaVu Sans"/>
                <a:cs typeface="DejaVu Sans"/>
              </a:defRPr>
            </a:lvl2pPr>
            <a:lvl3pPr algn="l">
              <a:defRPr sz="1725" b="0">
                <a:solidFill>
                  <a:srgbClr val="16253B"/>
                </a:solidFill>
                <a:latin typeface="DejaVu Sans"/>
                <a:ea typeface="DejaVu Sans"/>
                <a:cs typeface="DejaVu Sans"/>
              </a:defRPr>
            </a:lvl3pPr>
            <a:lvl4pPr algn="l">
              <a:defRPr sz="1725" b="0">
                <a:solidFill>
                  <a:srgbClr val="16253B"/>
                </a:solidFill>
                <a:latin typeface="DejaVu Sans"/>
                <a:ea typeface="DejaVu Sans"/>
                <a:cs typeface="DejaVu Sans"/>
              </a:defRPr>
            </a:lvl4pPr>
            <a:lvl5pPr algn="l">
              <a:defRPr sz="1725" b="0">
                <a:solidFill>
                  <a:srgbClr val="16253B"/>
                </a:solidFill>
                <a:latin typeface="DejaVu Sans"/>
                <a:ea typeface="DejaVu Sans"/>
                <a:cs typeface="DejaVu Sans"/>
              </a:defRPr>
            </a:lvl5pPr>
            <a:lvl6pPr algn="l">
              <a:defRPr sz="1725" b="0">
                <a:solidFill>
                  <a:srgbClr val="16253B"/>
                </a:solidFill>
                <a:latin typeface="DejaVu Sans"/>
                <a:ea typeface="DejaVu Sans"/>
                <a:cs typeface="DejaVu Sans"/>
              </a:defRPr>
            </a:lvl6pPr>
            <a:lvl7pPr algn="l">
              <a:defRPr sz="1725" b="0">
                <a:solidFill>
                  <a:srgbClr val="16253B"/>
                </a:solidFill>
                <a:latin typeface="DejaVu Sans"/>
                <a:ea typeface="DejaVu Sans"/>
                <a:cs typeface="DejaVu Sans"/>
              </a:defRPr>
            </a:lvl7pPr>
            <a:lvl8pPr algn="l">
              <a:defRPr sz="1725" b="0">
                <a:solidFill>
                  <a:srgbClr val="16253B"/>
                </a:solidFill>
                <a:latin typeface="DejaVu Sans"/>
                <a:ea typeface="DejaVu Sans"/>
                <a:cs typeface="DejaVu Sans"/>
              </a:defRPr>
            </a:lvl8pPr>
            <a:lvl9pPr algn="l">
              <a:defRPr sz="1725" b="0">
                <a:solidFill>
                  <a:srgbClr val="16253B"/>
                </a:solidFill>
                <a:latin typeface="DejaVu Sans"/>
                <a:ea typeface="DejaVu Sans"/>
                <a:cs typeface="DejaVu Sans"/>
              </a:defRPr>
            </a:lvl9pPr>
          </a:lstStyle>
          <a:p xmlns:a="http://schemas.openxmlformats.org/drawingml/2006/main">
            <a:pPr algn="l">
              <a:defRPr sz="1725" b="0">
                <a:solidFill>
                  <a:srgbClr val="16253B"/>
                </a:solidFill>
                <a:latin typeface="DejaVu Sans"/>
                <a:ea typeface="DejaVu Sans"/>
                <a:cs typeface="DejaVu Sans"/>
              </a:defRPr>
            </a:pPr>
            <a:r>
              <a:rPr sz="1725" b="0">
                <a:solidFill>
                  <a:srgbClr val="16253B"/>
                </a:solidFill>
                <a:latin typeface="DejaVu Sans"/>
                <a:ea typeface="DejaVu Sans"/>
                <a:cs typeface="DejaVu Sans"/>
              </a:rPr>
              <a:t>High-resolution spatial detail and deeper semantic features meet before depth lifting.</a:t>
            </a:r>
          </a:p>
        </p:txBody>
      </p:sp>
    </p:spTree>
    <p:extLst>
      <p:ext uri="{BB962C8B-B14F-4D97-AF65-F5344CB8AC3E}">
        <p14:creationId xmlns:p14="http://schemas.microsoft.com/office/powerpoint/2010/main" val="451885374"/>
      </p:ext>
    </p:extLst>
  </p:cSld>
</p:sld>
</file>

<file path=ppt/slides/slide5.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57" name="slide-title">
            <a:extLst xmlns:a="http://schemas.openxmlformats.org/drawingml/2006/main">
              <a:ext uri="{FF2B5EF4-FFF2-40B4-BE49-F238E27FC236}">
                <a16:creationId xmlns:a16="http://schemas.microsoft.com/office/drawing/2014/main" id="{314F0EF4-1E4B-4DD9-8531-D32F12E1EB17}"/>
              </a:ext>
            </a:extLst>
          </p:cNvPr>
          <p:cNvSpPr>
            <a:spLocks xmlns:a="http://schemas.openxmlformats.org/drawingml/2006/main" noGrp="1"/>
          </p:cNvSpPr>
          <p:nvPr/>
        </p:nvSpPr>
        <p:spPr>
          <a:xfrm xmlns:a="http://schemas.openxmlformats.org/drawingml/2006/main">
            <a:off x="533400" y="361950"/>
            <a:ext cx="1112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6253B"/>
                </a:solidFill>
                <a:latin typeface="DejaVu Sans"/>
                <a:ea typeface="DejaVu Sans"/>
                <a:cs typeface="DejaVu Sans"/>
              </a:defRPr>
            </a:defPPr>
            <a:lvl1pPr algn="l">
              <a:defRPr sz="3300" b="1">
                <a:solidFill>
                  <a:srgbClr val="16253B"/>
                </a:solidFill>
                <a:latin typeface="DejaVu Sans"/>
                <a:ea typeface="DejaVu Sans"/>
                <a:cs typeface="DejaVu Sans"/>
              </a:defRPr>
            </a:lvl1pPr>
            <a:lvl2pPr algn="l">
              <a:defRPr sz="3300" b="1">
                <a:solidFill>
                  <a:srgbClr val="16253B"/>
                </a:solidFill>
                <a:latin typeface="DejaVu Sans"/>
                <a:ea typeface="DejaVu Sans"/>
                <a:cs typeface="DejaVu Sans"/>
              </a:defRPr>
            </a:lvl2pPr>
            <a:lvl3pPr algn="l">
              <a:defRPr sz="3300" b="1">
                <a:solidFill>
                  <a:srgbClr val="16253B"/>
                </a:solidFill>
                <a:latin typeface="DejaVu Sans"/>
                <a:ea typeface="DejaVu Sans"/>
                <a:cs typeface="DejaVu Sans"/>
              </a:defRPr>
            </a:lvl3pPr>
            <a:lvl4pPr algn="l">
              <a:defRPr sz="3300" b="1">
                <a:solidFill>
                  <a:srgbClr val="16253B"/>
                </a:solidFill>
                <a:latin typeface="DejaVu Sans"/>
                <a:ea typeface="DejaVu Sans"/>
                <a:cs typeface="DejaVu Sans"/>
              </a:defRPr>
            </a:lvl4pPr>
            <a:lvl5pPr algn="l">
              <a:defRPr sz="3300" b="1">
                <a:solidFill>
                  <a:srgbClr val="16253B"/>
                </a:solidFill>
                <a:latin typeface="DejaVu Sans"/>
                <a:ea typeface="DejaVu Sans"/>
                <a:cs typeface="DejaVu Sans"/>
              </a:defRPr>
            </a:lvl5pPr>
            <a:lvl6pPr algn="l">
              <a:defRPr sz="3300" b="1">
                <a:solidFill>
                  <a:srgbClr val="16253B"/>
                </a:solidFill>
                <a:latin typeface="DejaVu Sans"/>
                <a:ea typeface="DejaVu Sans"/>
                <a:cs typeface="DejaVu Sans"/>
              </a:defRPr>
            </a:lvl6pPr>
            <a:lvl7pPr algn="l">
              <a:defRPr sz="3300" b="1">
                <a:solidFill>
                  <a:srgbClr val="16253B"/>
                </a:solidFill>
                <a:latin typeface="DejaVu Sans"/>
                <a:ea typeface="DejaVu Sans"/>
                <a:cs typeface="DejaVu Sans"/>
              </a:defRPr>
            </a:lvl7pPr>
            <a:lvl8pPr algn="l">
              <a:defRPr sz="3300" b="1">
                <a:solidFill>
                  <a:srgbClr val="16253B"/>
                </a:solidFill>
                <a:latin typeface="DejaVu Sans"/>
                <a:ea typeface="DejaVu Sans"/>
                <a:cs typeface="DejaVu Sans"/>
              </a:defRPr>
            </a:lvl8pPr>
            <a:lvl9pPr algn="l">
              <a:defRPr sz="3300" b="1">
                <a:solidFill>
                  <a:srgbClr val="16253B"/>
                </a:solidFill>
                <a:latin typeface="DejaVu Sans"/>
                <a:ea typeface="DejaVu Sans"/>
                <a:cs typeface="DejaVu Sans"/>
              </a:defRPr>
            </a:lvl9pPr>
          </a:lstStyle>
          <a:p xmlns:a="http://schemas.openxmlformats.org/drawingml/2006/main">
            <a:pPr algn="l">
              <a:defRPr sz="3300" b="1">
                <a:solidFill>
                  <a:srgbClr val="16253B"/>
                </a:solidFill>
                <a:latin typeface="DejaVu Sans"/>
                <a:ea typeface="DejaVu Sans"/>
                <a:cs typeface="DejaVu Sans"/>
              </a:defRPr>
            </a:pPr>
            <a:r>
              <a:rPr sz="3300" b="1">
                <a:solidFill>
                  <a:srgbClr val="16253B"/>
                </a:solidFill>
                <a:latin typeface="DejaVu Sans"/>
                <a:ea typeface="DejaVu Sans"/>
                <a:cs typeface="DejaVu Sans"/>
              </a:rPr>
              <a:t>DepthLSS predicts depth and image context</a:t>
            </a:r>
          </a:p>
        </p:txBody>
      </p:sp>
      <p:sp>
        <p:nvSpPr>
          <p:cNvPr id="2" name="label-301">
            <a:extLst xmlns:a="http://schemas.openxmlformats.org/drawingml/2006/main">
              <a:ext uri="{FF2B5EF4-FFF2-40B4-BE49-F238E27FC236}">
                <a16:creationId xmlns:a16="http://schemas.microsoft.com/office/drawing/2014/main" id="{0BCE5499-7DC5-4379-8000-A9FAA610DC25}"/>
              </a:ext>
            </a:extLst>
          </p:cNvPr>
          <p:cNvSpPr>
            <a:spLocks xmlns:a="http://schemas.openxmlformats.org/drawingml/2006/main" noGrp="1"/>
          </p:cNvSpPr>
          <p:nvPr/>
        </p:nvSpPr>
        <p:spPr>
          <a:xfrm xmlns:a="http://schemas.openxmlformats.org/drawingml/2006/main">
            <a:off x="11144250" y="64674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77C"/>
                </a:solidFill>
                <a:latin typeface="DejaVu Sans"/>
                <a:ea typeface="DejaVu Sans"/>
                <a:cs typeface="DejaVu Sans"/>
              </a:defRPr>
            </a:defPPr>
            <a:lvl1pPr algn="r">
              <a:defRPr sz="1200" b="0">
                <a:solidFill>
                  <a:srgbClr val="58677C"/>
                </a:solidFill>
                <a:latin typeface="DejaVu Sans"/>
                <a:ea typeface="DejaVu Sans"/>
                <a:cs typeface="DejaVu Sans"/>
              </a:defRPr>
            </a:lvl1pPr>
            <a:lvl2pPr algn="r">
              <a:defRPr sz="1200" b="0">
                <a:solidFill>
                  <a:srgbClr val="58677C"/>
                </a:solidFill>
                <a:latin typeface="DejaVu Sans"/>
                <a:ea typeface="DejaVu Sans"/>
                <a:cs typeface="DejaVu Sans"/>
              </a:defRPr>
            </a:lvl2pPr>
            <a:lvl3pPr algn="r">
              <a:defRPr sz="1200" b="0">
                <a:solidFill>
                  <a:srgbClr val="58677C"/>
                </a:solidFill>
                <a:latin typeface="DejaVu Sans"/>
                <a:ea typeface="DejaVu Sans"/>
                <a:cs typeface="DejaVu Sans"/>
              </a:defRPr>
            </a:lvl3pPr>
            <a:lvl4pPr algn="r">
              <a:defRPr sz="1200" b="0">
                <a:solidFill>
                  <a:srgbClr val="58677C"/>
                </a:solidFill>
                <a:latin typeface="DejaVu Sans"/>
                <a:ea typeface="DejaVu Sans"/>
                <a:cs typeface="DejaVu Sans"/>
              </a:defRPr>
            </a:lvl4pPr>
            <a:lvl5pPr algn="r">
              <a:defRPr sz="1200" b="0">
                <a:solidFill>
                  <a:srgbClr val="58677C"/>
                </a:solidFill>
                <a:latin typeface="DejaVu Sans"/>
                <a:ea typeface="DejaVu Sans"/>
                <a:cs typeface="DejaVu Sans"/>
              </a:defRPr>
            </a:lvl5pPr>
            <a:lvl6pPr algn="r">
              <a:defRPr sz="1200" b="0">
                <a:solidFill>
                  <a:srgbClr val="58677C"/>
                </a:solidFill>
                <a:latin typeface="DejaVu Sans"/>
                <a:ea typeface="DejaVu Sans"/>
                <a:cs typeface="DejaVu Sans"/>
              </a:defRPr>
            </a:lvl6pPr>
            <a:lvl7pPr algn="r">
              <a:defRPr sz="1200" b="0">
                <a:solidFill>
                  <a:srgbClr val="58677C"/>
                </a:solidFill>
                <a:latin typeface="DejaVu Sans"/>
                <a:ea typeface="DejaVu Sans"/>
                <a:cs typeface="DejaVu Sans"/>
              </a:defRPr>
            </a:lvl7pPr>
            <a:lvl8pPr algn="r">
              <a:defRPr sz="1200" b="0">
                <a:solidFill>
                  <a:srgbClr val="58677C"/>
                </a:solidFill>
                <a:latin typeface="DejaVu Sans"/>
                <a:ea typeface="DejaVu Sans"/>
                <a:cs typeface="DejaVu Sans"/>
              </a:defRPr>
            </a:lvl8pPr>
            <a:lvl9pPr algn="r">
              <a:defRPr sz="1200" b="0">
                <a:solidFill>
                  <a:srgbClr val="58677C"/>
                </a:solidFill>
                <a:latin typeface="DejaVu Sans"/>
                <a:ea typeface="DejaVu Sans"/>
                <a:cs typeface="DejaVu Sans"/>
              </a:defRPr>
            </a:lvl9pPr>
          </a:lstStyle>
          <a:p xmlns:a="http://schemas.openxmlformats.org/drawingml/2006/main">
            <a:pPr algn="r">
              <a:defRPr sz="1200" b="0">
                <a:solidFill>
                  <a:srgbClr val="58677C"/>
                </a:solidFill>
                <a:latin typeface="DejaVu Sans"/>
                <a:ea typeface="DejaVu Sans"/>
                <a:cs typeface="DejaVu Sans"/>
              </a:defRPr>
            </a:pPr>
            <a:r>
              <a:rPr sz="1200" b="0">
                <a:solidFill>
                  <a:srgbClr val="58677C"/>
                </a:solidFill>
                <a:latin typeface="DejaVu Sans"/>
                <a:ea typeface="DejaVu Sans"/>
                <a:cs typeface="DejaVu Sans"/>
              </a:rPr>
              <a:t>05</a:t>
            </a:r>
          </a:p>
        </p:txBody>
      </p:sp>
      <p:sp>
        <p:nvSpPr>
          <p:cNvPr id="3" name="label-302">
            <a:extLst xmlns:a="http://schemas.openxmlformats.org/drawingml/2006/main">
              <a:ext uri="{FF2B5EF4-FFF2-40B4-BE49-F238E27FC236}">
                <a16:creationId xmlns:a16="http://schemas.microsoft.com/office/drawing/2014/main" id="{22B70BE1-FF63-4341-A9C4-119F14435B8D}"/>
              </a:ext>
            </a:extLst>
          </p:cNvPr>
          <p:cNvSpPr>
            <a:spLocks xmlns:a="http://schemas.openxmlformats.org/drawingml/2006/main" noGrp="1"/>
          </p:cNvSpPr>
          <p:nvPr/>
        </p:nvSpPr>
        <p:spPr>
          <a:xfrm xmlns:a="http://schemas.openxmlformats.org/drawingml/2006/main">
            <a:off x="533400" y="1400175"/>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674D1"/>
                </a:solidFill>
                <a:latin typeface="DejaVu Sans"/>
                <a:ea typeface="DejaVu Sans"/>
                <a:cs typeface="DejaVu Sans"/>
              </a:defRPr>
            </a:defPPr>
            <a:lvl1pPr algn="l">
              <a:defRPr sz="2025" b="1">
                <a:solidFill>
                  <a:srgbClr val="1674D1"/>
                </a:solidFill>
                <a:latin typeface="DejaVu Sans"/>
                <a:ea typeface="DejaVu Sans"/>
                <a:cs typeface="DejaVu Sans"/>
              </a:defRPr>
            </a:lvl1pPr>
            <a:lvl2pPr algn="l">
              <a:defRPr sz="2025" b="1">
                <a:solidFill>
                  <a:srgbClr val="1674D1"/>
                </a:solidFill>
                <a:latin typeface="DejaVu Sans"/>
                <a:ea typeface="DejaVu Sans"/>
                <a:cs typeface="DejaVu Sans"/>
              </a:defRPr>
            </a:lvl2pPr>
            <a:lvl3pPr algn="l">
              <a:defRPr sz="2025" b="1">
                <a:solidFill>
                  <a:srgbClr val="1674D1"/>
                </a:solidFill>
                <a:latin typeface="DejaVu Sans"/>
                <a:ea typeface="DejaVu Sans"/>
                <a:cs typeface="DejaVu Sans"/>
              </a:defRPr>
            </a:lvl3pPr>
            <a:lvl4pPr algn="l">
              <a:defRPr sz="2025" b="1">
                <a:solidFill>
                  <a:srgbClr val="1674D1"/>
                </a:solidFill>
                <a:latin typeface="DejaVu Sans"/>
                <a:ea typeface="DejaVu Sans"/>
                <a:cs typeface="DejaVu Sans"/>
              </a:defRPr>
            </a:lvl4pPr>
            <a:lvl5pPr algn="l">
              <a:defRPr sz="2025" b="1">
                <a:solidFill>
                  <a:srgbClr val="1674D1"/>
                </a:solidFill>
                <a:latin typeface="DejaVu Sans"/>
                <a:ea typeface="DejaVu Sans"/>
                <a:cs typeface="DejaVu Sans"/>
              </a:defRPr>
            </a:lvl5pPr>
            <a:lvl6pPr algn="l">
              <a:defRPr sz="2025" b="1">
                <a:solidFill>
                  <a:srgbClr val="1674D1"/>
                </a:solidFill>
                <a:latin typeface="DejaVu Sans"/>
                <a:ea typeface="DejaVu Sans"/>
                <a:cs typeface="DejaVu Sans"/>
              </a:defRPr>
            </a:lvl6pPr>
            <a:lvl7pPr algn="l">
              <a:defRPr sz="2025" b="1">
                <a:solidFill>
                  <a:srgbClr val="1674D1"/>
                </a:solidFill>
                <a:latin typeface="DejaVu Sans"/>
                <a:ea typeface="DejaVu Sans"/>
                <a:cs typeface="DejaVu Sans"/>
              </a:defRPr>
            </a:lvl7pPr>
            <a:lvl8pPr algn="l">
              <a:defRPr sz="2025" b="1">
                <a:solidFill>
                  <a:srgbClr val="1674D1"/>
                </a:solidFill>
                <a:latin typeface="DejaVu Sans"/>
                <a:ea typeface="DejaVu Sans"/>
                <a:cs typeface="DejaVu Sans"/>
              </a:defRPr>
            </a:lvl8pPr>
            <a:lvl9pPr algn="l">
              <a:defRPr sz="2025" b="1">
                <a:solidFill>
                  <a:srgbClr val="1674D1"/>
                </a:solidFill>
                <a:latin typeface="DejaVu Sans"/>
                <a:ea typeface="DejaVu Sans"/>
                <a:cs typeface="DejaVu Sans"/>
              </a:defRPr>
            </a:lvl9pPr>
          </a:lstStyle>
          <a:p xmlns:a="http://schemas.openxmlformats.org/drawingml/2006/main">
            <a:pPr algn="l">
              <a:defRPr sz="2025" b="1">
                <a:solidFill>
                  <a:srgbClr val="1674D1"/>
                </a:solidFill>
                <a:latin typeface="DejaVu Sans"/>
                <a:ea typeface="DejaVu Sans"/>
                <a:cs typeface="DejaVu Sans"/>
              </a:defRPr>
            </a:pPr>
            <a:r>
              <a:rPr sz="2025" b="1">
                <a:solidFill>
                  <a:srgbClr val="1674D1"/>
                </a:solidFill>
                <a:latin typeface="DejaVu Sans"/>
                <a:ea typeface="DejaVu Sans"/>
                <a:cs typeface="DejaVu Sans"/>
              </a:rPr>
              <a:t>Image features</a:t>
            </a:r>
          </a:p>
        </p:txBody>
      </p:sp>
      <p:sp>
        <p:nvSpPr>
          <p:cNvPr id="4" name="path-303">
            <a:extLst xmlns:a="http://schemas.openxmlformats.org/drawingml/2006/main">
              <a:ext uri="{FF2B5EF4-FFF2-40B4-BE49-F238E27FC236}">
                <a16:creationId xmlns:a16="http://schemas.microsoft.com/office/drawing/2014/main" id="{5EB3D855-6BB9-4F8B-B9A6-3668EEBB3409}"/>
              </a:ext>
            </a:extLst>
          </p:cNvPr>
          <p:cNvSpPr>
            <a:spLocks xmlns:a="http://schemas.openxmlformats.org/drawingml/2006/main" noGrp="1"/>
          </p:cNvSpPr>
          <p:nvPr/>
        </p:nvSpPr>
        <p:spPr>
          <a:xfrm xmlns:a="http://schemas.openxmlformats.org/drawingml/2006/main">
            <a:off x="609600" y="2114550"/>
            <a:ext cx="1362075" cy="123825"/>
          </a:xfrm>
          <a:custGeom xmlns:a="http://schemas.openxmlformats.org/drawingml/2006/main">
            <a:pathLst>
              <a:path w="1362075" h="123825">
                <a:moveTo>
                  <a:pt x="0" y="123825"/>
                </a:moveTo>
                <a:lnTo>
                  <a:pt x="123825" y="0"/>
                </a:lnTo>
                <a:lnTo>
                  <a:pt x="1362075" y="0"/>
                </a:lnTo>
                <a:lnTo>
                  <a:pt x="1238250" y="123825"/>
                </a:lnTo>
                <a:close/>
              </a:path>
            </a:pathLst>
          </a:custGeom>
          <a:solidFill xmlns:a="http://schemas.openxmlformats.org/drawingml/2006/main">
            <a:srgbClr val="1674D1">
              <a:lumMod val="35000"/>
              <a:lumOff val="65000"/>
            </a:srgbClr>
          </a:solidFill>
          <a:ln xmlns:a="http://schemas.openxmlformats.org/drawingml/2006/main" w="13335">
            <a:solidFill>
              <a:srgbClr val="1674D1"/>
            </a:solidFill>
            <a:prstDash val="solid"/>
          </a:ln>
        </p:spPr>
      </p:sp>
      <p:sp>
        <p:nvSpPr>
          <p:cNvPr id="5" name="path-304">
            <a:extLst xmlns:a="http://schemas.openxmlformats.org/drawingml/2006/main">
              <a:ext uri="{FF2B5EF4-FFF2-40B4-BE49-F238E27FC236}">
                <a16:creationId xmlns:a16="http://schemas.microsoft.com/office/drawing/2014/main" id="{D00ABBD7-3E7B-4E48-BAE9-BADF511ED1DC}"/>
              </a:ext>
            </a:extLst>
          </p:cNvPr>
          <p:cNvSpPr>
            <a:spLocks xmlns:a="http://schemas.openxmlformats.org/drawingml/2006/main" noGrp="1"/>
          </p:cNvSpPr>
          <p:nvPr/>
        </p:nvSpPr>
        <p:spPr>
          <a:xfrm xmlns:a="http://schemas.openxmlformats.org/drawingml/2006/main">
            <a:off x="1847850" y="2114550"/>
            <a:ext cx="123825" cy="933450"/>
          </a:xfrm>
          <a:custGeom xmlns:a="http://schemas.openxmlformats.org/drawingml/2006/main">
            <a:pathLst>
              <a:path w="123825" h="933450">
                <a:moveTo>
                  <a:pt x="0" y="123825"/>
                </a:moveTo>
                <a:lnTo>
                  <a:pt x="123825" y="0"/>
                </a:lnTo>
                <a:lnTo>
                  <a:pt x="123825" y="809625"/>
                </a:lnTo>
                <a:lnTo>
                  <a:pt x="0" y="933450"/>
                </a:lnTo>
                <a:close/>
              </a:path>
            </a:pathLst>
          </a:custGeom>
          <a:solidFill xmlns:a="http://schemas.openxmlformats.org/drawingml/2006/main">
            <a:srgbClr val="1674D1">
              <a:lumMod val="65000"/>
              <a:lumOff val="35000"/>
            </a:srgbClr>
          </a:solidFill>
          <a:ln xmlns:a="http://schemas.openxmlformats.org/drawingml/2006/main" w="13335">
            <a:solidFill>
              <a:srgbClr val="1674D1"/>
            </a:solidFill>
            <a:prstDash val="solid"/>
          </a:ln>
        </p:spPr>
      </p:sp>
      <p:sp>
        <p:nvSpPr>
          <p:cNvPr id="6" name="shape-305">
            <a:extLst xmlns:a="http://schemas.openxmlformats.org/drawingml/2006/main">
              <a:ext uri="{FF2B5EF4-FFF2-40B4-BE49-F238E27FC236}">
                <a16:creationId xmlns:a16="http://schemas.microsoft.com/office/drawing/2014/main" id="{E896B6D7-04A5-4A85-8DD8-21B6A285E2AF}"/>
              </a:ext>
            </a:extLst>
          </p:cNvPr>
          <p:cNvSpPr>
            <a:spLocks xmlns:a="http://schemas.openxmlformats.org/drawingml/2006/main" noGrp="1"/>
          </p:cNvSpPr>
          <p:nvPr/>
        </p:nvSpPr>
        <p:spPr>
          <a:xfrm xmlns:a="http://schemas.openxmlformats.org/drawingml/2006/main" rot="0">
            <a:off x="609600" y="2238375"/>
            <a:ext cx="1238250" cy="809625"/>
          </a:xfrm>
          <a:prstGeom xmlns:a="http://schemas.openxmlformats.org/drawingml/2006/main" prst="rect">
            <a:avLst/>
          </a:prstGeom>
          <a:solidFill xmlns:a="http://schemas.openxmlformats.org/drawingml/2006/main">
            <a:srgbClr val="1674D1">
              <a:lumMod val="18000"/>
              <a:lumOff val="82000"/>
            </a:srgbClr>
          </a:solidFill>
          <a:ln xmlns:a="http://schemas.openxmlformats.org/drawingml/2006/main" w="15240">
            <a:solidFill>
              <a:srgbClr val="1674D1"/>
            </a:solidFill>
            <a:prstDash val="solid"/>
          </a:ln>
        </p:spPr>
      </p:sp>
      <p:sp>
        <p:nvSpPr>
          <p:cNvPr id="7" name="path-306">
            <a:extLst xmlns:a="http://schemas.openxmlformats.org/drawingml/2006/main">
              <a:ext uri="{FF2B5EF4-FFF2-40B4-BE49-F238E27FC236}">
                <a16:creationId xmlns:a16="http://schemas.microsoft.com/office/drawing/2014/main" id="{F81B8220-84F2-4333-851E-2A7FF2FEFF79}"/>
              </a:ext>
            </a:extLst>
          </p:cNvPr>
          <p:cNvSpPr>
            <a:spLocks xmlns:a="http://schemas.openxmlformats.org/drawingml/2006/main" noGrp="1"/>
          </p:cNvSpPr>
          <p:nvPr/>
        </p:nvSpPr>
        <p:spPr>
          <a:xfrm xmlns:a="http://schemas.openxmlformats.org/drawingml/2006/main">
            <a:off x="919163" y="2238375"/>
            <a:ext cx="953" cy="809625"/>
          </a:xfrm>
          <a:custGeom xmlns:a="http://schemas.openxmlformats.org/drawingml/2006/main">
            <a:pathLst>
              <a:path w="953" h="809625">
                <a:moveTo>
                  <a:pt x="0" y="0"/>
                </a:moveTo>
                <a:lnTo>
                  <a:pt x="0" y="809625"/>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8" name="path-307">
            <a:extLst xmlns:a="http://schemas.openxmlformats.org/drawingml/2006/main">
              <a:ext uri="{FF2B5EF4-FFF2-40B4-BE49-F238E27FC236}">
                <a16:creationId xmlns:a16="http://schemas.microsoft.com/office/drawing/2014/main" id="{574AABAA-D770-4E18-A93A-32900DE7E0BA}"/>
              </a:ext>
            </a:extLst>
          </p:cNvPr>
          <p:cNvSpPr>
            <a:spLocks xmlns:a="http://schemas.openxmlformats.org/drawingml/2006/main" noGrp="1"/>
          </p:cNvSpPr>
          <p:nvPr/>
        </p:nvSpPr>
        <p:spPr>
          <a:xfrm xmlns:a="http://schemas.openxmlformats.org/drawingml/2006/main">
            <a:off x="1228725" y="2238375"/>
            <a:ext cx="953" cy="809625"/>
          </a:xfrm>
          <a:custGeom xmlns:a="http://schemas.openxmlformats.org/drawingml/2006/main">
            <a:pathLst>
              <a:path w="953" h="809625">
                <a:moveTo>
                  <a:pt x="0" y="0"/>
                </a:moveTo>
                <a:lnTo>
                  <a:pt x="0" y="809625"/>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9" name="path-308">
            <a:extLst xmlns:a="http://schemas.openxmlformats.org/drawingml/2006/main">
              <a:ext uri="{FF2B5EF4-FFF2-40B4-BE49-F238E27FC236}">
                <a16:creationId xmlns:a16="http://schemas.microsoft.com/office/drawing/2014/main" id="{4573AFFE-F819-472C-A025-99DB879747C0}"/>
              </a:ext>
            </a:extLst>
          </p:cNvPr>
          <p:cNvSpPr>
            <a:spLocks xmlns:a="http://schemas.openxmlformats.org/drawingml/2006/main" noGrp="1"/>
          </p:cNvSpPr>
          <p:nvPr/>
        </p:nvSpPr>
        <p:spPr>
          <a:xfrm xmlns:a="http://schemas.openxmlformats.org/drawingml/2006/main">
            <a:off x="1538288" y="2238375"/>
            <a:ext cx="953" cy="809625"/>
          </a:xfrm>
          <a:custGeom xmlns:a="http://schemas.openxmlformats.org/drawingml/2006/main">
            <a:pathLst>
              <a:path w="953" h="809625">
                <a:moveTo>
                  <a:pt x="0" y="0"/>
                </a:moveTo>
                <a:lnTo>
                  <a:pt x="0" y="809625"/>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10" name="path-309">
            <a:extLst xmlns:a="http://schemas.openxmlformats.org/drawingml/2006/main">
              <a:ext uri="{FF2B5EF4-FFF2-40B4-BE49-F238E27FC236}">
                <a16:creationId xmlns:a16="http://schemas.microsoft.com/office/drawing/2014/main" id="{A73E56C2-8BE6-46A1-AFE7-55F1E9FE5476}"/>
              </a:ext>
            </a:extLst>
          </p:cNvPr>
          <p:cNvSpPr>
            <a:spLocks xmlns:a="http://schemas.openxmlformats.org/drawingml/2006/main" noGrp="1"/>
          </p:cNvSpPr>
          <p:nvPr/>
        </p:nvSpPr>
        <p:spPr>
          <a:xfrm xmlns:a="http://schemas.openxmlformats.org/drawingml/2006/main">
            <a:off x="609600" y="2440781"/>
            <a:ext cx="1238250" cy="953"/>
          </a:xfrm>
          <a:custGeom xmlns:a="http://schemas.openxmlformats.org/drawingml/2006/main">
            <a:pathLst>
              <a:path w="1238250" h="953">
                <a:moveTo>
                  <a:pt x="0" y="0"/>
                </a:moveTo>
                <a:lnTo>
                  <a:pt x="1238250" y="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11" name="path-310">
            <a:extLst xmlns:a="http://schemas.openxmlformats.org/drawingml/2006/main">
              <a:ext uri="{FF2B5EF4-FFF2-40B4-BE49-F238E27FC236}">
                <a16:creationId xmlns:a16="http://schemas.microsoft.com/office/drawing/2014/main" id="{282AC3F2-1DA7-4049-BB6B-F89F70B09FD5}"/>
              </a:ext>
            </a:extLst>
          </p:cNvPr>
          <p:cNvSpPr>
            <a:spLocks xmlns:a="http://schemas.openxmlformats.org/drawingml/2006/main" noGrp="1"/>
          </p:cNvSpPr>
          <p:nvPr/>
        </p:nvSpPr>
        <p:spPr>
          <a:xfrm xmlns:a="http://schemas.openxmlformats.org/drawingml/2006/main">
            <a:off x="609600" y="2643188"/>
            <a:ext cx="1238250" cy="953"/>
          </a:xfrm>
          <a:custGeom xmlns:a="http://schemas.openxmlformats.org/drawingml/2006/main">
            <a:pathLst>
              <a:path w="1238250" h="953">
                <a:moveTo>
                  <a:pt x="0" y="0"/>
                </a:moveTo>
                <a:lnTo>
                  <a:pt x="1238250" y="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12" name="path-311">
            <a:extLst xmlns:a="http://schemas.openxmlformats.org/drawingml/2006/main">
              <a:ext uri="{FF2B5EF4-FFF2-40B4-BE49-F238E27FC236}">
                <a16:creationId xmlns:a16="http://schemas.microsoft.com/office/drawing/2014/main" id="{5A89F318-86DE-44B1-813C-863EBC852256}"/>
              </a:ext>
            </a:extLst>
          </p:cNvPr>
          <p:cNvSpPr>
            <a:spLocks xmlns:a="http://schemas.openxmlformats.org/drawingml/2006/main" noGrp="1"/>
          </p:cNvSpPr>
          <p:nvPr/>
        </p:nvSpPr>
        <p:spPr>
          <a:xfrm xmlns:a="http://schemas.openxmlformats.org/drawingml/2006/main">
            <a:off x="609600" y="2845594"/>
            <a:ext cx="1238250" cy="953"/>
          </a:xfrm>
          <a:custGeom xmlns:a="http://schemas.openxmlformats.org/drawingml/2006/main">
            <a:pathLst>
              <a:path w="1238250" h="953">
                <a:moveTo>
                  <a:pt x="0" y="0"/>
                </a:moveTo>
                <a:lnTo>
                  <a:pt x="1238250" y="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13" name="label-312">
            <a:extLst xmlns:a="http://schemas.openxmlformats.org/drawingml/2006/main">
              <a:ext uri="{FF2B5EF4-FFF2-40B4-BE49-F238E27FC236}">
                <a16:creationId xmlns:a16="http://schemas.microsoft.com/office/drawing/2014/main" id="{7A8167F9-1AE6-41B9-9333-D9195BDD5231}"/>
              </a:ext>
            </a:extLst>
          </p:cNvPr>
          <p:cNvSpPr>
            <a:spLocks xmlns:a="http://schemas.openxmlformats.org/drawingml/2006/main" noGrp="1"/>
          </p:cNvSpPr>
          <p:nvPr/>
        </p:nvSpPr>
        <p:spPr>
          <a:xfrm xmlns:a="http://schemas.openxmlformats.org/drawingml/2006/main">
            <a:off x="647700" y="2314575"/>
            <a:ext cx="11620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1674D1"/>
                </a:solidFill>
                <a:latin typeface="DejaVu Sans"/>
                <a:ea typeface="DejaVu Sans"/>
                <a:cs typeface="DejaVu Sans"/>
              </a:defRPr>
            </a:defPPr>
            <a:lvl1pPr algn="ctr">
              <a:defRPr sz="1725" b="1">
                <a:solidFill>
                  <a:srgbClr val="1674D1"/>
                </a:solidFill>
                <a:latin typeface="DejaVu Sans"/>
                <a:ea typeface="DejaVu Sans"/>
                <a:cs typeface="DejaVu Sans"/>
              </a:defRPr>
            </a:lvl1pPr>
            <a:lvl2pPr algn="ctr">
              <a:defRPr sz="1725" b="1">
                <a:solidFill>
                  <a:srgbClr val="1674D1"/>
                </a:solidFill>
                <a:latin typeface="DejaVu Sans"/>
                <a:ea typeface="DejaVu Sans"/>
                <a:cs typeface="DejaVu Sans"/>
              </a:defRPr>
            </a:lvl2pPr>
            <a:lvl3pPr algn="ctr">
              <a:defRPr sz="1725" b="1">
                <a:solidFill>
                  <a:srgbClr val="1674D1"/>
                </a:solidFill>
                <a:latin typeface="DejaVu Sans"/>
                <a:ea typeface="DejaVu Sans"/>
                <a:cs typeface="DejaVu Sans"/>
              </a:defRPr>
            </a:lvl3pPr>
            <a:lvl4pPr algn="ctr">
              <a:defRPr sz="1725" b="1">
                <a:solidFill>
                  <a:srgbClr val="1674D1"/>
                </a:solidFill>
                <a:latin typeface="DejaVu Sans"/>
                <a:ea typeface="DejaVu Sans"/>
                <a:cs typeface="DejaVu Sans"/>
              </a:defRPr>
            </a:lvl4pPr>
            <a:lvl5pPr algn="ctr">
              <a:defRPr sz="1725" b="1">
                <a:solidFill>
                  <a:srgbClr val="1674D1"/>
                </a:solidFill>
                <a:latin typeface="DejaVu Sans"/>
                <a:ea typeface="DejaVu Sans"/>
                <a:cs typeface="DejaVu Sans"/>
              </a:defRPr>
            </a:lvl5pPr>
            <a:lvl6pPr algn="ctr">
              <a:defRPr sz="1725" b="1">
                <a:solidFill>
                  <a:srgbClr val="1674D1"/>
                </a:solidFill>
                <a:latin typeface="DejaVu Sans"/>
                <a:ea typeface="DejaVu Sans"/>
                <a:cs typeface="DejaVu Sans"/>
              </a:defRPr>
            </a:lvl6pPr>
            <a:lvl7pPr algn="ctr">
              <a:defRPr sz="1725" b="1">
                <a:solidFill>
                  <a:srgbClr val="1674D1"/>
                </a:solidFill>
                <a:latin typeface="DejaVu Sans"/>
                <a:ea typeface="DejaVu Sans"/>
                <a:cs typeface="DejaVu Sans"/>
              </a:defRPr>
            </a:lvl7pPr>
            <a:lvl8pPr algn="ctr">
              <a:defRPr sz="1725" b="1">
                <a:solidFill>
                  <a:srgbClr val="1674D1"/>
                </a:solidFill>
                <a:latin typeface="DejaVu Sans"/>
                <a:ea typeface="DejaVu Sans"/>
                <a:cs typeface="DejaVu Sans"/>
              </a:defRPr>
            </a:lvl8pPr>
            <a:lvl9pPr algn="ctr">
              <a:defRPr sz="1725" b="1">
                <a:solidFill>
                  <a:srgbClr val="1674D1"/>
                </a:solidFill>
                <a:latin typeface="DejaVu Sans"/>
                <a:ea typeface="DejaVu Sans"/>
                <a:cs typeface="DejaVu Sans"/>
              </a:defRPr>
            </a:lvl9pPr>
          </a:lstStyle>
          <a:p xmlns:a="http://schemas.openxmlformats.org/drawingml/2006/main">
            <a:pPr algn="ctr">
              <a:defRPr sz="1725" b="1">
                <a:solidFill>
                  <a:srgbClr val="1674D1"/>
                </a:solidFill>
                <a:latin typeface="DejaVu Sans"/>
                <a:ea typeface="DejaVu Sans"/>
                <a:cs typeface="DejaVu Sans"/>
              </a:defRPr>
            </a:pPr>
            <a:r>
              <a:rPr sz="1725" b="1">
                <a:solidFill>
                  <a:srgbClr val="1674D1"/>
                </a:solidFill>
                <a:latin typeface="DejaVu Sans"/>
                <a:ea typeface="DejaVu Sans"/>
                <a:cs typeface="DejaVu Sans"/>
              </a:rPr>
              <a:t>256 ch</a:t>
            </a:r>
          </a:p>
        </p:txBody>
      </p:sp>
      <p:sp>
        <p:nvSpPr>
          <p:cNvPr id="14" name="label-313">
            <a:extLst xmlns:a="http://schemas.openxmlformats.org/drawingml/2006/main">
              <a:ext uri="{FF2B5EF4-FFF2-40B4-BE49-F238E27FC236}">
                <a16:creationId xmlns:a16="http://schemas.microsoft.com/office/drawing/2014/main" id="{F8CA5FBA-D4C3-4C51-9398-44BC0EA64CAD}"/>
              </a:ext>
            </a:extLst>
          </p:cNvPr>
          <p:cNvSpPr>
            <a:spLocks xmlns:a="http://schemas.openxmlformats.org/drawingml/2006/main" noGrp="1"/>
          </p:cNvSpPr>
          <p:nvPr/>
        </p:nvSpPr>
        <p:spPr>
          <a:xfrm xmlns:a="http://schemas.openxmlformats.org/drawingml/2006/main">
            <a:off x="419100" y="3181350"/>
            <a:ext cx="16192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1674D1"/>
                </a:solidFill>
                <a:latin typeface="DejaVu Sans"/>
                <a:ea typeface="DejaVu Sans"/>
                <a:cs typeface="DejaVu Sans"/>
              </a:defRPr>
            </a:defPPr>
            <a:lvl1pPr algn="ctr">
              <a:defRPr sz="1500" b="0">
                <a:solidFill>
                  <a:srgbClr val="1674D1"/>
                </a:solidFill>
                <a:latin typeface="DejaVu Sans"/>
                <a:ea typeface="DejaVu Sans"/>
                <a:cs typeface="DejaVu Sans"/>
              </a:defRPr>
            </a:lvl1pPr>
            <a:lvl2pPr algn="ctr">
              <a:defRPr sz="1500" b="0">
                <a:solidFill>
                  <a:srgbClr val="1674D1"/>
                </a:solidFill>
                <a:latin typeface="DejaVu Sans"/>
                <a:ea typeface="DejaVu Sans"/>
                <a:cs typeface="DejaVu Sans"/>
              </a:defRPr>
            </a:lvl2pPr>
            <a:lvl3pPr algn="ctr">
              <a:defRPr sz="1500" b="0">
                <a:solidFill>
                  <a:srgbClr val="1674D1"/>
                </a:solidFill>
                <a:latin typeface="DejaVu Sans"/>
                <a:ea typeface="DejaVu Sans"/>
                <a:cs typeface="DejaVu Sans"/>
              </a:defRPr>
            </a:lvl3pPr>
            <a:lvl4pPr algn="ctr">
              <a:defRPr sz="1500" b="0">
                <a:solidFill>
                  <a:srgbClr val="1674D1"/>
                </a:solidFill>
                <a:latin typeface="DejaVu Sans"/>
                <a:ea typeface="DejaVu Sans"/>
                <a:cs typeface="DejaVu Sans"/>
              </a:defRPr>
            </a:lvl4pPr>
            <a:lvl5pPr algn="ctr">
              <a:defRPr sz="1500" b="0">
                <a:solidFill>
                  <a:srgbClr val="1674D1"/>
                </a:solidFill>
                <a:latin typeface="DejaVu Sans"/>
                <a:ea typeface="DejaVu Sans"/>
                <a:cs typeface="DejaVu Sans"/>
              </a:defRPr>
            </a:lvl5pPr>
            <a:lvl6pPr algn="ctr">
              <a:defRPr sz="1500" b="0">
                <a:solidFill>
                  <a:srgbClr val="1674D1"/>
                </a:solidFill>
                <a:latin typeface="DejaVu Sans"/>
                <a:ea typeface="DejaVu Sans"/>
                <a:cs typeface="DejaVu Sans"/>
              </a:defRPr>
            </a:lvl6pPr>
            <a:lvl7pPr algn="ctr">
              <a:defRPr sz="1500" b="0">
                <a:solidFill>
                  <a:srgbClr val="1674D1"/>
                </a:solidFill>
                <a:latin typeface="DejaVu Sans"/>
                <a:ea typeface="DejaVu Sans"/>
                <a:cs typeface="DejaVu Sans"/>
              </a:defRPr>
            </a:lvl7pPr>
            <a:lvl8pPr algn="ctr">
              <a:defRPr sz="1500" b="0">
                <a:solidFill>
                  <a:srgbClr val="1674D1"/>
                </a:solidFill>
                <a:latin typeface="DejaVu Sans"/>
                <a:ea typeface="DejaVu Sans"/>
                <a:cs typeface="DejaVu Sans"/>
              </a:defRPr>
            </a:lvl8pPr>
            <a:lvl9pPr algn="ctr">
              <a:defRPr sz="1500" b="0">
                <a:solidFill>
                  <a:srgbClr val="1674D1"/>
                </a:solidFill>
                <a:latin typeface="DejaVu Sans"/>
                <a:ea typeface="DejaVu Sans"/>
                <a:cs typeface="DejaVu Sans"/>
              </a:defRPr>
            </a:lvl9pPr>
          </a:lstStyle>
          <a:p xmlns:a="http://schemas.openxmlformats.org/drawingml/2006/main">
            <a:pPr algn="ctr">
              <a:defRPr sz="1500" b="0">
                <a:solidFill>
                  <a:srgbClr val="1674D1"/>
                </a:solidFill>
                <a:latin typeface="DejaVu Sans"/>
                <a:ea typeface="DejaVu Sans"/>
                <a:cs typeface="DejaVu Sans"/>
              </a:defRPr>
            </a:pPr>
            <a:r>
              <a:rPr sz="1500" b="0">
                <a:solidFill>
                  <a:srgbClr val="1674D1"/>
                </a:solidFill>
                <a:latin typeface="DejaVu Sans"/>
                <a:ea typeface="DejaVu Sans"/>
                <a:cs typeface="DejaVu Sans"/>
              </a:rPr>
              <a:t>32 × 88</a:t>
            </a:r>
          </a:p>
        </p:txBody>
      </p:sp>
      <p:sp>
        <p:nvSpPr>
          <p:cNvPr id="15" name="label-314">
            <a:extLst xmlns:a="http://schemas.openxmlformats.org/drawingml/2006/main">
              <a:ext uri="{FF2B5EF4-FFF2-40B4-BE49-F238E27FC236}">
                <a16:creationId xmlns:a16="http://schemas.microsoft.com/office/drawing/2014/main" id="{2CDFDF1A-41C3-4EA2-BFEE-BB012CD6F11A}"/>
              </a:ext>
            </a:extLst>
          </p:cNvPr>
          <p:cNvSpPr>
            <a:spLocks xmlns:a="http://schemas.openxmlformats.org/drawingml/2006/main" noGrp="1"/>
          </p:cNvSpPr>
          <p:nvPr/>
        </p:nvSpPr>
        <p:spPr>
          <a:xfrm xmlns:a="http://schemas.openxmlformats.org/drawingml/2006/main">
            <a:off x="533400" y="4010025"/>
            <a:ext cx="3810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C86A1B"/>
                </a:solidFill>
                <a:latin typeface="DejaVu Sans"/>
                <a:ea typeface="DejaVu Sans"/>
                <a:cs typeface="DejaVu Sans"/>
              </a:defRPr>
            </a:defPPr>
            <a:lvl1pPr algn="l">
              <a:defRPr sz="2025" b="1">
                <a:solidFill>
                  <a:srgbClr val="C86A1B"/>
                </a:solidFill>
                <a:latin typeface="DejaVu Sans"/>
                <a:ea typeface="DejaVu Sans"/>
                <a:cs typeface="DejaVu Sans"/>
              </a:defRPr>
            </a:lvl1pPr>
            <a:lvl2pPr algn="l">
              <a:defRPr sz="2025" b="1">
                <a:solidFill>
                  <a:srgbClr val="C86A1B"/>
                </a:solidFill>
                <a:latin typeface="DejaVu Sans"/>
                <a:ea typeface="DejaVu Sans"/>
                <a:cs typeface="DejaVu Sans"/>
              </a:defRPr>
            </a:lvl2pPr>
            <a:lvl3pPr algn="l">
              <a:defRPr sz="2025" b="1">
                <a:solidFill>
                  <a:srgbClr val="C86A1B"/>
                </a:solidFill>
                <a:latin typeface="DejaVu Sans"/>
                <a:ea typeface="DejaVu Sans"/>
                <a:cs typeface="DejaVu Sans"/>
              </a:defRPr>
            </a:lvl3pPr>
            <a:lvl4pPr algn="l">
              <a:defRPr sz="2025" b="1">
                <a:solidFill>
                  <a:srgbClr val="C86A1B"/>
                </a:solidFill>
                <a:latin typeface="DejaVu Sans"/>
                <a:ea typeface="DejaVu Sans"/>
                <a:cs typeface="DejaVu Sans"/>
              </a:defRPr>
            </a:lvl4pPr>
            <a:lvl5pPr algn="l">
              <a:defRPr sz="2025" b="1">
                <a:solidFill>
                  <a:srgbClr val="C86A1B"/>
                </a:solidFill>
                <a:latin typeface="DejaVu Sans"/>
                <a:ea typeface="DejaVu Sans"/>
                <a:cs typeface="DejaVu Sans"/>
              </a:defRPr>
            </a:lvl5pPr>
            <a:lvl6pPr algn="l">
              <a:defRPr sz="2025" b="1">
                <a:solidFill>
                  <a:srgbClr val="C86A1B"/>
                </a:solidFill>
                <a:latin typeface="DejaVu Sans"/>
                <a:ea typeface="DejaVu Sans"/>
                <a:cs typeface="DejaVu Sans"/>
              </a:defRPr>
            </a:lvl6pPr>
            <a:lvl7pPr algn="l">
              <a:defRPr sz="2025" b="1">
                <a:solidFill>
                  <a:srgbClr val="C86A1B"/>
                </a:solidFill>
                <a:latin typeface="DejaVu Sans"/>
                <a:ea typeface="DejaVu Sans"/>
                <a:cs typeface="DejaVu Sans"/>
              </a:defRPr>
            </a:lvl7pPr>
            <a:lvl8pPr algn="l">
              <a:defRPr sz="2025" b="1">
                <a:solidFill>
                  <a:srgbClr val="C86A1B"/>
                </a:solidFill>
                <a:latin typeface="DejaVu Sans"/>
                <a:ea typeface="DejaVu Sans"/>
                <a:cs typeface="DejaVu Sans"/>
              </a:defRPr>
            </a:lvl8pPr>
            <a:lvl9pPr algn="l">
              <a:defRPr sz="2025" b="1">
                <a:solidFill>
                  <a:srgbClr val="C86A1B"/>
                </a:solidFill>
                <a:latin typeface="DejaVu Sans"/>
                <a:ea typeface="DejaVu Sans"/>
                <a:cs typeface="DejaVu Sans"/>
              </a:defRPr>
            </a:lvl9pPr>
          </a:lstStyle>
          <a:p xmlns:a="http://schemas.openxmlformats.org/drawingml/2006/main">
            <a:pPr algn="l">
              <a:defRPr sz="2025" b="1">
                <a:solidFill>
                  <a:srgbClr val="C86A1B"/>
                </a:solidFill>
                <a:latin typeface="DejaVu Sans"/>
                <a:ea typeface="DejaVu Sans"/>
                <a:cs typeface="DejaVu Sans"/>
              </a:defRPr>
            </a:pPr>
            <a:r>
              <a:rPr sz="2025" b="1">
                <a:solidFill>
                  <a:srgbClr val="C86A1B"/>
                </a:solidFill>
                <a:latin typeface="DejaVu Sans"/>
                <a:ea typeface="DejaVu Sans"/>
                <a:cs typeface="DejaVu Sans"/>
              </a:rPr>
              <a:t>Projected LiDAR depth</a:t>
            </a:r>
          </a:p>
        </p:txBody>
      </p:sp>
      <p:sp>
        <p:nvSpPr>
          <p:cNvPr id="16" name="shape-315">
            <a:extLst xmlns:a="http://schemas.openxmlformats.org/drawingml/2006/main">
              <a:ext uri="{FF2B5EF4-FFF2-40B4-BE49-F238E27FC236}">
                <a16:creationId xmlns:a16="http://schemas.microsoft.com/office/drawing/2014/main" id="{5BF8FE3E-1BD2-4D1B-B78A-50A52BF57CA4}"/>
              </a:ext>
            </a:extLst>
          </p:cNvPr>
          <p:cNvSpPr>
            <a:spLocks xmlns:a="http://schemas.openxmlformats.org/drawingml/2006/main" noGrp="1"/>
          </p:cNvSpPr>
          <p:nvPr/>
        </p:nvSpPr>
        <p:spPr>
          <a:xfrm xmlns:a="http://schemas.openxmlformats.org/drawingml/2006/main" rot="0">
            <a:off x="552450" y="4572000"/>
            <a:ext cx="1123950" cy="762000"/>
          </a:xfrm>
          <a:prstGeom xmlns:a="http://schemas.openxmlformats.org/drawingml/2006/main" prst="rect">
            <a:avLst/>
          </a:prstGeom>
          <a:solidFill xmlns:a="http://schemas.openxmlformats.org/drawingml/2006/main">
            <a:srgbClr val="FBE8D8"/>
          </a:solidFill>
          <a:ln xmlns:a="http://schemas.openxmlformats.org/drawingml/2006/main" w="15240">
            <a:solidFill>
              <a:srgbClr val="C86A1B"/>
            </a:solidFill>
            <a:prstDash val="solid"/>
          </a:ln>
        </p:spPr>
      </p:sp>
      <p:sp>
        <p:nvSpPr>
          <p:cNvPr id="17" name="label-316">
            <a:extLst xmlns:a="http://schemas.openxmlformats.org/drawingml/2006/main">
              <a:ext uri="{FF2B5EF4-FFF2-40B4-BE49-F238E27FC236}">
                <a16:creationId xmlns:a16="http://schemas.microsoft.com/office/drawing/2014/main" id="{2D14BE20-3F5D-4DC6-B1D2-056887E45151}"/>
              </a:ext>
            </a:extLst>
          </p:cNvPr>
          <p:cNvSpPr>
            <a:spLocks xmlns:a="http://schemas.openxmlformats.org/drawingml/2006/main" noGrp="1"/>
          </p:cNvSpPr>
          <p:nvPr/>
        </p:nvSpPr>
        <p:spPr>
          <a:xfrm xmlns:a="http://schemas.openxmlformats.org/drawingml/2006/main">
            <a:off x="628650" y="4619625"/>
            <a:ext cx="9715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C86A1B"/>
                </a:solidFill>
                <a:latin typeface="DejaVu Sans"/>
                <a:ea typeface="DejaVu Sans"/>
                <a:cs typeface="DejaVu Sans"/>
              </a:defRPr>
            </a:defPPr>
            <a:lvl1pPr algn="ctr">
              <a:defRPr sz="1725" b="1">
                <a:solidFill>
                  <a:srgbClr val="C86A1B"/>
                </a:solidFill>
                <a:latin typeface="DejaVu Sans"/>
                <a:ea typeface="DejaVu Sans"/>
                <a:cs typeface="DejaVu Sans"/>
              </a:defRPr>
            </a:lvl1pPr>
            <a:lvl2pPr algn="ctr">
              <a:defRPr sz="1725" b="1">
                <a:solidFill>
                  <a:srgbClr val="C86A1B"/>
                </a:solidFill>
                <a:latin typeface="DejaVu Sans"/>
                <a:ea typeface="DejaVu Sans"/>
                <a:cs typeface="DejaVu Sans"/>
              </a:defRPr>
            </a:lvl2pPr>
            <a:lvl3pPr algn="ctr">
              <a:defRPr sz="1725" b="1">
                <a:solidFill>
                  <a:srgbClr val="C86A1B"/>
                </a:solidFill>
                <a:latin typeface="DejaVu Sans"/>
                <a:ea typeface="DejaVu Sans"/>
                <a:cs typeface="DejaVu Sans"/>
              </a:defRPr>
            </a:lvl3pPr>
            <a:lvl4pPr algn="ctr">
              <a:defRPr sz="1725" b="1">
                <a:solidFill>
                  <a:srgbClr val="C86A1B"/>
                </a:solidFill>
                <a:latin typeface="DejaVu Sans"/>
                <a:ea typeface="DejaVu Sans"/>
                <a:cs typeface="DejaVu Sans"/>
              </a:defRPr>
            </a:lvl4pPr>
            <a:lvl5pPr algn="ctr">
              <a:defRPr sz="1725" b="1">
                <a:solidFill>
                  <a:srgbClr val="C86A1B"/>
                </a:solidFill>
                <a:latin typeface="DejaVu Sans"/>
                <a:ea typeface="DejaVu Sans"/>
                <a:cs typeface="DejaVu Sans"/>
              </a:defRPr>
            </a:lvl5pPr>
            <a:lvl6pPr algn="ctr">
              <a:defRPr sz="1725" b="1">
                <a:solidFill>
                  <a:srgbClr val="C86A1B"/>
                </a:solidFill>
                <a:latin typeface="DejaVu Sans"/>
                <a:ea typeface="DejaVu Sans"/>
                <a:cs typeface="DejaVu Sans"/>
              </a:defRPr>
            </a:lvl6pPr>
            <a:lvl7pPr algn="ctr">
              <a:defRPr sz="1725" b="1">
                <a:solidFill>
                  <a:srgbClr val="C86A1B"/>
                </a:solidFill>
                <a:latin typeface="DejaVu Sans"/>
                <a:ea typeface="DejaVu Sans"/>
                <a:cs typeface="DejaVu Sans"/>
              </a:defRPr>
            </a:lvl7pPr>
            <a:lvl8pPr algn="ctr">
              <a:defRPr sz="1725" b="1">
                <a:solidFill>
                  <a:srgbClr val="C86A1B"/>
                </a:solidFill>
                <a:latin typeface="DejaVu Sans"/>
                <a:ea typeface="DejaVu Sans"/>
                <a:cs typeface="DejaVu Sans"/>
              </a:defRPr>
            </a:lvl8pPr>
            <a:lvl9pPr algn="ctr">
              <a:defRPr sz="1725" b="1">
                <a:solidFill>
                  <a:srgbClr val="C86A1B"/>
                </a:solidFill>
                <a:latin typeface="DejaVu Sans"/>
                <a:ea typeface="DejaVu Sans"/>
                <a:cs typeface="DejaVu Sans"/>
              </a:defRPr>
            </a:lvl9pPr>
          </a:lstStyle>
          <a:p xmlns:a="http://schemas.openxmlformats.org/drawingml/2006/main">
            <a:pPr algn="ctr">
              <a:defRPr sz="1725" b="1">
                <a:solidFill>
                  <a:srgbClr val="C86A1B"/>
                </a:solidFill>
                <a:latin typeface="DejaVu Sans"/>
                <a:ea typeface="DejaVu Sans"/>
                <a:cs typeface="DejaVu Sans"/>
              </a:defRPr>
            </a:pPr>
            <a:r>
              <a:rPr sz="1725" b="1">
                <a:solidFill>
                  <a:srgbClr val="C86A1B"/>
                </a:solidFill>
                <a:latin typeface="DejaVu Sans"/>
                <a:ea typeface="DejaVu Sans"/>
                <a:cs typeface="DejaVu Sans"/>
              </a:rPr>
              <a:t>1 × 1</a:t>
            </a:r>
          </a:p>
          <a:p xmlns:a="http://schemas.openxmlformats.org/drawingml/2006/main">
            <a:pPr algn="ctr">
              <a:defRPr sz="1725" b="1">
                <a:solidFill>
                  <a:srgbClr val="C86A1B"/>
                </a:solidFill>
                <a:latin typeface="DejaVu Sans"/>
                <a:ea typeface="DejaVu Sans"/>
                <a:cs typeface="DejaVu Sans"/>
              </a:defRPr>
            </a:pPr>
            <a:r>
              <a:rPr sz="1725" b="1">
                <a:solidFill>
                  <a:srgbClr val="C86A1B"/>
                </a:solidFill>
                <a:latin typeface="DejaVu Sans"/>
                <a:ea typeface="DejaVu Sans"/>
                <a:cs typeface="DejaVu Sans"/>
              </a:rPr>
              <a:t>1 → 8</a:t>
            </a:r>
          </a:p>
        </p:txBody>
      </p:sp>
      <p:sp>
        <p:nvSpPr>
          <p:cNvPr id="18" name="shape-317">
            <a:extLst xmlns:a="http://schemas.openxmlformats.org/drawingml/2006/main">
              <a:ext uri="{FF2B5EF4-FFF2-40B4-BE49-F238E27FC236}">
                <a16:creationId xmlns:a16="http://schemas.microsoft.com/office/drawing/2014/main" id="{9786A49B-ADDA-4F41-9F07-908B2CA2880B}"/>
              </a:ext>
            </a:extLst>
          </p:cNvPr>
          <p:cNvSpPr>
            <a:spLocks xmlns:a="http://schemas.openxmlformats.org/drawingml/2006/main" noGrp="1"/>
          </p:cNvSpPr>
          <p:nvPr/>
        </p:nvSpPr>
        <p:spPr>
          <a:xfrm xmlns:a="http://schemas.openxmlformats.org/drawingml/2006/main" rot="0">
            <a:off x="2028825" y="4572000"/>
            <a:ext cx="1323975" cy="762000"/>
          </a:xfrm>
          <a:prstGeom xmlns:a="http://schemas.openxmlformats.org/drawingml/2006/main" prst="rect">
            <a:avLst/>
          </a:prstGeom>
          <a:solidFill xmlns:a="http://schemas.openxmlformats.org/drawingml/2006/main">
            <a:srgbClr val="FBE8D8"/>
          </a:solidFill>
          <a:ln xmlns:a="http://schemas.openxmlformats.org/drawingml/2006/main" w="15240">
            <a:solidFill>
              <a:srgbClr val="C86A1B"/>
            </a:solidFill>
            <a:prstDash val="solid"/>
          </a:ln>
        </p:spPr>
      </p:sp>
      <p:sp>
        <p:nvSpPr>
          <p:cNvPr id="19" name="label-318">
            <a:extLst xmlns:a="http://schemas.openxmlformats.org/drawingml/2006/main">
              <a:ext uri="{FF2B5EF4-FFF2-40B4-BE49-F238E27FC236}">
                <a16:creationId xmlns:a16="http://schemas.microsoft.com/office/drawing/2014/main" id="{870DC03E-1EFA-4322-A3E0-9928BB11A44F}"/>
              </a:ext>
            </a:extLst>
          </p:cNvPr>
          <p:cNvSpPr>
            <a:spLocks xmlns:a="http://schemas.openxmlformats.org/drawingml/2006/main" noGrp="1"/>
          </p:cNvSpPr>
          <p:nvPr/>
        </p:nvSpPr>
        <p:spPr>
          <a:xfrm xmlns:a="http://schemas.openxmlformats.org/drawingml/2006/main">
            <a:off x="2105025" y="4619625"/>
            <a:ext cx="11715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650" b="1">
                <a:solidFill>
                  <a:srgbClr val="C86A1B"/>
                </a:solidFill>
                <a:latin typeface="DejaVu Sans"/>
                <a:ea typeface="DejaVu Sans"/>
                <a:cs typeface="DejaVu Sans"/>
              </a:defRPr>
            </a:defPPr>
            <a:lvl1pPr algn="ctr">
              <a:defRPr sz="1650" b="1">
                <a:solidFill>
                  <a:srgbClr val="C86A1B"/>
                </a:solidFill>
                <a:latin typeface="DejaVu Sans"/>
                <a:ea typeface="DejaVu Sans"/>
                <a:cs typeface="DejaVu Sans"/>
              </a:defRPr>
            </a:lvl1pPr>
            <a:lvl2pPr algn="ctr">
              <a:defRPr sz="1650" b="1">
                <a:solidFill>
                  <a:srgbClr val="C86A1B"/>
                </a:solidFill>
                <a:latin typeface="DejaVu Sans"/>
                <a:ea typeface="DejaVu Sans"/>
                <a:cs typeface="DejaVu Sans"/>
              </a:defRPr>
            </a:lvl2pPr>
            <a:lvl3pPr algn="ctr">
              <a:defRPr sz="1650" b="1">
                <a:solidFill>
                  <a:srgbClr val="C86A1B"/>
                </a:solidFill>
                <a:latin typeface="DejaVu Sans"/>
                <a:ea typeface="DejaVu Sans"/>
                <a:cs typeface="DejaVu Sans"/>
              </a:defRPr>
            </a:lvl3pPr>
            <a:lvl4pPr algn="ctr">
              <a:defRPr sz="1650" b="1">
                <a:solidFill>
                  <a:srgbClr val="C86A1B"/>
                </a:solidFill>
                <a:latin typeface="DejaVu Sans"/>
                <a:ea typeface="DejaVu Sans"/>
                <a:cs typeface="DejaVu Sans"/>
              </a:defRPr>
            </a:lvl4pPr>
            <a:lvl5pPr algn="ctr">
              <a:defRPr sz="1650" b="1">
                <a:solidFill>
                  <a:srgbClr val="C86A1B"/>
                </a:solidFill>
                <a:latin typeface="DejaVu Sans"/>
                <a:ea typeface="DejaVu Sans"/>
                <a:cs typeface="DejaVu Sans"/>
              </a:defRPr>
            </a:lvl5pPr>
            <a:lvl6pPr algn="ctr">
              <a:defRPr sz="1650" b="1">
                <a:solidFill>
                  <a:srgbClr val="C86A1B"/>
                </a:solidFill>
                <a:latin typeface="DejaVu Sans"/>
                <a:ea typeface="DejaVu Sans"/>
                <a:cs typeface="DejaVu Sans"/>
              </a:defRPr>
            </a:lvl6pPr>
            <a:lvl7pPr algn="ctr">
              <a:defRPr sz="1650" b="1">
                <a:solidFill>
                  <a:srgbClr val="C86A1B"/>
                </a:solidFill>
                <a:latin typeface="DejaVu Sans"/>
                <a:ea typeface="DejaVu Sans"/>
                <a:cs typeface="DejaVu Sans"/>
              </a:defRPr>
            </a:lvl7pPr>
            <a:lvl8pPr algn="ctr">
              <a:defRPr sz="1650" b="1">
                <a:solidFill>
                  <a:srgbClr val="C86A1B"/>
                </a:solidFill>
                <a:latin typeface="DejaVu Sans"/>
                <a:ea typeface="DejaVu Sans"/>
                <a:cs typeface="DejaVu Sans"/>
              </a:defRPr>
            </a:lvl8pPr>
            <a:lvl9pPr algn="ctr">
              <a:defRPr sz="1650" b="1">
                <a:solidFill>
                  <a:srgbClr val="C86A1B"/>
                </a:solidFill>
                <a:latin typeface="DejaVu Sans"/>
                <a:ea typeface="DejaVu Sans"/>
                <a:cs typeface="DejaVu Sans"/>
              </a:defRPr>
            </a:lvl9pPr>
          </a:lstStyle>
          <a:p xmlns:a="http://schemas.openxmlformats.org/drawingml/2006/main">
            <a:pPr algn="ctr">
              <a:defRPr sz="1650" b="1">
                <a:solidFill>
                  <a:srgbClr val="C86A1B"/>
                </a:solidFill>
                <a:latin typeface="DejaVu Sans"/>
                <a:ea typeface="DejaVu Sans"/>
                <a:cs typeface="DejaVu Sans"/>
              </a:defRPr>
            </a:pPr>
            <a:r>
              <a:rPr sz="1650" b="1">
                <a:solidFill>
                  <a:srgbClr val="C86A1B"/>
                </a:solidFill>
                <a:latin typeface="DejaVu Sans"/>
                <a:ea typeface="DejaVu Sans"/>
                <a:cs typeface="DejaVu Sans"/>
              </a:rPr>
              <a:t>5 × 5 / s4</a:t>
            </a:r>
          </a:p>
          <a:p xmlns:a="http://schemas.openxmlformats.org/drawingml/2006/main">
            <a:pPr algn="ctr">
              <a:defRPr sz="1650" b="1">
                <a:solidFill>
                  <a:srgbClr val="C86A1B"/>
                </a:solidFill>
                <a:latin typeface="DejaVu Sans"/>
                <a:ea typeface="DejaVu Sans"/>
                <a:cs typeface="DejaVu Sans"/>
              </a:defRPr>
            </a:pPr>
            <a:r>
              <a:rPr sz="1650" b="1">
                <a:solidFill>
                  <a:srgbClr val="C86A1B"/>
                </a:solidFill>
                <a:latin typeface="DejaVu Sans"/>
                <a:ea typeface="DejaVu Sans"/>
                <a:cs typeface="DejaVu Sans"/>
              </a:rPr>
              <a:t>8 → 32</a:t>
            </a:r>
          </a:p>
        </p:txBody>
      </p:sp>
      <p:sp>
        <p:nvSpPr>
          <p:cNvPr id="20" name="shape-319">
            <a:extLst xmlns:a="http://schemas.openxmlformats.org/drawingml/2006/main">
              <a:ext uri="{FF2B5EF4-FFF2-40B4-BE49-F238E27FC236}">
                <a16:creationId xmlns:a16="http://schemas.microsoft.com/office/drawing/2014/main" id="{F908D8D6-1BFA-4249-B1CB-33A8256C415B}"/>
              </a:ext>
            </a:extLst>
          </p:cNvPr>
          <p:cNvSpPr>
            <a:spLocks xmlns:a="http://schemas.openxmlformats.org/drawingml/2006/main" noGrp="1"/>
          </p:cNvSpPr>
          <p:nvPr/>
        </p:nvSpPr>
        <p:spPr>
          <a:xfrm xmlns:a="http://schemas.openxmlformats.org/drawingml/2006/main" rot="0">
            <a:off x="3724275" y="4572000"/>
            <a:ext cx="1381125" cy="762000"/>
          </a:xfrm>
          <a:prstGeom xmlns:a="http://schemas.openxmlformats.org/drawingml/2006/main" prst="rect">
            <a:avLst/>
          </a:prstGeom>
          <a:solidFill xmlns:a="http://schemas.openxmlformats.org/drawingml/2006/main">
            <a:srgbClr val="FBE8D8"/>
          </a:solidFill>
          <a:ln xmlns:a="http://schemas.openxmlformats.org/drawingml/2006/main" w="15240">
            <a:solidFill>
              <a:srgbClr val="C86A1B"/>
            </a:solidFill>
            <a:prstDash val="solid"/>
          </a:ln>
        </p:spPr>
      </p:sp>
      <p:sp>
        <p:nvSpPr>
          <p:cNvPr id="21" name="label-320">
            <a:extLst xmlns:a="http://schemas.openxmlformats.org/drawingml/2006/main">
              <a:ext uri="{FF2B5EF4-FFF2-40B4-BE49-F238E27FC236}">
                <a16:creationId xmlns:a16="http://schemas.microsoft.com/office/drawing/2014/main" id="{EA4BF8F6-C32F-432A-B442-787E66C23DE4}"/>
              </a:ext>
            </a:extLst>
          </p:cNvPr>
          <p:cNvSpPr>
            <a:spLocks xmlns:a="http://schemas.openxmlformats.org/drawingml/2006/main" noGrp="1"/>
          </p:cNvSpPr>
          <p:nvPr/>
        </p:nvSpPr>
        <p:spPr>
          <a:xfrm xmlns:a="http://schemas.openxmlformats.org/drawingml/2006/main">
            <a:off x="3800475" y="4619625"/>
            <a:ext cx="12287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650" b="1">
                <a:solidFill>
                  <a:srgbClr val="C86A1B"/>
                </a:solidFill>
                <a:latin typeface="DejaVu Sans"/>
                <a:ea typeface="DejaVu Sans"/>
                <a:cs typeface="DejaVu Sans"/>
              </a:defRPr>
            </a:defPPr>
            <a:lvl1pPr algn="ctr">
              <a:defRPr sz="1650" b="1">
                <a:solidFill>
                  <a:srgbClr val="C86A1B"/>
                </a:solidFill>
                <a:latin typeface="DejaVu Sans"/>
                <a:ea typeface="DejaVu Sans"/>
                <a:cs typeface="DejaVu Sans"/>
              </a:defRPr>
            </a:lvl1pPr>
            <a:lvl2pPr algn="ctr">
              <a:defRPr sz="1650" b="1">
                <a:solidFill>
                  <a:srgbClr val="C86A1B"/>
                </a:solidFill>
                <a:latin typeface="DejaVu Sans"/>
                <a:ea typeface="DejaVu Sans"/>
                <a:cs typeface="DejaVu Sans"/>
              </a:defRPr>
            </a:lvl2pPr>
            <a:lvl3pPr algn="ctr">
              <a:defRPr sz="1650" b="1">
                <a:solidFill>
                  <a:srgbClr val="C86A1B"/>
                </a:solidFill>
                <a:latin typeface="DejaVu Sans"/>
                <a:ea typeface="DejaVu Sans"/>
                <a:cs typeface="DejaVu Sans"/>
              </a:defRPr>
            </a:lvl3pPr>
            <a:lvl4pPr algn="ctr">
              <a:defRPr sz="1650" b="1">
                <a:solidFill>
                  <a:srgbClr val="C86A1B"/>
                </a:solidFill>
                <a:latin typeface="DejaVu Sans"/>
                <a:ea typeface="DejaVu Sans"/>
                <a:cs typeface="DejaVu Sans"/>
              </a:defRPr>
            </a:lvl4pPr>
            <a:lvl5pPr algn="ctr">
              <a:defRPr sz="1650" b="1">
                <a:solidFill>
                  <a:srgbClr val="C86A1B"/>
                </a:solidFill>
                <a:latin typeface="DejaVu Sans"/>
                <a:ea typeface="DejaVu Sans"/>
                <a:cs typeface="DejaVu Sans"/>
              </a:defRPr>
            </a:lvl5pPr>
            <a:lvl6pPr algn="ctr">
              <a:defRPr sz="1650" b="1">
                <a:solidFill>
                  <a:srgbClr val="C86A1B"/>
                </a:solidFill>
                <a:latin typeface="DejaVu Sans"/>
                <a:ea typeface="DejaVu Sans"/>
                <a:cs typeface="DejaVu Sans"/>
              </a:defRPr>
            </a:lvl6pPr>
            <a:lvl7pPr algn="ctr">
              <a:defRPr sz="1650" b="1">
                <a:solidFill>
                  <a:srgbClr val="C86A1B"/>
                </a:solidFill>
                <a:latin typeface="DejaVu Sans"/>
                <a:ea typeface="DejaVu Sans"/>
                <a:cs typeface="DejaVu Sans"/>
              </a:defRPr>
            </a:lvl7pPr>
            <a:lvl8pPr algn="ctr">
              <a:defRPr sz="1650" b="1">
                <a:solidFill>
                  <a:srgbClr val="C86A1B"/>
                </a:solidFill>
                <a:latin typeface="DejaVu Sans"/>
                <a:ea typeface="DejaVu Sans"/>
                <a:cs typeface="DejaVu Sans"/>
              </a:defRPr>
            </a:lvl8pPr>
            <a:lvl9pPr algn="ctr">
              <a:defRPr sz="1650" b="1">
                <a:solidFill>
                  <a:srgbClr val="C86A1B"/>
                </a:solidFill>
                <a:latin typeface="DejaVu Sans"/>
                <a:ea typeface="DejaVu Sans"/>
                <a:cs typeface="DejaVu Sans"/>
              </a:defRPr>
            </a:lvl9pPr>
          </a:lstStyle>
          <a:p xmlns:a="http://schemas.openxmlformats.org/drawingml/2006/main">
            <a:pPr algn="ctr">
              <a:defRPr sz="1650" b="1">
                <a:solidFill>
                  <a:srgbClr val="C86A1B"/>
                </a:solidFill>
                <a:latin typeface="DejaVu Sans"/>
                <a:ea typeface="DejaVu Sans"/>
                <a:cs typeface="DejaVu Sans"/>
              </a:defRPr>
            </a:pPr>
            <a:r>
              <a:rPr sz="1650" b="1">
                <a:solidFill>
                  <a:srgbClr val="C86A1B"/>
                </a:solidFill>
                <a:latin typeface="DejaVu Sans"/>
                <a:ea typeface="DejaVu Sans"/>
                <a:cs typeface="DejaVu Sans"/>
              </a:rPr>
              <a:t>5 × 5 / s2</a:t>
            </a:r>
          </a:p>
          <a:p xmlns:a="http://schemas.openxmlformats.org/drawingml/2006/main">
            <a:pPr algn="ctr">
              <a:defRPr sz="1650" b="1">
                <a:solidFill>
                  <a:srgbClr val="C86A1B"/>
                </a:solidFill>
                <a:latin typeface="DejaVu Sans"/>
                <a:ea typeface="DejaVu Sans"/>
                <a:cs typeface="DejaVu Sans"/>
              </a:defRPr>
            </a:pPr>
            <a:r>
              <a:rPr sz="1650" b="1">
                <a:solidFill>
                  <a:srgbClr val="C86A1B"/>
                </a:solidFill>
                <a:latin typeface="DejaVu Sans"/>
                <a:ea typeface="DejaVu Sans"/>
                <a:cs typeface="DejaVu Sans"/>
              </a:rPr>
              <a:t>32 → 64</a:t>
            </a:r>
          </a:p>
        </p:txBody>
      </p:sp>
      <p:sp>
        <p:nvSpPr>
          <p:cNvPr id="22" name="path-321">
            <a:extLst xmlns:a="http://schemas.openxmlformats.org/drawingml/2006/main">
              <a:ext uri="{FF2B5EF4-FFF2-40B4-BE49-F238E27FC236}">
                <a16:creationId xmlns:a16="http://schemas.microsoft.com/office/drawing/2014/main" id="{FA8DDBC4-91DB-481B-8B77-9FC59C046943}"/>
              </a:ext>
            </a:extLst>
          </p:cNvPr>
          <p:cNvSpPr>
            <a:spLocks xmlns:a="http://schemas.openxmlformats.org/drawingml/2006/main" noGrp="1"/>
          </p:cNvSpPr>
          <p:nvPr/>
        </p:nvSpPr>
        <p:spPr>
          <a:xfrm xmlns:a="http://schemas.openxmlformats.org/drawingml/2006/main">
            <a:off x="1676400" y="4953000"/>
            <a:ext cx="352425" cy="953"/>
          </a:xfrm>
          <a:custGeom xmlns:a="http://schemas.openxmlformats.org/drawingml/2006/main">
            <a:pathLst>
              <a:path w="352425" h="953">
                <a:moveTo>
                  <a:pt x="0" y="0"/>
                </a:moveTo>
                <a:lnTo>
                  <a:pt x="352425" y="0"/>
                </a:lnTo>
              </a:path>
            </a:pathLst>
          </a:custGeom>
          <a:noFill xmlns:a="http://schemas.openxmlformats.org/drawingml/2006/main"/>
          <a:ln xmlns:a="http://schemas.openxmlformats.org/drawingml/2006/main" w="22860">
            <a:solidFill>
              <a:srgbClr val="C86A1B"/>
            </a:solidFill>
            <a:prstDash val="solid"/>
          </a:ln>
        </p:spPr>
      </p:sp>
      <p:sp>
        <p:nvSpPr>
          <p:cNvPr id="23" name="path-322">
            <a:extLst xmlns:a="http://schemas.openxmlformats.org/drawingml/2006/main">
              <a:ext uri="{FF2B5EF4-FFF2-40B4-BE49-F238E27FC236}">
                <a16:creationId xmlns:a16="http://schemas.microsoft.com/office/drawing/2014/main" id="{86ADD6A9-4F91-47C3-9343-005AF4E0ABCC}"/>
              </a:ext>
            </a:extLst>
          </p:cNvPr>
          <p:cNvSpPr>
            <a:spLocks xmlns:a="http://schemas.openxmlformats.org/drawingml/2006/main" noGrp="1"/>
          </p:cNvSpPr>
          <p:nvPr/>
        </p:nvSpPr>
        <p:spPr>
          <a:xfrm xmlns:a="http://schemas.openxmlformats.org/drawingml/2006/main">
            <a:off x="1933575" y="4909185"/>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C86A1B"/>
          </a:solidFill>
          <a:ln xmlns:a="http://schemas.openxmlformats.org/drawingml/2006/main" w="0">
            <a:solidFill>
              <a:srgbClr val="C86A1B"/>
            </a:solidFill>
            <a:prstDash val="solid"/>
          </a:ln>
        </p:spPr>
      </p:sp>
      <p:sp>
        <p:nvSpPr>
          <p:cNvPr id="24" name="path-323">
            <a:extLst xmlns:a="http://schemas.openxmlformats.org/drawingml/2006/main">
              <a:ext uri="{FF2B5EF4-FFF2-40B4-BE49-F238E27FC236}">
                <a16:creationId xmlns:a16="http://schemas.microsoft.com/office/drawing/2014/main" id="{975DDB2E-50C0-454D-91DC-ED9E1DCB52FA}"/>
              </a:ext>
            </a:extLst>
          </p:cNvPr>
          <p:cNvSpPr>
            <a:spLocks xmlns:a="http://schemas.openxmlformats.org/drawingml/2006/main" noGrp="1"/>
          </p:cNvSpPr>
          <p:nvPr/>
        </p:nvSpPr>
        <p:spPr>
          <a:xfrm xmlns:a="http://schemas.openxmlformats.org/drawingml/2006/main">
            <a:off x="3352800" y="4953000"/>
            <a:ext cx="371475" cy="953"/>
          </a:xfrm>
          <a:custGeom xmlns:a="http://schemas.openxmlformats.org/drawingml/2006/main">
            <a:pathLst>
              <a:path w="371475" h="953">
                <a:moveTo>
                  <a:pt x="0" y="0"/>
                </a:moveTo>
                <a:lnTo>
                  <a:pt x="371475" y="0"/>
                </a:lnTo>
              </a:path>
            </a:pathLst>
          </a:custGeom>
          <a:noFill xmlns:a="http://schemas.openxmlformats.org/drawingml/2006/main"/>
          <a:ln xmlns:a="http://schemas.openxmlformats.org/drawingml/2006/main" w="22860">
            <a:solidFill>
              <a:srgbClr val="C86A1B"/>
            </a:solidFill>
            <a:prstDash val="solid"/>
          </a:ln>
        </p:spPr>
      </p:sp>
      <p:sp>
        <p:nvSpPr>
          <p:cNvPr id="25" name="path-324">
            <a:extLst xmlns:a="http://schemas.openxmlformats.org/drawingml/2006/main">
              <a:ext uri="{FF2B5EF4-FFF2-40B4-BE49-F238E27FC236}">
                <a16:creationId xmlns:a16="http://schemas.microsoft.com/office/drawing/2014/main" id="{E41B4456-1D71-4967-A7A8-BD1EC3FF4DB8}"/>
              </a:ext>
            </a:extLst>
          </p:cNvPr>
          <p:cNvSpPr>
            <a:spLocks xmlns:a="http://schemas.openxmlformats.org/drawingml/2006/main" noGrp="1"/>
          </p:cNvSpPr>
          <p:nvPr/>
        </p:nvSpPr>
        <p:spPr>
          <a:xfrm xmlns:a="http://schemas.openxmlformats.org/drawingml/2006/main">
            <a:off x="3629025" y="4909185"/>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C86A1B"/>
          </a:solidFill>
          <a:ln xmlns:a="http://schemas.openxmlformats.org/drawingml/2006/main" w="0">
            <a:solidFill>
              <a:srgbClr val="C86A1B"/>
            </a:solidFill>
            <a:prstDash val="solid"/>
          </a:ln>
        </p:spPr>
      </p:sp>
      <p:sp>
        <p:nvSpPr>
          <p:cNvPr id="26" name="shape-325">
            <a:extLst xmlns:a="http://schemas.openxmlformats.org/drawingml/2006/main">
              <a:ext uri="{FF2B5EF4-FFF2-40B4-BE49-F238E27FC236}">
                <a16:creationId xmlns:a16="http://schemas.microsoft.com/office/drawing/2014/main" id="{8AEBDF78-B2AD-431E-857C-2E1EFD0428AC}"/>
              </a:ext>
            </a:extLst>
          </p:cNvPr>
          <p:cNvSpPr>
            <a:spLocks xmlns:a="http://schemas.openxmlformats.org/drawingml/2006/main" noGrp="1"/>
          </p:cNvSpPr>
          <p:nvPr/>
        </p:nvSpPr>
        <p:spPr>
          <a:xfrm xmlns:a="http://schemas.openxmlformats.org/drawingml/2006/main" rot="0">
            <a:off x="2505075" y="2238375"/>
            <a:ext cx="1238250" cy="809625"/>
          </a:xfrm>
          <a:prstGeom xmlns:a="http://schemas.openxmlformats.org/drawingml/2006/main" prst="rect">
            <a:avLst/>
          </a:prstGeom>
          <a:solidFill xmlns:a="http://schemas.openxmlformats.org/drawingml/2006/main">
            <a:srgbClr val="E5EBF2"/>
          </a:solidFill>
          <a:ln xmlns:a="http://schemas.openxmlformats.org/drawingml/2006/main" w="15240">
            <a:solidFill>
              <a:srgbClr val="304C68"/>
            </a:solidFill>
            <a:prstDash val="solid"/>
          </a:ln>
        </p:spPr>
      </p:sp>
      <p:sp>
        <p:nvSpPr>
          <p:cNvPr id="27" name="label-326">
            <a:extLst xmlns:a="http://schemas.openxmlformats.org/drawingml/2006/main">
              <a:ext uri="{FF2B5EF4-FFF2-40B4-BE49-F238E27FC236}">
                <a16:creationId xmlns:a16="http://schemas.microsoft.com/office/drawing/2014/main" id="{6F7681B2-46C2-4F04-ACE4-7E729BC8F132}"/>
              </a:ext>
            </a:extLst>
          </p:cNvPr>
          <p:cNvSpPr>
            <a:spLocks xmlns:a="http://schemas.openxmlformats.org/drawingml/2006/main" noGrp="1"/>
          </p:cNvSpPr>
          <p:nvPr/>
        </p:nvSpPr>
        <p:spPr>
          <a:xfrm xmlns:a="http://schemas.openxmlformats.org/drawingml/2006/main">
            <a:off x="2581275" y="2286000"/>
            <a:ext cx="10858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75" b="1">
                <a:solidFill>
                  <a:srgbClr val="304C68"/>
                </a:solidFill>
                <a:latin typeface="DejaVu Sans"/>
                <a:ea typeface="DejaVu Sans"/>
                <a:cs typeface="DejaVu Sans"/>
              </a:defRPr>
            </a:defPPr>
            <a:lvl1pPr algn="ctr">
              <a:defRPr sz="1875" b="1">
                <a:solidFill>
                  <a:srgbClr val="304C68"/>
                </a:solidFill>
                <a:latin typeface="DejaVu Sans"/>
                <a:ea typeface="DejaVu Sans"/>
                <a:cs typeface="DejaVu Sans"/>
              </a:defRPr>
            </a:lvl1pPr>
            <a:lvl2pPr algn="ctr">
              <a:defRPr sz="1875" b="1">
                <a:solidFill>
                  <a:srgbClr val="304C68"/>
                </a:solidFill>
                <a:latin typeface="DejaVu Sans"/>
                <a:ea typeface="DejaVu Sans"/>
                <a:cs typeface="DejaVu Sans"/>
              </a:defRPr>
            </a:lvl2pPr>
            <a:lvl3pPr algn="ctr">
              <a:defRPr sz="1875" b="1">
                <a:solidFill>
                  <a:srgbClr val="304C68"/>
                </a:solidFill>
                <a:latin typeface="DejaVu Sans"/>
                <a:ea typeface="DejaVu Sans"/>
                <a:cs typeface="DejaVu Sans"/>
              </a:defRPr>
            </a:lvl3pPr>
            <a:lvl4pPr algn="ctr">
              <a:defRPr sz="1875" b="1">
                <a:solidFill>
                  <a:srgbClr val="304C68"/>
                </a:solidFill>
                <a:latin typeface="DejaVu Sans"/>
                <a:ea typeface="DejaVu Sans"/>
                <a:cs typeface="DejaVu Sans"/>
              </a:defRPr>
            </a:lvl4pPr>
            <a:lvl5pPr algn="ctr">
              <a:defRPr sz="1875" b="1">
                <a:solidFill>
                  <a:srgbClr val="304C68"/>
                </a:solidFill>
                <a:latin typeface="DejaVu Sans"/>
                <a:ea typeface="DejaVu Sans"/>
                <a:cs typeface="DejaVu Sans"/>
              </a:defRPr>
            </a:lvl5pPr>
            <a:lvl6pPr algn="ctr">
              <a:defRPr sz="1875" b="1">
                <a:solidFill>
                  <a:srgbClr val="304C68"/>
                </a:solidFill>
                <a:latin typeface="DejaVu Sans"/>
                <a:ea typeface="DejaVu Sans"/>
                <a:cs typeface="DejaVu Sans"/>
              </a:defRPr>
            </a:lvl6pPr>
            <a:lvl7pPr algn="ctr">
              <a:defRPr sz="1875" b="1">
                <a:solidFill>
                  <a:srgbClr val="304C68"/>
                </a:solidFill>
                <a:latin typeface="DejaVu Sans"/>
                <a:ea typeface="DejaVu Sans"/>
                <a:cs typeface="DejaVu Sans"/>
              </a:defRPr>
            </a:lvl7pPr>
            <a:lvl8pPr algn="ctr">
              <a:defRPr sz="1875" b="1">
                <a:solidFill>
                  <a:srgbClr val="304C68"/>
                </a:solidFill>
                <a:latin typeface="DejaVu Sans"/>
                <a:ea typeface="DejaVu Sans"/>
                <a:cs typeface="DejaVu Sans"/>
              </a:defRPr>
            </a:lvl8pPr>
            <a:lvl9pPr algn="ctr">
              <a:defRPr sz="1875" b="1">
                <a:solidFill>
                  <a:srgbClr val="304C68"/>
                </a:solidFill>
                <a:latin typeface="DejaVu Sans"/>
                <a:ea typeface="DejaVu Sans"/>
                <a:cs typeface="DejaVu Sans"/>
              </a:defRPr>
            </a:lvl9pPr>
          </a:lstStyle>
          <a:p xmlns:a="http://schemas.openxmlformats.org/drawingml/2006/main">
            <a:pPr algn="ctr">
              <a:defRPr sz="1875" b="1">
                <a:solidFill>
                  <a:srgbClr val="304C68"/>
                </a:solidFill>
                <a:latin typeface="DejaVu Sans"/>
                <a:ea typeface="DejaVu Sans"/>
                <a:cs typeface="DejaVu Sans"/>
              </a:defRPr>
            </a:pPr>
            <a:r>
              <a:rPr sz="1875" b="1">
                <a:solidFill>
                  <a:srgbClr val="304C68"/>
                </a:solidFill>
                <a:latin typeface="DejaVu Sans"/>
                <a:ea typeface="DejaVu Sans"/>
                <a:cs typeface="DejaVu Sans"/>
              </a:rPr>
              <a:t>Concat</a:t>
            </a:r>
          </a:p>
          <a:p xmlns:a="http://schemas.openxmlformats.org/drawingml/2006/main">
            <a:pPr algn="ctr">
              <a:defRPr sz="1875" b="1">
                <a:solidFill>
                  <a:srgbClr val="304C68"/>
                </a:solidFill>
                <a:latin typeface="DejaVu Sans"/>
                <a:ea typeface="DejaVu Sans"/>
                <a:cs typeface="DejaVu Sans"/>
              </a:defRPr>
            </a:pPr>
            <a:r>
              <a:rPr sz="1875" b="1">
                <a:solidFill>
                  <a:srgbClr val="304C68"/>
                </a:solidFill>
                <a:latin typeface="DejaVu Sans"/>
                <a:ea typeface="DejaVu Sans"/>
                <a:cs typeface="DejaVu Sans"/>
              </a:rPr>
              <a:t>320 ch</a:t>
            </a:r>
          </a:p>
        </p:txBody>
      </p:sp>
      <p:sp>
        <p:nvSpPr>
          <p:cNvPr id="28" name="path-327">
            <a:extLst xmlns:a="http://schemas.openxmlformats.org/drawingml/2006/main">
              <a:ext uri="{FF2B5EF4-FFF2-40B4-BE49-F238E27FC236}">
                <a16:creationId xmlns:a16="http://schemas.microsoft.com/office/drawing/2014/main" id="{17DE05B6-DC5B-45DD-BF33-9C136F9D4BC7}"/>
              </a:ext>
            </a:extLst>
          </p:cNvPr>
          <p:cNvSpPr>
            <a:spLocks xmlns:a="http://schemas.openxmlformats.org/drawingml/2006/main" noGrp="1"/>
          </p:cNvSpPr>
          <p:nvPr/>
        </p:nvSpPr>
        <p:spPr>
          <a:xfrm xmlns:a="http://schemas.openxmlformats.org/drawingml/2006/main">
            <a:off x="1971675" y="2647950"/>
            <a:ext cx="533400" cy="953"/>
          </a:xfrm>
          <a:custGeom xmlns:a="http://schemas.openxmlformats.org/drawingml/2006/main">
            <a:pathLst>
              <a:path w="533400" h="953">
                <a:moveTo>
                  <a:pt x="0" y="0"/>
                </a:moveTo>
                <a:lnTo>
                  <a:pt x="533400" y="0"/>
                </a:lnTo>
              </a:path>
            </a:pathLst>
          </a:custGeom>
          <a:noFill xmlns:a="http://schemas.openxmlformats.org/drawingml/2006/main"/>
          <a:ln xmlns:a="http://schemas.openxmlformats.org/drawingml/2006/main" w="22860">
            <a:solidFill>
              <a:srgbClr val="1674D1"/>
            </a:solidFill>
            <a:prstDash val="solid"/>
          </a:ln>
        </p:spPr>
      </p:sp>
      <p:sp>
        <p:nvSpPr>
          <p:cNvPr id="29" name="path-328">
            <a:extLst xmlns:a="http://schemas.openxmlformats.org/drawingml/2006/main">
              <a:ext uri="{FF2B5EF4-FFF2-40B4-BE49-F238E27FC236}">
                <a16:creationId xmlns:a16="http://schemas.microsoft.com/office/drawing/2014/main" id="{C5453ABE-7579-4124-9E97-5DA3509EC4C2}"/>
              </a:ext>
            </a:extLst>
          </p:cNvPr>
          <p:cNvSpPr>
            <a:spLocks xmlns:a="http://schemas.openxmlformats.org/drawingml/2006/main" noGrp="1"/>
          </p:cNvSpPr>
          <p:nvPr/>
        </p:nvSpPr>
        <p:spPr>
          <a:xfrm xmlns:a="http://schemas.openxmlformats.org/drawingml/2006/main">
            <a:off x="2409825" y="2604135"/>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1674D1"/>
          </a:solidFill>
          <a:ln xmlns:a="http://schemas.openxmlformats.org/drawingml/2006/main" w="0">
            <a:solidFill>
              <a:srgbClr val="1674D1"/>
            </a:solidFill>
            <a:prstDash val="solid"/>
          </a:ln>
        </p:spPr>
      </p:sp>
      <p:sp>
        <p:nvSpPr>
          <p:cNvPr id="30" name="path-329">
            <a:extLst xmlns:a="http://schemas.openxmlformats.org/drawingml/2006/main">
              <a:ext uri="{FF2B5EF4-FFF2-40B4-BE49-F238E27FC236}">
                <a16:creationId xmlns:a16="http://schemas.microsoft.com/office/drawing/2014/main" id="{A29022FE-5DB7-4141-B67B-168F077D3D9B}"/>
              </a:ext>
            </a:extLst>
          </p:cNvPr>
          <p:cNvSpPr>
            <a:spLocks xmlns:a="http://schemas.openxmlformats.org/drawingml/2006/main" noGrp="1"/>
          </p:cNvSpPr>
          <p:nvPr/>
        </p:nvSpPr>
        <p:spPr>
          <a:xfrm xmlns:a="http://schemas.openxmlformats.org/drawingml/2006/main">
            <a:off x="3133725" y="3048000"/>
            <a:ext cx="2257425" cy="1905000"/>
          </a:xfrm>
          <a:custGeom xmlns:a="http://schemas.openxmlformats.org/drawingml/2006/main">
            <a:pathLst>
              <a:path w="2257425" h="1905000">
                <a:moveTo>
                  <a:pt x="1971675" y="1905000"/>
                </a:moveTo>
                <a:lnTo>
                  <a:pt x="2257425" y="1905000"/>
                </a:lnTo>
                <a:lnTo>
                  <a:pt x="2257425" y="504825"/>
                </a:lnTo>
                <a:lnTo>
                  <a:pt x="0" y="504825"/>
                </a:lnTo>
                <a:lnTo>
                  <a:pt x="0" y="0"/>
                </a:lnTo>
              </a:path>
            </a:pathLst>
          </a:custGeom>
          <a:noFill xmlns:a="http://schemas.openxmlformats.org/drawingml/2006/main"/>
          <a:ln xmlns:a="http://schemas.openxmlformats.org/drawingml/2006/main" w="22860">
            <a:solidFill>
              <a:srgbClr val="C86A1B"/>
            </a:solidFill>
            <a:prstDash val="solid"/>
          </a:ln>
        </p:spPr>
      </p:sp>
      <p:sp>
        <p:nvSpPr>
          <p:cNvPr id="31" name="path-330">
            <a:extLst xmlns:a="http://schemas.openxmlformats.org/drawingml/2006/main">
              <a:ext uri="{FF2B5EF4-FFF2-40B4-BE49-F238E27FC236}">
                <a16:creationId xmlns:a16="http://schemas.microsoft.com/office/drawing/2014/main" id="{B4CCC661-F7C3-4C1F-A95F-4BACF809A565}"/>
              </a:ext>
            </a:extLst>
          </p:cNvPr>
          <p:cNvSpPr>
            <a:spLocks xmlns:a="http://schemas.openxmlformats.org/drawingml/2006/main" noGrp="1"/>
          </p:cNvSpPr>
          <p:nvPr/>
        </p:nvSpPr>
        <p:spPr>
          <a:xfrm xmlns:a="http://schemas.openxmlformats.org/drawingml/2006/main">
            <a:off x="3089910" y="3048000"/>
            <a:ext cx="87630" cy="95250"/>
          </a:xfrm>
          <a:custGeom xmlns:a="http://schemas.openxmlformats.org/drawingml/2006/main">
            <a:pathLst>
              <a:path w="87630" h="95250">
                <a:moveTo>
                  <a:pt x="43815" y="0"/>
                </a:moveTo>
                <a:lnTo>
                  <a:pt x="0" y="95250"/>
                </a:lnTo>
                <a:lnTo>
                  <a:pt x="87630" y="95250"/>
                </a:lnTo>
                <a:close/>
              </a:path>
            </a:pathLst>
          </a:custGeom>
          <a:solidFill xmlns:a="http://schemas.openxmlformats.org/drawingml/2006/main">
            <a:srgbClr val="C86A1B"/>
          </a:solidFill>
          <a:ln xmlns:a="http://schemas.openxmlformats.org/drawingml/2006/main" w="0">
            <a:solidFill>
              <a:srgbClr val="C86A1B"/>
            </a:solidFill>
            <a:prstDash val="solid"/>
          </a:ln>
        </p:spPr>
      </p:sp>
      <p:sp>
        <p:nvSpPr>
          <p:cNvPr id="32" name="shape-331">
            <a:extLst xmlns:a="http://schemas.openxmlformats.org/drawingml/2006/main">
              <a:ext uri="{FF2B5EF4-FFF2-40B4-BE49-F238E27FC236}">
                <a16:creationId xmlns:a16="http://schemas.microsoft.com/office/drawing/2014/main" id="{2E970556-867C-4DDB-8450-A1BB826D3750}"/>
              </a:ext>
            </a:extLst>
          </p:cNvPr>
          <p:cNvSpPr>
            <a:spLocks xmlns:a="http://schemas.openxmlformats.org/drawingml/2006/main" noGrp="1"/>
          </p:cNvSpPr>
          <p:nvPr/>
        </p:nvSpPr>
        <p:spPr>
          <a:xfrm xmlns:a="http://schemas.openxmlformats.org/drawingml/2006/main" rot="0">
            <a:off x="4257675" y="2238375"/>
            <a:ext cx="1457325" cy="809625"/>
          </a:xfrm>
          <a:prstGeom xmlns:a="http://schemas.openxmlformats.org/drawingml/2006/main" prst="rect">
            <a:avLst/>
          </a:prstGeom>
          <a:solidFill xmlns:a="http://schemas.openxmlformats.org/drawingml/2006/main">
            <a:srgbClr val="DFEDFC"/>
          </a:solidFill>
          <a:ln xmlns:a="http://schemas.openxmlformats.org/drawingml/2006/main" w="15240">
            <a:solidFill>
              <a:srgbClr val="1674D1"/>
            </a:solidFill>
            <a:prstDash val="solid"/>
          </a:ln>
        </p:spPr>
      </p:sp>
      <p:sp>
        <p:nvSpPr>
          <p:cNvPr id="33" name="label-332">
            <a:extLst xmlns:a="http://schemas.openxmlformats.org/drawingml/2006/main">
              <a:ext uri="{FF2B5EF4-FFF2-40B4-BE49-F238E27FC236}">
                <a16:creationId xmlns:a16="http://schemas.microsoft.com/office/drawing/2014/main" id="{9F24B4B2-E27D-4022-92AB-C658E7C780BE}"/>
              </a:ext>
            </a:extLst>
          </p:cNvPr>
          <p:cNvSpPr>
            <a:spLocks xmlns:a="http://schemas.openxmlformats.org/drawingml/2006/main" noGrp="1"/>
          </p:cNvSpPr>
          <p:nvPr/>
        </p:nvSpPr>
        <p:spPr>
          <a:xfrm xmlns:a="http://schemas.openxmlformats.org/drawingml/2006/main">
            <a:off x="4333875" y="2286000"/>
            <a:ext cx="13049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1674D1"/>
                </a:solidFill>
                <a:latin typeface="DejaVu Sans"/>
                <a:ea typeface="DejaVu Sans"/>
                <a:cs typeface="DejaVu Sans"/>
              </a:defRPr>
            </a:defPPr>
            <a:lvl1pPr algn="ctr">
              <a:defRPr sz="1725" b="1">
                <a:solidFill>
                  <a:srgbClr val="1674D1"/>
                </a:solidFill>
                <a:latin typeface="DejaVu Sans"/>
                <a:ea typeface="DejaVu Sans"/>
                <a:cs typeface="DejaVu Sans"/>
              </a:defRPr>
            </a:lvl1pPr>
            <a:lvl2pPr algn="ctr">
              <a:defRPr sz="1725" b="1">
                <a:solidFill>
                  <a:srgbClr val="1674D1"/>
                </a:solidFill>
                <a:latin typeface="DejaVu Sans"/>
                <a:ea typeface="DejaVu Sans"/>
                <a:cs typeface="DejaVu Sans"/>
              </a:defRPr>
            </a:lvl2pPr>
            <a:lvl3pPr algn="ctr">
              <a:defRPr sz="1725" b="1">
                <a:solidFill>
                  <a:srgbClr val="1674D1"/>
                </a:solidFill>
                <a:latin typeface="DejaVu Sans"/>
                <a:ea typeface="DejaVu Sans"/>
                <a:cs typeface="DejaVu Sans"/>
              </a:defRPr>
            </a:lvl3pPr>
            <a:lvl4pPr algn="ctr">
              <a:defRPr sz="1725" b="1">
                <a:solidFill>
                  <a:srgbClr val="1674D1"/>
                </a:solidFill>
                <a:latin typeface="DejaVu Sans"/>
                <a:ea typeface="DejaVu Sans"/>
                <a:cs typeface="DejaVu Sans"/>
              </a:defRPr>
            </a:lvl4pPr>
            <a:lvl5pPr algn="ctr">
              <a:defRPr sz="1725" b="1">
                <a:solidFill>
                  <a:srgbClr val="1674D1"/>
                </a:solidFill>
                <a:latin typeface="DejaVu Sans"/>
                <a:ea typeface="DejaVu Sans"/>
                <a:cs typeface="DejaVu Sans"/>
              </a:defRPr>
            </a:lvl5pPr>
            <a:lvl6pPr algn="ctr">
              <a:defRPr sz="1725" b="1">
                <a:solidFill>
                  <a:srgbClr val="1674D1"/>
                </a:solidFill>
                <a:latin typeface="DejaVu Sans"/>
                <a:ea typeface="DejaVu Sans"/>
                <a:cs typeface="DejaVu Sans"/>
              </a:defRPr>
            </a:lvl6pPr>
            <a:lvl7pPr algn="ctr">
              <a:defRPr sz="1725" b="1">
                <a:solidFill>
                  <a:srgbClr val="1674D1"/>
                </a:solidFill>
                <a:latin typeface="DejaVu Sans"/>
                <a:ea typeface="DejaVu Sans"/>
                <a:cs typeface="DejaVu Sans"/>
              </a:defRPr>
            </a:lvl7pPr>
            <a:lvl8pPr algn="ctr">
              <a:defRPr sz="1725" b="1">
                <a:solidFill>
                  <a:srgbClr val="1674D1"/>
                </a:solidFill>
                <a:latin typeface="DejaVu Sans"/>
                <a:ea typeface="DejaVu Sans"/>
                <a:cs typeface="DejaVu Sans"/>
              </a:defRPr>
            </a:lvl8pPr>
            <a:lvl9pPr algn="ctr">
              <a:defRPr sz="1725" b="1">
                <a:solidFill>
                  <a:srgbClr val="1674D1"/>
                </a:solidFill>
                <a:latin typeface="DejaVu Sans"/>
                <a:ea typeface="DejaVu Sans"/>
                <a:cs typeface="DejaVu Sans"/>
              </a:defRPr>
            </a:lvl9pPr>
          </a:lstStyle>
          <a:p xmlns:a="http://schemas.openxmlformats.org/drawingml/2006/main">
            <a:pPr algn="ctr">
              <a:defRPr sz="1725" b="1">
                <a:solidFill>
                  <a:srgbClr val="1674D1"/>
                </a:solidFill>
                <a:latin typeface="DejaVu Sans"/>
                <a:ea typeface="DejaVu Sans"/>
                <a:cs typeface="DejaVu Sans"/>
              </a:defRPr>
            </a:pPr>
            <a:r>
              <a:rPr sz="1725" b="1">
                <a:solidFill>
                  <a:srgbClr val="1674D1"/>
                </a:solidFill>
                <a:latin typeface="DejaVu Sans"/>
                <a:ea typeface="DejaVu Sans"/>
                <a:cs typeface="DejaVu Sans"/>
              </a:rPr>
              <a:t>3 × 3</a:t>
            </a:r>
          </a:p>
          <a:p xmlns:a="http://schemas.openxmlformats.org/drawingml/2006/main">
            <a:pPr algn="ctr">
              <a:defRPr sz="1725" b="1">
                <a:solidFill>
                  <a:srgbClr val="1674D1"/>
                </a:solidFill>
                <a:latin typeface="DejaVu Sans"/>
                <a:ea typeface="DejaVu Sans"/>
                <a:cs typeface="DejaVu Sans"/>
              </a:defRPr>
            </a:pPr>
            <a:r>
              <a:rPr sz="1725" b="1">
                <a:solidFill>
                  <a:srgbClr val="1674D1"/>
                </a:solidFill>
                <a:latin typeface="DejaVu Sans"/>
                <a:ea typeface="DejaVu Sans"/>
                <a:cs typeface="DejaVu Sans"/>
              </a:rPr>
              <a:t>320 → 256</a:t>
            </a:r>
          </a:p>
        </p:txBody>
      </p:sp>
      <p:sp>
        <p:nvSpPr>
          <p:cNvPr id="34" name="shape-333">
            <a:extLst xmlns:a="http://schemas.openxmlformats.org/drawingml/2006/main">
              <a:ext uri="{FF2B5EF4-FFF2-40B4-BE49-F238E27FC236}">
                <a16:creationId xmlns:a16="http://schemas.microsoft.com/office/drawing/2014/main" id="{FD2D06A8-3DB4-4C48-B176-BA8186FF1CB2}"/>
              </a:ext>
            </a:extLst>
          </p:cNvPr>
          <p:cNvSpPr>
            <a:spLocks xmlns:a="http://schemas.openxmlformats.org/drawingml/2006/main" noGrp="1"/>
          </p:cNvSpPr>
          <p:nvPr/>
        </p:nvSpPr>
        <p:spPr>
          <a:xfrm xmlns:a="http://schemas.openxmlformats.org/drawingml/2006/main" rot="0">
            <a:off x="6181725" y="2238375"/>
            <a:ext cx="1457325" cy="809625"/>
          </a:xfrm>
          <a:prstGeom xmlns:a="http://schemas.openxmlformats.org/drawingml/2006/main" prst="rect">
            <a:avLst/>
          </a:prstGeom>
          <a:solidFill xmlns:a="http://schemas.openxmlformats.org/drawingml/2006/main">
            <a:srgbClr val="DFEDFC"/>
          </a:solidFill>
          <a:ln xmlns:a="http://schemas.openxmlformats.org/drawingml/2006/main" w="15240">
            <a:solidFill>
              <a:srgbClr val="1674D1"/>
            </a:solidFill>
            <a:prstDash val="solid"/>
          </a:ln>
        </p:spPr>
      </p:sp>
      <p:sp>
        <p:nvSpPr>
          <p:cNvPr id="35" name="label-334">
            <a:extLst xmlns:a="http://schemas.openxmlformats.org/drawingml/2006/main">
              <a:ext uri="{FF2B5EF4-FFF2-40B4-BE49-F238E27FC236}">
                <a16:creationId xmlns:a16="http://schemas.microsoft.com/office/drawing/2014/main" id="{A37D4410-744A-44EB-8870-A3E95E363293}"/>
              </a:ext>
            </a:extLst>
          </p:cNvPr>
          <p:cNvSpPr>
            <a:spLocks xmlns:a="http://schemas.openxmlformats.org/drawingml/2006/main" noGrp="1"/>
          </p:cNvSpPr>
          <p:nvPr/>
        </p:nvSpPr>
        <p:spPr>
          <a:xfrm xmlns:a="http://schemas.openxmlformats.org/drawingml/2006/main">
            <a:off x="6257925" y="2286000"/>
            <a:ext cx="13049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1674D1"/>
                </a:solidFill>
                <a:latin typeface="DejaVu Sans"/>
                <a:ea typeface="DejaVu Sans"/>
                <a:cs typeface="DejaVu Sans"/>
              </a:defRPr>
            </a:defPPr>
            <a:lvl1pPr algn="ctr">
              <a:defRPr sz="1725" b="1">
                <a:solidFill>
                  <a:srgbClr val="1674D1"/>
                </a:solidFill>
                <a:latin typeface="DejaVu Sans"/>
                <a:ea typeface="DejaVu Sans"/>
                <a:cs typeface="DejaVu Sans"/>
              </a:defRPr>
            </a:lvl1pPr>
            <a:lvl2pPr algn="ctr">
              <a:defRPr sz="1725" b="1">
                <a:solidFill>
                  <a:srgbClr val="1674D1"/>
                </a:solidFill>
                <a:latin typeface="DejaVu Sans"/>
                <a:ea typeface="DejaVu Sans"/>
                <a:cs typeface="DejaVu Sans"/>
              </a:defRPr>
            </a:lvl2pPr>
            <a:lvl3pPr algn="ctr">
              <a:defRPr sz="1725" b="1">
                <a:solidFill>
                  <a:srgbClr val="1674D1"/>
                </a:solidFill>
                <a:latin typeface="DejaVu Sans"/>
                <a:ea typeface="DejaVu Sans"/>
                <a:cs typeface="DejaVu Sans"/>
              </a:defRPr>
            </a:lvl3pPr>
            <a:lvl4pPr algn="ctr">
              <a:defRPr sz="1725" b="1">
                <a:solidFill>
                  <a:srgbClr val="1674D1"/>
                </a:solidFill>
                <a:latin typeface="DejaVu Sans"/>
                <a:ea typeface="DejaVu Sans"/>
                <a:cs typeface="DejaVu Sans"/>
              </a:defRPr>
            </a:lvl4pPr>
            <a:lvl5pPr algn="ctr">
              <a:defRPr sz="1725" b="1">
                <a:solidFill>
                  <a:srgbClr val="1674D1"/>
                </a:solidFill>
                <a:latin typeface="DejaVu Sans"/>
                <a:ea typeface="DejaVu Sans"/>
                <a:cs typeface="DejaVu Sans"/>
              </a:defRPr>
            </a:lvl5pPr>
            <a:lvl6pPr algn="ctr">
              <a:defRPr sz="1725" b="1">
                <a:solidFill>
                  <a:srgbClr val="1674D1"/>
                </a:solidFill>
                <a:latin typeface="DejaVu Sans"/>
                <a:ea typeface="DejaVu Sans"/>
                <a:cs typeface="DejaVu Sans"/>
              </a:defRPr>
            </a:lvl6pPr>
            <a:lvl7pPr algn="ctr">
              <a:defRPr sz="1725" b="1">
                <a:solidFill>
                  <a:srgbClr val="1674D1"/>
                </a:solidFill>
                <a:latin typeface="DejaVu Sans"/>
                <a:ea typeface="DejaVu Sans"/>
                <a:cs typeface="DejaVu Sans"/>
              </a:defRPr>
            </a:lvl7pPr>
            <a:lvl8pPr algn="ctr">
              <a:defRPr sz="1725" b="1">
                <a:solidFill>
                  <a:srgbClr val="1674D1"/>
                </a:solidFill>
                <a:latin typeface="DejaVu Sans"/>
                <a:ea typeface="DejaVu Sans"/>
                <a:cs typeface="DejaVu Sans"/>
              </a:defRPr>
            </a:lvl8pPr>
            <a:lvl9pPr algn="ctr">
              <a:defRPr sz="1725" b="1">
                <a:solidFill>
                  <a:srgbClr val="1674D1"/>
                </a:solidFill>
                <a:latin typeface="DejaVu Sans"/>
                <a:ea typeface="DejaVu Sans"/>
                <a:cs typeface="DejaVu Sans"/>
              </a:defRPr>
            </a:lvl9pPr>
          </a:lstStyle>
          <a:p xmlns:a="http://schemas.openxmlformats.org/drawingml/2006/main">
            <a:pPr algn="ctr">
              <a:defRPr sz="1725" b="1">
                <a:solidFill>
                  <a:srgbClr val="1674D1"/>
                </a:solidFill>
                <a:latin typeface="DejaVu Sans"/>
                <a:ea typeface="DejaVu Sans"/>
                <a:cs typeface="DejaVu Sans"/>
              </a:defRPr>
            </a:pPr>
            <a:r>
              <a:rPr sz="1725" b="1">
                <a:solidFill>
                  <a:srgbClr val="1674D1"/>
                </a:solidFill>
                <a:latin typeface="DejaVu Sans"/>
                <a:ea typeface="DejaVu Sans"/>
                <a:cs typeface="DejaVu Sans"/>
              </a:rPr>
              <a:t>3 × 3</a:t>
            </a:r>
          </a:p>
          <a:p xmlns:a="http://schemas.openxmlformats.org/drawingml/2006/main">
            <a:pPr algn="ctr">
              <a:defRPr sz="1725" b="1">
                <a:solidFill>
                  <a:srgbClr val="1674D1"/>
                </a:solidFill>
                <a:latin typeface="DejaVu Sans"/>
                <a:ea typeface="DejaVu Sans"/>
                <a:cs typeface="DejaVu Sans"/>
              </a:defRPr>
            </a:pPr>
            <a:r>
              <a:rPr sz="1725" b="1">
                <a:solidFill>
                  <a:srgbClr val="1674D1"/>
                </a:solidFill>
                <a:latin typeface="DejaVu Sans"/>
                <a:ea typeface="DejaVu Sans"/>
                <a:cs typeface="DejaVu Sans"/>
              </a:rPr>
              <a:t>256 → 256</a:t>
            </a:r>
          </a:p>
        </p:txBody>
      </p:sp>
      <p:sp>
        <p:nvSpPr>
          <p:cNvPr id="36" name="shape-335">
            <a:extLst xmlns:a="http://schemas.openxmlformats.org/drawingml/2006/main">
              <a:ext uri="{FF2B5EF4-FFF2-40B4-BE49-F238E27FC236}">
                <a16:creationId xmlns:a16="http://schemas.microsoft.com/office/drawing/2014/main" id="{9D215967-6D4D-46E3-BF79-5B435C19E2BA}"/>
              </a:ext>
            </a:extLst>
          </p:cNvPr>
          <p:cNvSpPr>
            <a:spLocks xmlns:a="http://schemas.openxmlformats.org/drawingml/2006/main" noGrp="1"/>
          </p:cNvSpPr>
          <p:nvPr/>
        </p:nvSpPr>
        <p:spPr>
          <a:xfrm xmlns:a="http://schemas.openxmlformats.org/drawingml/2006/main" rot="0">
            <a:off x="8105775" y="2238375"/>
            <a:ext cx="1457325" cy="809625"/>
          </a:xfrm>
          <a:prstGeom xmlns:a="http://schemas.openxmlformats.org/drawingml/2006/main" prst="rect">
            <a:avLst/>
          </a:prstGeom>
          <a:solidFill xmlns:a="http://schemas.openxmlformats.org/drawingml/2006/main">
            <a:srgbClr val="DFEDFC"/>
          </a:solidFill>
          <a:ln xmlns:a="http://schemas.openxmlformats.org/drawingml/2006/main" w="15240">
            <a:solidFill>
              <a:srgbClr val="1674D1"/>
            </a:solidFill>
            <a:prstDash val="solid"/>
          </a:ln>
        </p:spPr>
      </p:sp>
      <p:sp>
        <p:nvSpPr>
          <p:cNvPr id="37" name="label-336">
            <a:extLst xmlns:a="http://schemas.openxmlformats.org/drawingml/2006/main">
              <a:ext uri="{FF2B5EF4-FFF2-40B4-BE49-F238E27FC236}">
                <a16:creationId xmlns:a16="http://schemas.microsoft.com/office/drawing/2014/main" id="{C75071E9-89D0-464F-9F63-8ABADDB328CB}"/>
              </a:ext>
            </a:extLst>
          </p:cNvPr>
          <p:cNvSpPr>
            <a:spLocks xmlns:a="http://schemas.openxmlformats.org/drawingml/2006/main" noGrp="1"/>
          </p:cNvSpPr>
          <p:nvPr/>
        </p:nvSpPr>
        <p:spPr>
          <a:xfrm xmlns:a="http://schemas.openxmlformats.org/drawingml/2006/main">
            <a:off x="8181975" y="2286000"/>
            <a:ext cx="13049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1674D1"/>
                </a:solidFill>
                <a:latin typeface="DejaVu Sans"/>
                <a:ea typeface="DejaVu Sans"/>
                <a:cs typeface="DejaVu Sans"/>
              </a:defRPr>
            </a:defPPr>
            <a:lvl1pPr algn="ctr">
              <a:defRPr sz="1725" b="1">
                <a:solidFill>
                  <a:srgbClr val="1674D1"/>
                </a:solidFill>
                <a:latin typeface="DejaVu Sans"/>
                <a:ea typeface="DejaVu Sans"/>
                <a:cs typeface="DejaVu Sans"/>
              </a:defRPr>
            </a:lvl1pPr>
            <a:lvl2pPr algn="ctr">
              <a:defRPr sz="1725" b="1">
                <a:solidFill>
                  <a:srgbClr val="1674D1"/>
                </a:solidFill>
                <a:latin typeface="DejaVu Sans"/>
                <a:ea typeface="DejaVu Sans"/>
                <a:cs typeface="DejaVu Sans"/>
              </a:defRPr>
            </a:lvl2pPr>
            <a:lvl3pPr algn="ctr">
              <a:defRPr sz="1725" b="1">
                <a:solidFill>
                  <a:srgbClr val="1674D1"/>
                </a:solidFill>
                <a:latin typeface="DejaVu Sans"/>
                <a:ea typeface="DejaVu Sans"/>
                <a:cs typeface="DejaVu Sans"/>
              </a:defRPr>
            </a:lvl3pPr>
            <a:lvl4pPr algn="ctr">
              <a:defRPr sz="1725" b="1">
                <a:solidFill>
                  <a:srgbClr val="1674D1"/>
                </a:solidFill>
                <a:latin typeface="DejaVu Sans"/>
                <a:ea typeface="DejaVu Sans"/>
                <a:cs typeface="DejaVu Sans"/>
              </a:defRPr>
            </a:lvl4pPr>
            <a:lvl5pPr algn="ctr">
              <a:defRPr sz="1725" b="1">
                <a:solidFill>
                  <a:srgbClr val="1674D1"/>
                </a:solidFill>
                <a:latin typeface="DejaVu Sans"/>
                <a:ea typeface="DejaVu Sans"/>
                <a:cs typeface="DejaVu Sans"/>
              </a:defRPr>
            </a:lvl5pPr>
            <a:lvl6pPr algn="ctr">
              <a:defRPr sz="1725" b="1">
                <a:solidFill>
                  <a:srgbClr val="1674D1"/>
                </a:solidFill>
                <a:latin typeface="DejaVu Sans"/>
                <a:ea typeface="DejaVu Sans"/>
                <a:cs typeface="DejaVu Sans"/>
              </a:defRPr>
            </a:lvl6pPr>
            <a:lvl7pPr algn="ctr">
              <a:defRPr sz="1725" b="1">
                <a:solidFill>
                  <a:srgbClr val="1674D1"/>
                </a:solidFill>
                <a:latin typeface="DejaVu Sans"/>
                <a:ea typeface="DejaVu Sans"/>
                <a:cs typeface="DejaVu Sans"/>
              </a:defRPr>
            </a:lvl7pPr>
            <a:lvl8pPr algn="ctr">
              <a:defRPr sz="1725" b="1">
                <a:solidFill>
                  <a:srgbClr val="1674D1"/>
                </a:solidFill>
                <a:latin typeface="DejaVu Sans"/>
                <a:ea typeface="DejaVu Sans"/>
                <a:cs typeface="DejaVu Sans"/>
              </a:defRPr>
            </a:lvl8pPr>
            <a:lvl9pPr algn="ctr">
              <a:defRPr sz="1725" b="1">
                <a:solidFill>
                  <a:srgbClr val="1674D1"/>
                </a:solidFill>
                <a:latin typeface="DejaVu Sans"/>
                <a:ea typeface="DejaVu Sans"/>
                <a:cs typeface="DejaVu Sans"/>
              </a:defRPr>
            </a:lvl9pPr>
          </a:lstStyle>
          <a:p xmlns:a="http://schemas.openxmlformats.org/drawingml/2006/main">
            <a:pPr algn="ctr">
              <a:defRPr sz="1725" b="1">
                <a:solidFill>
                  <a:srgbClr val="1674D1"/>
                </a:solidFill>
                <a:latin typeface="DejaVu Sans"/>
                <a:ea typeface="DejaVu Sans"/>
                <a:cs typeface="DejaVu Sans"/>
              </a:defRPr>
            </a:pPr>
            <a:r>
              <a:rPr sz="1725" b="1">
                <a:solidFill>
                  <a:srgbClr val="1674D1"/>
                </a:solidFill>
                <a:latin typeface="DejaVu Sans"/>
                <a:ea typeface="DejaVu Sans"/>
                <a:cs typeface="DejaVu Sans"/>
              </a:rPr>
              <a:t>1 × 1</a:t>
            </a:r>
          </a:p>
          <a:p xmlns:a="http://schemas.openxmlformats.org/drawingml/2006/main">
            <a:pPr algn="ctr">
              <a:defRPr sz="1725" b="1">
                <a:solidFill>
                  <a:srgbClr val="1674D1"/>
                </a:solidFill>
                <a:latin typeface="DejaVu Sans"/>
                <a:ea typeface="DejaVu Sans"/>
                <a:cs typeface="DejaVu Sans"/>
              </a:defRPr>
            </a:pPr>
            <a:r>
              <a:rPr sz="1725" b="1">
                <a:solidFill>
                  <a:srgbClr val="1674D1"/>
                </a:solidFill>
                <a:latin typeface="DejaVu Sans"/>
                <a:ea typeface="DejaVu Sans"/>
                <a:cs typeface="DejaVu Sans"/>
              </a:rPr>
              <a:t>256 → 198</a:t>
            </a:r>
          </a:p>
        </p:txBody>
      </p:sp>
      <p:sp>
        <p:nvSpPr>
          <p:cNvPr id="38" name="path-337">
            <a:extLst xmlns:a="http://schemas.openxmlformats.org/drawingml/2006/main">
              <a:ext uri="{FF2B5EF4-FFF2-40B4-BE49-F238E27FC236}">
                <a16:creationId xmlns:a16="http://schemas.microsoft.com/office/drawing/2014/main" id="{F71BABAE-9704-47B9-93A3-C4A2E5D2A0AC}"/>
              </a:ext>
            </a:extLst>
          </p:cNvPr>
          <p:cNvSpPr>
            <a:spLocks xmlns:a="http://schemas.openxmlformats.org/drawingml/2006/main" noGrp="1"/>
          </p:cNvSpPr>
          <p:nvPr/>
        </p:nvSpPr>
        <p:spPr>
          <a:xfrm xmlns:a="http://schemas.openxmlformats.org/drawingml/2006/main">
            <a:off x="3743325" y="2647950"/>
            <a:ext cx="514350" cy="953"/>
          </a:xfrm>
          <a:custGeom xmlns:a="http://schemas.openxmlformats.org/drawingml/2006/main">
            <a:pathLst>
              <a:path w="514350" h="953">
                <a:moveTo>
                  <a:pt x="0" y="0"/>
                </a:moveTo>
                <a:lnTo>
                  <a:pt x="514350" y="0"/>
                </a:lnTo>
              </a:path>
            </a:pathLst>
          </a:custGeom>
          <a:noFill xmlns:a="http://schemas.openxmlformats.org/drawingml/2006/main"/>
          <a:ln xmlns:a="http://schemas.openxmlformats.org/drawingml/2006/main" w="22860">
            <a:solidFill>
              <a:srgbClr val="1674D1"/>
            </a:solidFill>
            <a:prstDash val="solid"/>
          </a:ln>
        </p:spPr>
      </p:sp>
      <p:sp>
        <p:nvSpPr>
          <p:cNvPr id="39" name="path-338">
            <a:extLst xmlns:a="http://schemas.openxmlformats.org/drawingml/2006/main">
              <a:ext uri="{FF2B5EF4-FFF2-40B4-BE49-F238E27FC236}">
                <a16:creationId xmlns:a16="http://schemas.microsoft.com/office/drawing/2014/main" id="{B7411695-2B81-47F0-9CF7-3224480BD8B1}"/>
              </a:ext>
            </a:extLst>
          </p:cNvPr>
          <p:cNvSpPr>
            <a:spLocks xmlns:a="http://schemas.openxmlformats.org/drawingml/2006/main" noGrp="1"/>
          </p:cNvSpPr>
          <p:nvPr/>
        </p:nvSpPr>
        <p:spPr>
          <a:xfrm xmlns:a="http://schemas.openxmlformats.org/drawingml/2006/main">
            <a:off x="4162425" y="2604135"/>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1674D1"/>
          </a:solidFill>
          <a:ln xmlns:a="http://schemas.openxmlformats.org/drawingml/2006/main" w="0">
            <a:solidFill>
              <a:srgbClr val="1674D1"/>
            </a:solidFill>
            <a:prstDash val="solid"/>
          </a:ln>
        </p:spPr>
      </p:sp>
      <p:sp>
        <p:nvSpPr>
          <p:cNvPr id="40" name="path-339">
            <a:extLst xmlns:a="http://schemas.openxmlformats.org/drawingml/2006/main">
              <a:ext uri="{FF2B5EF4-FFF2-40B4-BE49-F238E27FC236}">
                <a16:creationId xmlns:a16="http://schemas.microsoft.com/office/drawing/2014/main" id="{4496EC68-EBD9-4500-826C-D69DE53A4BF2}"/>
              </a:ext>
            </a:extLst>
          </p:cNvPr>
          <p:cNvSpPr>
            <a:spLocks xmlns:a="http://schemas.openxmlformats.org/drawingml/2006/main" noGrp="1"/>
          </p:cNvSpPr>
          <p:nvPr/>
        </p:nvSpPr>
        <p:spPr>
          <a:xfrm xmlns:a="http://schemas.openxmlformats.org/drawingml/2006/main">
            <a:off x="5715000" y="2647950"/>
            <a:ext cx="466725" cy="953"/>
          </a:xfrm>
          <a:custGeom xmlns:a="http://schemas.openxmlformats.org/drawingml/2006/main">
            <a:pathLst>
              <a:path w="466725" h="953">
                <a:moveTo>
                  <a:pt x="0" y="0"/>
                </a:moveTo>
                <a:lnTo>
                  <a:pt x="466725" y="0"/>
                </a:lnTo>
              </a:path>
            </a:pathLst>
          </a:custGeom>
          <a:noFill xmlns:a="http://schemas.openxmlformats.org/drawingml/2006/main"/>
          <a:ln xmlns:a="http://schemas.openxmlformats.org/drawingml/2006/main" w="22860">
            <a:solidFill>
              <a:srgbClr val="1674D1"/>
            </a:solidFill>
            <a:prstDash val="solid"/>
          </a:ln>
        </p:spPr>
      </p:sp>
      <p:sp>
        <p:nvSpPr>
          <p:cNvPr id="41" name="path-340">
            <a:extLst xmlns:a="http://schemas.openxmlformats.org/drawingml/2006/main">
              <a:ext uri="{FF2B5EF4-FFF2-40B4-BE49-F238E27FC236}">
                <a16:creationId xmlns:a16="http://schemas.microsoft.com/office/drawing/2014/main" id="{2ECBF529-B4D6-4791-823E-6D6A7CB7F916}"/>
              </a:ext>
            </a:extLst>
          </p:cNvPr>
          <p:cNvSpPr>
            <a:spLocks xmlns:a="http://schemas.openxmlformats.org/drawingml/2006/main" noGrp="1"/>
          </p:cNvSpPr>
          <p:nvPr/>
        </p:nvSpPr>
        <p:spPr>
          <a:xfrm xmlns:a="http://schemas.openxmlformats.org/drawingml/2006/main">
            <a:off x="6086475" y="2604135"/>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1674D1"/>
          </a:solidFill>
          <a:ln xmlns:a="http://schemas.openxmlformats.org/drawingml/2006/main" w="0">
            <a:solidFill>
              <a:srgbClr val="1674D1"/>
            </a:solidFill>
            <a:prstDash val="solid"/>
          </a:ln>
        </p:spPr>
      </p:sp>
      <p:sp>
        <p:nvSpPr>
          <p:cNvPr id="42" name="path-341">
            <a:extLst xmlns:a="http://schemas.openxmlformats.org/drawingml/2006/main">
              <a:ext uri="{FF2B5EF4-FFF2-40B4-BE49-F238E27FC236}">
                <a16:creationId xmlns:a16="http://schemas.microsoft.com/office/drawing/2014/main" id="{3D238156-CA0D-46D1-BD6E-2D4A436EA492}"/>
              </a:ext>
            </a:extLst>
          </p:cNvPr>
          <p:cNvSpPr>
            <a:spLocks xmlns:a="http://schemas.openxmlformats.org/drawingml/2006/main" noGrp="1"/>
          </p:cNvSpPr>
          <p:nvPr/>
        </p:nvSpPr>
        <p:spPr>
          <a:xfrm xmlns:a="http://schemas.openxmlformats.org/drawingml/2006/main">
            <a:off x="7639050" y="2647950"/>
            <a:ext cx="466725" cy="953"/>
          </a:xfrm>
          <a:custGeom xmlns:a="http://schemas.openxmlformats.org/drawingml/2006/main">
            <a:pathLst>
              <a:path w="466725" h="953">
                <a:moveTo>
                  <a:pt x="0" y="0"/>
                </a:moveTo>
                <a:lnTo>
                  <a:pt x="466725" y="0"/>
                </a:lnTo>
              </a:path>
            </a:pathLst>
          </a:custGeom>
          <a:noFill xmlns:a="http://schemas.openxmlformats.org/drawingml/2006/main"/>
          <a:ln xmlns:a="http://schemas.openxmlformats.org/drawingml/2006/main" w="22860">
            <a:solidFill>
              <a:srgbClr val="1674D1"/>
            </a:solidFill>
            <a:prstDash val="solid"/>
          </a:ln>
        </p:spPr>
      </p:sp>
      <p:sp>
        <p:nvSpPr>
          <p:cNvPr id="43" name="path-342">
            <a:extLst xmlns:a="http://schemas.openxmlformats.org/drawingml/2006/main">
              <a:ext uri="{FF2B5EF4-FFF2-40B4-BE49-F238E27FC236}">
                <a16:creationId xmlns:a16="http://schemas.microsoft.com/office/drawing/2014/main" id="{909D5835-0F6E-498A-AF57-B12254C55DAF}"/>
              </a:ext>
            </a:extLst>
          </p:cNvPr>
          <p:cNvSpPr>
            <a:spLocks xmlns:a="http://schemas.openxmlformats.org/drawingml/2006/main" noGrp="1"/>
          </p:cNvSpPr>
          <p:nvPr/>
        </p:nvSpPr>
        <p:spPr>
          <a:xfrm xmlns:a="http://schemas.openxmlformats.org/drawingml/2006/main">
            <a:off x="8010525" y="2604135"/>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1674D1"/>
          </a:solidFill>
          <a:ln xmlns:a="http://schemas.openxmlformats.org/drawingml/2006/main" w="0">
            <a:solidFill>
              <a:srgbClr val="1674D1"/>
            </a:solidFill>
            <a:prstDash val="solid"/>
          </a:ln>
        </p:spPr>
      </p:sp>
      <p:sp>
        <p:nvSpPr>
          <p:cNvPr id="44" name="shape-343">
            <a:extLst xmlns:a="http://schemas.openxmlformats.org/drawingml/2006/main">
              <a:ext uri="{FF2B5EF4-FFF2-40B4-BE49-F238E27FC236}">
                <a16:creationId xmlns:a16="http://schemas.microsoft.com/office/drawing/2014/main" id="{2E12C7B2-0E35-4C05-B1B3-FA5EA6C8B456}"/>
              </a:ext>
            </a:extLst>
          </p:cNvPr>
          <p:cNvSpPr>
            <a:spLocks xmlns:a="http://schemas.openxmlformats.org/drawingml/2006/main" noGrp="1"/>
          </p:cNvSpPr>
          <p:nvPr/>
        </p:nvSpPr>
        <p:spPr>
          <a:xfrm xmlns:a="http://schemas.openxmlformats.org/drawingml/2006/main" rot="0">
            <a:off x="10191750" y="1743075"/>
            <a:ext cx="1466850" cy="809625"/>
          </a:xfrm>
          <a:prstGeom xmlns:a="http://schemas.openxmlformats.org/drawingml/2006/main" prst="rect">
            <a:avLst/>
          </a:prstGeom>
          <a:solidFill xmlns:a="http://schemas.openxmlformats.org/drawingml/2006/main">
            <a:srgbClr val="DFEDFC"/>
          </a:solidFill>
          <a:ln xmlns:a="http://schemas.openxmlformats.org/drawingml/2006/main" w="15240">
            <a:solidFill>
              <a:srgbClr val="1674D1"/>
            </a:solidFill>
            <a:prstDash val="solid"/>
          </a:ln>
        </p:spPr>
      </p:sp>
      <p:sp>
        <p:nvSpPr>
          <p:cNvPr id="45" name="label-344">
            <a:extLst xmlns:a="http://schemas.openxmlformats.org/drawingml/2006/main">
              <a:ext uri="{FF2B5EF4-FFF2-40B4-BE49-F238E27FC236}">
                <a16:creationId xmlns:a16="http://schemas.microsoft.com/office/drawing/2014/main" id="{CA9675F1-3286-410E-9448-D930A0C356E0}"/>
              </a:ext>
            </a:extLst>
          </p:cNvPr>
          <p:cNvSpPr>
            <a:spLocks xmlns:a="http://schemas.openxmlformats.org/drawingml/2006/main" noGrp="1"/>
          </p:cNvSpPr>
          <p:nvPr/>
        </p:nvSpPr>
        <p:spPr>
          <a:xfrm xmlns:a="http://schemas.openxmlformats.org/drawingml/2006/main">
            <a:off x="10267950" y="1790700"/>
            <a:ext cx="13144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1674D1"/>
                </a:solidFill>
                <a:latin typeface="DejaVu Sans"/>
                <a:ea typeface="DejaVu Sans"/>
                <a:cs typeface="DejaVu Sans"/>
              </a:defRPr>
            </a:defPPr>
            <a:lvl1pPr algn="ctr">
              <a:defRPr sz="1725" b="1">
                <a:solidFill>
                  <a:srgbClr val="1674D1"/>
                </a:solidFill>
                <a:latin typeface="DejaVu Sans"/>
                <a:ea typeface="DejaVu Sans"/>
                <a:cs typeface="DejaVu Sans"/>
              </a:defRPr>
            </a:lvl1pPr>
            <a:lvl2pPr algn="ctr">
              <a:defRPr sz="1725" b="1">
                <a:solidFill>
                  <a:srgbClr val="1674D1"/>
                </a:solidFill>
                <a:latin typeface="DejaVu Sans"/>
                <a:ea typeface="DejaVu Sans"/>
                <a:cs typeface="DejaVu Sans"/>
              </a:defRPr>
            </a:lvl2pPr>
            <a:lvl3pPr algn="ctr">
              <a:defRPr sz="1725" b="1">
                <a:solidFill>
                  <a:srgbClr val="1674D1"/>
                </a:solidFill>
                <a:latin typeface="DejaVu Sans"/>
                <a:ea typeface="DejaVu Sans"/>
                <a:cs typeface="DejaVu Sans"/>
              </a:defRPr>
            </a:lvl3pPr>
            <a:lvl4pPr algn="ctr">
              <a:defRPr sz="1725" b="1">
                <a:solidFill>
                  <a:srgbClr val="1674D1"/>
                </a:solidFill>
                <a:latin typeface="DejaVu Sans"/>
                <a:ea typeface="DejaVu Sans"/>
                <a:cs typeface="DejaVu Sans"/>
              </a:defRPr>
            </a:lvl4pPr>
            <a:lvl5pPr algn="ctr">
              <a:defRPr sz="1725" b="1">
                <a:solidFill>
                  <a:srgbClr val="1674D1"/>
                </a:solidFill>
                <a:latin typeface="DejaVu Sans"/>
                <a:ea typeface="DejaVu Sans"/>
                <a:cs typeface="DejaVu Sans"/>
              </a:defRPr>
            </a:lvl5pPr>
            <a:lvl6pPr algn="ctr">
              <a:defRPr sz="1725" b="1">
                <a:solidFill>
                  <a:srgbClr val="1674D1"/>
                </a:solidFill>
                <a:latin typeface="DejaVu Sans"/>
                <a:ea typeface="DejaVu Sans"/>
                <a:cs typeface="DejaVu Sans"/>
              </a:defRPr>
            </a:lvl6pPr>
            <a:lvl7pPr algn="ctr">
              <a:defRPr sz="1725" b="1">
                <a:solidFill>
                  <a:srgbClr val="1674D1"/>
                </a:solidFill>
                <a:latin typeface="DejaVu Sans"/>
                <a:ea typeface="DejaVu Sans"/>
                <a:cs typeface="DejaVu Sans"/>
              </a:defRPr>
            </a:lvl7pPr>
            <a:lvl8pPr algn="ctr">
              <a:defRPr sz="1725" b="1">
                <a:solidFill>
                  <a:srgbClr val="1674D1"/>
                </a:solidFill>
                <a:latin typeface="DejaVu Sans"/>
                <a:ea typeface="DejaVu Sans"/>
                <a:cs typeface="DejaVu Sans"/>
              </a:defRPr>
            </a:lvl8pPr>
            <a:lvl9pPr algn="ctr">
              <a:defRPr sz="1725" b="1">
                <a:solidFill>
                  <a:srgbClr val="1674D1"/>
                </a:solidFill>
                <a:latin typeface="DejaVu Sans"/>
                <a:ea typeface="DejaVu Sans"/>
                <a:cs typeface="DejaVu Sans"/>
              </a:defRPr>
            </a:lvl9pPr>
          </a:lstStyle>
          <a:p xmlns:a="http://schemas.openxmlformats.org/drawingml/2006/main">
            <a:pPr algn="ctr">
              <a:defRPr sz="1725" b="1">
                <a:solidFill>
                  <a:srgbClr val="1674D1"/>
                </a:solidFill>
                <a:latin typeface="DejaVu Sans"/>
                <a:ea typeface="DejaVu Sans"/>
                <a:cs typeface="DejaVu Sans"/>
              </a:defRPr>
            </a:pPr>
            <a:r>
              <a:rPr sz="1725" b="1">
                <a:solidFill>
                  <a:srgbClr val="1674D1"/>
                </a:solidFill>
                <a:latin typeface="DejaVu Sans"/>
                <a:ea typeface="DejaVu Sans"/>
                <a:cs typeface="DejaVu Sans"/>
              </a:rPr>
              <a:t>Depth pₖ</a:t>
            </a:r>
          </a:p>
          <a:p xmlns:a="http://schemas.openxmlformats.org/drawingml/2006/main">
            <a:pPr algn="ctr">
              <a:defRPr sz="1725" b="1">
                <a:solidFill>
                  <a:srgbClr val="1674D1"/>
                </a:solidFill>
                <a:latin typeface="DejaVu Sans"/>
                <a:ea typeface="DejaVu Sans"/>
                <a:cs typeface="DejaVu Sans"/>
              </a:defRPr>
            </a:pPr>
            <a:r>
              <a:rPr sz="1725" b="1">
                <a:solidFill>
                  <a:srgbClr val="1674D1"/>
                </a:solidFill>
                <a:latin typeface="DejaVu Sans"/>
                <a:ea typeface="DejaVu Sans"/>
                <a:cs typeface="DejaVu Sans"/>
              </a:rPr>
              <a:t>118 bins</a:t>
            </a:r>
          </a:p>
        </p:txBody>
      </p:sp>
      <p:sp>
        <p:nvSpPr>
          <p:cNvPr id="46" name="shape-345">
            <a:extLst xmlns:a="http://schemas.openxmlformats.org/drawingml/2006/main">
              <a:ext uri="{FF2B5EF4-FFF2-40B4-BE49-F238E27FC236}">
                <a16:creationId xmlns:a16="http://schemas.microsoft.com/office/drawing/2014/main" id="{EDBFCC95-C14B-4134-9CEA-0BE49B3D01A4}"/>
              </a:ext>
            </a:extLst>
          </p:cNvPr>
          <p:cNvSpPr>
            <a:spLocks xmlns:a="http://schemas.openxmlformats.org/drawingml/2006/main" noGrp="1"/>
          </p:cNvSpPr>
          <p:nvPr/>
        </p:nvSpPr>
        <p:spPr>
          <a:xfrm xmlns:a="http://schemas.openxmlformats.org/drawingml/2006/main" rot="0">
            <a:off x="10191750" y="3257550"/>
            <a:ext cx="1466850" cy="809625"/>
          </a:xfrm>
          <a:prstGeom xmlns:a="http://schemas.openxmlformats.org/drawingml/2006/main" prst="rect">
            <a:avLst/>
          </a:prstGeom>
          <a:solidFill xmlns:a="http://schemas.openxmlformats.org/drawingml/2006/main">
            <a:srgbClr val="DFEDFC"/>
          </a:solidFill>
          <a:ln xmlns:a="http://schemas.openxmlformats.org/drawingml/2006/main" w="15240">
            <a:solidFill>
              <a:srgbClr val="1674D1"/>
            </a:solidFill>
            <a:prstDash val="solid"/>
          </a:ln>
        </p:spPr>
      </p:sp>
      <p:sp>
        <p:nvSpPr>
          <p:cNvPr id="47" name="label-346">
            <a:extLst xmlns:a="http://schemas.openxmlformats.org/drawingml/2006/main">
              <a:ext uri="{FF2B5EF4-FFF2-40B4-BE49-F238E27FC236}">
                <a16:creationId xmlns:a16="http://schemas.microsoft.com/office/drawing/2014/main" id="{DEEDD5E1-8AF1-4A22-ABBC-7BE4F7A8AB8D}"/>
              </a:ext>
            </a:extLst>
          </p:cNvPr>
          <p:cNvSpPr>
            <a:spLocks xmlns:a="http://schemas.openxmlformats.org/drawingml/2006/main" noGrp="1"/>
          </p:cNvSpPr>
          <p:nvPr/>
        </p:nvSpPr>
        <p:spPr>
          <a:xfrm xmlns:a="http://schemas.openxmlformats.org/drawingml/2006/main">
            <a:off x="10267950" y="3305175"/>
            <a:ext cx="13144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650" b="1">
                <a:solidFill>
                  <a:srgbClr val="1674D1"/>
                </a:solidFill>
                <a:latin typeface="DejaVu Sans"/>
                <a:ea typeface="DejaVu Sans"/>
                <a:cs typeface="DejaVu Sans"/>
              </a:defRPr>
            </a:defPPr>
            <a:lvl1pPr algn="ctr">
              <a:defRPr sz="1650" b="1">
                <a:solidFill>
                  <a:srgbClr val="1674D1"/>
                </a:solidFill>
                <a:latin typeface="DejaVu Sans"/>
                <a:ea typeface="DejaVu Sans"/>
                <a:cs typeface="DejaVu Sans"/>
              </a:defRPr>
            </a:lvl1pPr>
            <a:lvl2pPr algn="ctr">
              <a:defRPr sz="1650" b="1">
                <a:solidFill>
                  <a:srgbClr val="1674D1"/>
                </a:solidFill>
                <a:latin typeface="DejaVu Sans"/>
                <a:ea typeface="DejaVu Sans"/>
                <a:cs typeface="DejaVu Sans"/>
              </a:defRPr>
            </a:lvl2pPr>
            <a:lvl3pPr algn="ctr">
              <a:defRPr sz="1650" b="1">
                <a:solidFill>
                  <a:srgbClr val="1674D1"/>
                </a:solidFill>
                <a:latin typeface="DejaVu Sans"/>
                <a:ea typeface="DejaVu Sans"/>
                <a:cs typeface="DejaVu Sans"/>
              </a:defRPr>
            </a:lvl3pPr>
            <a:lvl4pPr algn="ctr">
              <a:defRPr sz="1650" b="1">
                <a:solidFill>
                  <a:srgbClr val="1674D1"/>
                </a:solidFill>
                <a:latin typeface="DejaVu Sans"/>
                <a:ea typeface="DejaVu Sans"/>
                <a:cs typeface="DejaVu Sans"/>
              </a:defRPr>
            </a:lvl4pPr>
            <a:lvl5pPr algn="ctr">
              <a:defRPr sz="1650" b="1">
                <a:solidFill>
                  <a:srgbClr val="1674D1"/>
                </a:solidFill>
                <a:latin typeface="DejaVu Sans"/>
                <a:ea typeface="DejaVu Sans"/>
                <a:cs typeface="DejaVu Sans"/>
              </a:defRPr>
            </a:lvl5pPr>
            <a:lvl6pPr algn="ctr">
              <a:defRPr sz="1650" b="1">
                <a:solidFill>
                  <a:srgbClr val="1674D1"/>
                </a:solidFill>
                <a:latin typeface="DejaVu Sans"/>
                <a:ea typeface="DejaVu Sans"/>
                <a:cs typeface="DejaVu Sans"/>
              </a:defRPr>
            </a:lvl6pPr>
            <a:lvl7pPr algn="ctr">
              <a:defRPr sz="1650" b="1">
                <a:solidFill>
                  <a:srgbClr val="1674D1"/>
                </a:solidFill>
                <a:latin typeface="DejaVu Sans"/>
                <a:ea typeface="DejaVu Sans"/>
                <a:cs typeface="DejaVu Sans"/>
              </a:defRPr>
            </a:lvl7pPr>
            <a:lvl8pPr algn="ctr">
              <a:defRPr sz="1650" b="1">
                <a:solidFill>
                  <a:srgbClr val="1674D1"/>
                </a:solidFill>
                <a:latin typeface="DejaVu Sans"/>
                <a:ea typeface="DejaVu Sans"/>
                <a:cs typeface="DejaVu Sans"/>
              </a:defRPr>
            </a:lvl8pPr>
            <a:lvl9pPr algn="ctr">
              <a:defRPr sz="1650" b="1">
                <a:solidFill>
                  <a:srgbClr val="1674D1"/>
                </a:solidFill>
                <a:latin typeface="DejaVu Sans"/>
                <a:ea typeface="DejaVu Sans"/>
                <a:cs typeface="DejaVu Sans"/>
              </a:defRPr>
            </a:lvl9pPr>
          </a:lstStyle>
          <a:p xmlns:a="http://schemas.openxmlformats.org/drawingml/2006/main">
            <a:pPr algn="ctr">
              <a:defRPr sz="1650" b="1">
                <a:solidFill>
                  <a:srgbClr val="1674D1"/>
                </a:solidFill>
                <a:latin typeface="DejaVu Sans"/>
                <a:ea typeface="DejaVu Sans"/>
                <a:cs typeface="DejaVu Sans"/>
              </a:defRPr>
            </a:pPr>
            <a:r>
              <a:rPr sz="1650" b="1">
                <a:solidFill>
                  <a:srgbClr val="1674D1"/>
                </a:solidFill>
                <a:latin typeface="DejaVu Sans"/>
                <a:ea typeface="DejaVu Sans"/>
                <a:cs typeface="DejaVu Sans"/>
              </a:rPr>
              <a:t>80 context</a:t>
            </a:r>
          </a:p>
          <a:p xmlns:a="http://schemas.openxmlformats.org/drawingml/2006/main">
            <a:pPr algn="ctr">
              <a:defRPr sz="1650" b="1">
                <a:solidFill>
                  <a:srgbClr val="1674D1"/>
                </a:solidFill>
                <a:latin typeface="DejaVu Sans"/>
                <a:ea typeface="DejaVu Sans"/>
                <a:cs typeface="DejaVu Sans"/>
              </a:defRPr>
            </a:pPr>
            <a:r>
              <a:rPr sz="1650" b="1">
                <a:solidFill>
                  <a:srgbClr val="1674D1"/>
                </a:solidFill>
                <a:latin typeface="DejaVu Sans"/>
                <a:ea typeface="DejaVu Sans"/>
                <a:cs typeface="DejaVu Sans"/>
              </a:rPr>
              <a:t>channels</a:t>
            </a:r>
          </a:p>
        </p:txBody>
      </p:sp>
      <p:sp>
        <p:nvSpPr>
          <p:cNvPr id="48" name="path-347">
            <a:extLst xmlns:a="http://schemas.openxmlformats.org/drawingml/2006/main">
              <a:ext uri="{FF2B5EF4-FFF2-40B4-BE49-F238E27FC236}">
                <a16:creationId xmlns:a16="http://schemas.microsoft.com/office/drawing/2014/main" id="{A42EEC52-F4D1-45E2-8AE3-B8ADF58E01DE}"/>
              </a:ext>
            </a:extLst>
          </p:cNvPr>
          <p:cNvSpPr>
            <a:spLocks xmlns:a="http://schemas.openxmlformats.org/drawingml/2006/main" noGrp="1"/>
          </p:cNvSpPr>
          <p:nvPr/>
        </p:nvSpPr>
        <p:spPr>
          <a:xfrm xmlns:a="http://schemas.openxmlformats.org/drawingml/2006/main">
            <a:off x="9563100" y="2143125"/>
            <a:ext cx="628650" cy="504825"/>
          </a:xfrm>
          <a:custGeom xmlns:a="http://schemas.openxmlformats.org/drawingml/2006/main">
            <a:pathLst>
              <a:path w="628650" h="504825">
                <a:moveTo>
                  <a:pt x="0" y="504825"/>
                </a:moveTo>
                <a:lnTo>
                  <a:pt x="295275" y="504825"/>
                </a:lnTo>
                <a:lnTo>
                  <a:pt x="295275" y="0"/>
                </a:lnTo>
                <a:lnTo>
                  <a:pt x="628650" y="0"/>
                </a:lnTo>
              </a:path>
            </a:pathLst>
          </a:custGeom>
          <a:noFill xmlns:a="http://schemas.openxmlformats.org/drawingml/2006/main"/>
          <a:ln xmlns:a="http://schemas.openxmlformats.org/drawingml/2006/main" w="22860">
            <a:solidFill>
              <a:srgbClr val="1674D1"/>
            </a:solidFill>
            <a:prstDash val="solid"/>
          </a:ln>
        </p:spPr>
      </p:sp>
      <p:sp>
        <p:nvSpPr>
          <p:cNvPr id="49" name="path-348">
            <a:extLst xmlns:a="http://schemas.openxmlformats.org/drawingml/2006/main">
              <a:ext uri="{FF2B5EF4-FFF2-40B4-BE49-F238E27FC236}">
                <a16:creationId xmlns:a16="http://schemas.microsoft.com/office/drawing/2014/main" id="{F4CF26F6-732E-45A8-A6F2-26A64B19BD2D}"/>
              </a:ext>
            </a:extLst>
          </p:cNvPr>
          <p:cNvSpPr>
            <a:spLocks xmlns:a="http://schemas.openxmlformats.org/drawingml/2006/main" noGrp="1"/>
          </p:cNvSpPr>
          <p:nvPr/>
        </p:nvSpPr>
        <p:spPr>
          <a:xfrm xmlns:a="http://schemas.openxmlformats.org/drawingml/2006/main">
            <a:off x="10096500" y="2099310"/>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1674D1"/>
          </a:solidFill>
          <a:ln xmlns:a="http://schemas.openxmlformats.org/drawingml/2006/main" w="0">
            <a:solidFill>
              <a:srgbClr val="1674D1"/>
            </a:solidFill>
            <a:prstDash val="solid"/>
          </a:ln>
        </p:spPr>
      </p:sp>
      <p:sp>
        <p:nvSpPr>
          <p:cNvPr id="50" name="path-349">
            <a:extLst xmlns:a="http://schemas.openxmlformats.org/drawingml/2006/main">
              <a:ext uri="{FF2B5EF4-FFF2-40B4-BE49-F238E27FC236}">
                <a16:creationId xmlns:a16="http://schemas.microsoft.com/office/drawing/2014/main" id="{9CAE5C28-1E45-4EA8-8056-3CB0EAD233C9}"/>
              </a:ext>
            </a:extLst>
          </p:cNvPr>
          <p:cNvSpPr>
            <a:spLocks xmlns:a="http://schemas.openxmlformats.org/drawingml/2006/main" noGrp="1"/>
          </p:cNvSpPr>
          <p:nvPr/>
        </p:nvSpPr>
        <p:spPr>
          <a:xfrm xmlns:a="http://schemas.openxmlformats.org/drawingml/2006/main">
            <a:off x="9563100" y="2647950"/>
            <a:ext cx="628650" cy="1009650"/>
          </a:xfrm>
          <a:custGeom xmlns:a="http://schemas.openxmlformats.org/drawingml/2006/main">
            <a:pathLst>
              <a:path w="628650" h="1009650">
                <a:moveTo>
                  <a:pt x="0" y="0"/>
                </a:moveTo>
                <a:lnTo>
                  <a:pt x="295275" y="0"/>
                </a:lnTo>
                <a:lnTo>
                  <a:pt x="295275" y="1009650"/>
                </a:lnTo>
                <a:lnTo>
                  <a:pt x="628650" y="1009650"/>
                </a:lnTo>
              </a:path>
            </a:pathLst>
          </a:custGeom>
          <a:noFill xmlns:a="http://schemas.openxmlformats.org/drawingml/2006/main"/>
          <a:ln xmlns:a="http://schemas.openxmlformats.org/drawingml/2006/main" w="22860">
            <a:solidFill>
              <a:srgbClr val="1674D1"/>
            </a:solidFill>
            <a:prstDash val="solid"/>
          </a:ln>
        </p:spPr>
      </p:sp>
      <p:sp>
        <p:nvSpPr>
          <p:cNvPr id="51" name="path-350">
            <a:extLst xmlns:a="http://schemas.openxmlformats.org/drawingml/2006/main">
              <a:ext uri="{FF2B5EF4-FFF2-40B4-BE49-F238E27FC236}">
                <a16:creationId xmlns:a16="http://schemas.microsoft.com/office/drawing/2014/main" id="{20712529-9E60-48E3-8A95-1178ECD7BE49}"/>
              </a:ext>
            </a:extLst>
          </p:cNvPr>
          <p:cNvSpPr>
            <a:spLocks xmlns:a="http://schemas.openxmlformats.org/drawingml/2006/main" noGrp="1"/>
          </p:cNvSpPr>
          <p:nvPr/>
        </p:nvSpPr>
        <p:spPr>
          <a:xfrm xmlns:a="http://schemas.openxmlformats.org/drawingml/2006/main">
            <a:off x="10096500" y="3613785"/>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1674D1"/>
          </a:solidFill>
          <a:ln xmlns:a="http://schemas.openxmlformats.org/drawingml/2006/main" w="0">
            <a:solidFill>
              <a:srgbClr val="1674D1"/>
            </a:solidFill>
            <a:prstDash val="solid"/>
          </a:ln>
        </p:spPr>
      </p:sp>
      <p:sp>
        <p:nvSpPr>
          <p:cNvPr id="52" name="label-351">
            <a:extLst xmlns:a="http://schemas.openxmlformats.org/drawingml/2006/main">
              <a:ext uri="{FF2B5EF4-FFF2-40B4-BE49-F238E27FC236}">
                <a16:creationId xmlns:a16="http://schemas.microsoft.com/office/drawing/2014/main" id="{C38DCE63-86C4-452D-8C91-692FEF9558AD}"/>
              </a:ext>
            </a:extLst>
          </p:cNvPr>
          <p:cNvSpPr>
            <a:spLocks xmlns:a="http://schemas.openxmlformats.org/drawingml/2006/main" noGrp="1"/>
          </p:cNvSpPr>
          <p:nvPr/>
        </p:nvSpPr>
        <p:spPr>
          <a:xfrm xmlns:a="http://schemas.openxmlformats.org/drawingml/2006/main">
            <a:off x="10287000" y="2657475"/>
            <a:ext cx="138112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75" b="0">
                <a:solidFill>
                  <a:srgbClr val="1674D1"/>
                </a:solidFill>
                <a:latin typeface="DejaVu Sans"/>
                <a:ea typeface="DejaVu Sans"/>
                <a:cs typeface="DejaVu Sans"/>
              </a:defRPr>
            </a:defPPr>
            <a:lvl1pPr algn="ctr">
              <a:defRPr sz="1575" b="0">
                <a:solidFill>
                  <a:srgbClr val="1674D1"/>
                </a:solidFill>
                <a:latin typeface="DejaVu Sans"/>
                <a:ea typeface="DejaVu Sans"/>
                <a:cs typeface="DejaVu Sans"/>
              </a:defRPr>
            </a:lvl1pPr>
            <a:lvl2pPr algn="ctr">
              <a:defRPr sz="1575" b="0">
                <a:solidFill>
                  <a:srgbClr val="1674D1"/>
                </a:solidFill>
                <a:latin typeface="DejaVu Sans"/>
                <a:ea typeface="DejaVu Sans"/>
                <a:cs typeface="DejaVu Sans"/>
              </a:defRPr>
            </a:lvl2pPr>
            <a:lvl3pPr algn="ctr">
              <a:defRPr sz="1575" b="0">
                <a:solidFill>
                  <a:srgbClr val="1674D1"/>
                </a:solidFill>
                <a:latin typeface="DejaVu Sans"/>
                <a:ea typeface="DejaVu Sans"/>
                <a:cs typeface="DejaVu Sans"/>
              </a:defRPr>
            </a:lvl3pPr>
            <a:lvl4pPr algn="ctr">
              <a:defRPr sz="1575" b="0">
                <a:solidFill>
                  <a:srgbClr val="1674D1"/>
                </a:solidFill>
                <a:latin typeface="DejaVu Sans"/>
                <a:ea typeface="DejaVu Sans"/>
                <a:cs typeface="DejaVu Sans"/>
              </a:defRPr>
            </a:lvl4pPr>
            <a:lvl5pPr algn="ctr">
              <a:defRPr sz="1575" b="0">
                <a:solidFill>
                  <a:srgbClr val="1674D1"/>
                </a:solidFill>
                <a:latin typeface="DejaVu Sans"/>
                <a:ea typeface="DejaVu Sans"/>
                <a:cs typeface="DejaVu Sans"/>
              </a:defRPr>
            </a:lvl5pPr>
            <a:lvl6pPr algn="ctr">
              <a:defRPr sz="1575" b="0">
                <a:solidFill>
                  <a:srgbClr val="1674D1"/>
                </a:solidFill>
                <a:latin typeface="DejaVu Sans"/>
                <a:ea typeface="DejaVu Sans"/>
                <a:cs typeface="DejaVu Sans"/>
              </a:defRPr>
            </a:lvl6pPr>
            <a:lvl7pPr algn="ctr">
              <a:defRPr sz="1575" b="0">
                <a:solidFill>
                  <a:srgbClr val="1674D1"/>
                </a:solidFill>
                <a:latin typeface="DejaVu Sans"/>
                <a:ea typeface="DejaVu Sans"/>
                <a:cs typeface="DejaVu Sans"/>
              </a:defRPr>
            </a:lvl7pPr>
            <a:lvl8pPr algn="ctr">
              <a:defRPr sz="1575" b="0">
                <a:solidFill>
                  <a:srgbClr val="1674D1"/>
                </a:solidFill>
                <a:latin typeface="DejaVu Sans"/>
                <a:ea typeface="DejaVu Sans"/>
                <a:cs typeface="DejaVu Sans"/>
              </a:defRPr>
            </a:lvl8pPr>
            <a:lvl9pPr algn="ctr">
              <a:defRPr sz="1575" b="0">
                <a:solidFill>
                  <a:srgbClr val="1674D1"/>
                </a:solidFill>
                <a:latin typeface="DejaVu Sans"/>
                <a:ea typeface="DejaVu Sans"/>
                <a:cs typeface="DejaVu Sans"/>
              </a:defRPr>
            </a:lvl9pPr>
          </a:lstStyle>
          <a:p xmlns:a="http://schemas.openxmlformats.org/drawingml/2006/main">
            <a:pPr algn="ctr">
              <a:defRPr sz="1575" b="0">
                <a:solidFill>
                  <a:srgbClr val="1674D1"/>
                </a:solidFill>
                <a:latin typeface="DejaVu Sans"/>
                <a:ea typeface="DejaVu Sans"/>
                <a:cs typeface="DejaVu Sans"/>
              </a:defRPr>
            </a:pPr>
            <a:r>
              <a:rPr sz="1575" b="0">
                <a:solidFill>
                  <a:srgbClr val="1674D1"/>
                </a:solidFill>
                <a:latin typeface="DejaVu Sans"/>
                <a:ea typeface="DejaVu Sans"/>
                <a:cs typeface="DejaVu Sans"/>
              </a:rPr>
              <a:t>softmax</a:t>
            </a:r>
          </a:p>
        </p:txBody>
      </p:sp>
      <p:sp>
        <p:nvSpPr>
          <p:cNvPr id="53" name="label-352">
            <a:extLst xmlns:a="http://schemas.openxmlformats.org/drawingml/2006/main">
              <a:ext uri="{FF2B5EF4-FFF2-40B4-BE49-F238E27FC236}">
                <a16:creationId xmlns:a16="http://schemas.microsoft.com/office/drawing/2014/main" id="{E5318E6D-E3EB-44E4-90D2-6FDD779D41F4}"/>
              </a:ext>
            </a:extLst>
          </p:cNvPr>
          <p:cNvSpPr>
            <a:spLocks xmlns:a="http://schemas.openxmlformats.org/drawingml/2006/main" noGrp="1"/>
          </p:cNvSpPr>
          <p:nvPr/>
        </p:nvSpPr>
        <p:spPr>
          <a:xfrm xmlns:a="http://schemas.openxmlformats.org/drawingml/2006/main">
            <a:off x="6096000" y="4705350"/>
            <a:ext cx="5486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1">
                <a:solidFill>
                  <a:srgbClr val="1674D1"/>
                </a:solidFill>
                <a:latin typeface="DejaVu Sans"/>
                <a:ea typeface="DejaVu Sans"/>
                <a:cs typeface="DejaVu Sans"/>
              </a:defRPr>
            </a:defPPr>
            <a:lvl1pPr algn="l">
              <a:defRPr sz="1800" b="1">
                <a:solidFill>
                  <a:srgbClr val="1674D1"/>
                </a:solidFill>
                <a:latin typeface="DejaVu Sans"/>
                <a:ea typeface="DejaVu Sans"/>
                <a:cs typeface="DejaVu Sans"/>
              </a:defRPr>
            </a:lvl1pPr>
            <a:lvl2pPr algn="l">
              <a:defRPr sz="1800" b="1">
                <a:solidFill>
                  <a:srgbClr val="1674D1"/>
                </a:solidFill>
                <a:latin typeface="DejaVu Sans"/>
                <a:ea typeface="DejaVu Sans"/>
                <a:cs typeface="DejaVu Sans"/>
              </a:defRPr>
            </a:lvl2pPr>
            <a:lvl3pPr algn="l">
              <a:defRPr sz="1800" b="1">
                <a:solidFill>
                  <a:srgbClr val="1674D1"/>
                </a:solidFill>
                <a:latin typeface="DejaVu Sans"/>
                <a:ea typeface="DejaVu Sans"/>
                <a:cs typeface="DejaVu Sans"/>
              </a:defRPr>
            </a:lvl3pPr>
            <a:lvl4pPr algn="l">
              <a:defRPr sz="1800" b="1">
                <a:solidFill>
                  <a:srgbClr val="1674D1"/>
                </a:solidFill>
                <a:latin typeface="DejaVu Sans"/>
                <a:ea typeface="DejaVu Sans"/>
                <a:cs typeface="DejaVu Sans"/>
              </a:defRPr>
            </a:lvl4pPr>
            <a:lvl5pPr algn="l">
              <a:defRPr sz="1800" b="1">
                <a:solidFill>
                  <a:srgbClr val="1674D1"/>
                </a:solidFill>
                <a:latin typeface="DejaVu Sans"/>
                <a:ea typeface="DejaVu Sans"/>
                <a:cs typeface="DejaVu Sans"/>
              </a:defRPr>
            </a:lvl5pPr>
            <a:lvl6pPr algn="l">
              <a:defRPr sz="1800" b="1">
                <a:solidFill>
                  <a:srgbClr val="1674D1"/>
                </a:solidFill>
                <a:latin typeface="DejaVu Sans"/>
                <a:ea typeface="DejaVu Sans"/>
                <a:cs typeface="DejaVu Sans"/>
              </a:defRPr>
            </a:lvl6pPr>
            <a:lvl7pPr algn="l">
              <a:defRPr sz="1800" b="1">
                <a:solidFill>
                  <a:srgbClr val="1674D1"/>
                </a:solidFill>
                <a:latin typeface="DejaVu Sans"/>
                <a:ea typeface="DejaVu Sans"/>
                <a:cs typeface="DejaVu Sans"/>
              </a:defRPr>
            </a:lvl7pPr>
            <a:lvl8pPr algn="l">
              <a:defRPr sz="1800" b="1">
                <a:solidFill>
                  <a:srgbClr val="1674D1"/>
                </a:solidFill>
                <a:latin typeface="DejaVu Sans"/>
                <a:ea typeface="DejaVu Sans"/>
                <a:cs typeface="DejaVu Sans"/>
              </a:defRPr>
            </a:lvl8pPr>
            <a:lvl9pPr algn="l">
              <a:defRPr sz="1800" b="1">
                <a:solidFill>
                  <a:srgbClr val="1674D1"/>
                </a:solidFill>
                <a:latin typeface="DejaVu Sans"/>
                <a:ea typeface="DejaVu Sans"/>
                <a:cs typeface="DejaVu Sans"/>
              </a:defRPr>
            </a:lvl9pPr>
          </a:lstStyle>
          <a:p xmlns:a="http://schemas.openxmlformats.org/drawingml/2006/main">
            <a:pPr algn="l">
              <a:defRPr sz="1800" b="1">
                <a:solidFill>
                  <a:srgbClr val="1674D1"/>
                </a:solidFill>
                <a:latin typeface="DejaVu Sans"/>
                <a:ea typeface="DejaVu Sans"/>
                <a:cs typeface="DejaVu Sans"/>
              </a:defRPr>
            </a:pPr>
            <a:r>
              <a:rPr sz="1800" b="1">
                <a:solidFill>
                  <a:srgbClr val="1674D1"/>
                </a:solidFill>
                <a:latin typeface="DejaVu Sans"/>
                <a:ea typeface="DejaVu Sans"/>
                <a:cs typeface="DejaVu Sans"/>
              </a:rPr>
              <a:t>118 bins: 1.0 m to &lt;60.0 m in 0.5 m steps</a:t>
            </a:r>
          </a:p>
        </p:txBody>
      </p:sp>
      <p:sp>
        <p:nvSpPr>
          <p:cNvPr id="54" name="label-353">
            <a:extLst xmlns:a="http://schemas.openxmlformats.org/drawingml/2006/main">
              <a:ext uri="{FF2B5EF4-FFF2-40B4-BE49-F238E27FC236}">
                <a16:creationId xmlns:a16="http://schemas.microsoft.com/office/drawing/2014/main" id="{DCF76E1F-D8FF-4D1B-A924-39DFCFEC701B}"/>
              </a:ext>
            </a:extLst>
          </p:cNvPr>
          <p:cNvSpPr>
            <a:spLocks xmlns:a="http://schemas.openxmlformats.org/drawingml/2006/main" noGrp="1"/>
          </p:cNvSpPr>
          <p:nvPr/>
        </p:nvSpPr>
        <p:spPr>
          <a:xfrm xmlns:a="http://schemas.openxmlformats.org/drawingml/2006/main">
            <a:off x="6096000" y="5229225"/>
            <a:ext cx="54864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8677C"/>
                </a:solidFill>
                <a:latin typeface="DejaVu Sans"/>
                <a:ea typeface="DejaVu Sans"/>
                <a:cs typeface="DejaVu Sans"/>
              </a:defRPr>
            </a:defPPr>
            <a:lvl1pPr algn="l">
              <a:defRPr sz="1725" b="0">
                <a:solidFill>
                  <a:srgbClr val="58677C"/>
                </a:solidFill>
                <a:latin typeface="DejaVu Sans"/>
                <a:ea typeface="DejaVu Sans"/>
                <a:cs typeface="DejaVu Sans"/>
              </a:defRPr>
            </a:lvl1pPr>
            <a:lvl2pPr algn="l">
              <a:defRPr sz="1725" b="0">
                <a:solidFill>
                  <a:srgbClr val="58677C"/>
                </a:solidFill>
                <a:latin typeface="DejaVu Sans"/>
                <a:ea typeface="DejaVu Sans"/>
                <a:cs typeface="DejaVu Sans"/>
              </a:defRPr>
            </a:lvl2pPr>
            <a:lvl3pPr algn="l">
              <a:defRPr sz="1725" b="0">
                <a:solidFill>
                  <a:srgbClr val="58677C"/>
                </a:solidFill>
                <a:latin typeface="DejaVu Sans"/>
                <a:ea typeface="DejaVu Sans"/>
                <a:cs typeface="DejaVu Sans"/>
              </a:defRPr>
            </a:lvl3pPr>
            <a:lvl4pPr algn="l">
              <a:defRPr sz="1725" b="0">
                <a:solidFill>
                  <a:srgbClr val="58677C"/>
                </a:solidFill>
                <a:latin typeface="DejaVu Sans"/>
                <a:ea typeface="DejaVu Sans"/>
                <a:cs typeface="DejaVu Sans"/>
              </a:defRPr>
            </a:lvl4pPr>
            <a:lvl5pPr algn="l">
              <a:defRPr sz="1725" b="0">
                <a:solidFill>
                  <a:srgbClr val="58677C"/>
                </a:solidFill>
                <a:latin typeface="DejaVu Sans"/>
                <a:ea typeface="DejaVu Sans"/>
                <a:cs typeface="DejaVu Sans"/>
              </a:defRPr>
            </a:lvl5pPr>
            <a:lvl6pPr algn="l">
              <a:defRPr sz="1725" b="0">
                <a:solidFill>
                  <a:srgbClr val="58677C"/>
                </a:solidFill>
                <a:latin typeface="DejaVu Sans"/>
                <a:ea typeface="DejaVu Sans"/>
                <a:cs typeface="DejaVu Sans"/>
              </a:defRPr>
            </a:lvl6pPr>
            <a:lvl7pPr algn="l">
              <a:defRPr sz="1725" b="0">
                <a:solidFill>
                  <a:srgbClr val="58677C"/>
                </a:solidFill>
                <a:latin typeface="DejaVu Sans"/>
                <a:ea typeface="DejaVu Sans"/>
                <a:cs typeface="DejaVu Sans"/>
              </a:defRPr>
            </a:lvl7pPr>
            <a:lvl8pPr algn="l">
              <a:defRPr sz="1725" b="0">
                <a:solidFill>
                  <a:srgbClr val="58677C"/>
                </a:solidFill>
                <a:latin typeface="DejaVu Sans"/>
                <a:ea typeface="DejaVu Sans"/>
                <a:cs typeface="DejaVu Sans"/>
              </a:defRPr>
            </a:lvl8pPr>
            <a:lvl9pPr algn="l">
              <a:defRPr sz="1725" b="0">
                <a:solidFill>
                  <a:srgbClr val="58677C"/>
                </a:solidFill>
                <a:latin typeface="DejaVu Sans"/>
                <a:ea typeface="DejaVu Sans"/>
                <a:cs typeface="DejaVu Sans"/>
              </a:defRPr>
            </a:lvl9pPr>
          </a:lstStyle>
          <a:p xmlns:a="http://schemas.openxmlformats.org/drawingml/2006/main">
            <a:pPr algn="l">
              <a:defRPr sz="1725" b="0">
                <a:solidFill>
                  <a:srgbClr val="58677C"/>
                </a:solidFill>
                <a:latin typeface="DejaVu Sans"/>
                <a:ea typeface="DejaVu Sans"/>
                <a:cs typeface="DejaVu Sans"/>
              </a:defRPr>
            </a:pPr>
            <a:r>
              <a:rPr sz="1725" b="0">
                <a:solidFill>
                  <a:srgbClr val="58677C"/>
                </a:solidFill>
                <a:latin typeface="DejaVu Sans"/>
                <a:ea typeface="DejaVu Sans"/>
                <a:cs typeface="DejaVu Sans"/>
              </a:rPr>
              <a:t>BN + ReLU follow the intermediate convolutions</a:t>
            </a:r>
          </a:p>
        </p:txBody>
      </p:sp>
      <p:sp>
        <p:nvSpPr>
          <p:cNvPr id="55" name="path-354">
            <a:extLst xmlns:a="http://schemas.openxmlformats.org/drawingml/2006/main">
              <a:ext uri="{FF2B5EF4-FFF2-40B4-BE49-F238E27FC236}">
                <a16:creationId xmlns:a16="http://schemas.microsoft.com/office/drawing/2014/main" id="{3B31758C-1867-4BF5-8B13-6C03C7127F28}"/>
              </a:ext>
            </a:extLst>
          </p:cNvPr>
          <p:cNvSpPr>
            <a:spLocks xmlns:a="http://schemas.openxmlformats.org/drawingml/2006/main" noGrp="1"/>
          </p:cNvSpPr>
          <p:nvPr/>
        </p:nvSpPr>
        <p:spPr>
          <a:xfrm xmlns:a="http://schemas.openxmlformats.org/drawingml/2006/main">
            <a:off x="533400" y="6019800"/>
            <a:ext cx="11125200" cy="953"/>
          </a:xfrm>
          <a:custGeom xmlns:a="http://schemas.openxmlformats.org/drawingml/2006/main">
            <a:pathLst>
              <a:path w="11125200" h="953">
                <a:moveTo>
                  <a:pt x="0" y="0"/>
                </a:moveTo>
                <a:lnTo>
                  <a:pt x="11125200" y="0"/>
                </a:lnTo>
              </a:path>
            </a:pathLst>
          </a:custGeom>
          <a:noFill xmlns:a="http://schemas.openxmlformats.org/drawingml/2006/main"/>
          <a:ln xmlns:a="http://schemas.openxmlformats.org/drawingml/2006/main" w="9525">
            <a:solidFill>
              <a:srgbClr val="CFD7E2"/>
            </a:solidFill>
            <a:prstDash val="solid"/>
          </a:ln>
        </p:spPr>
      </p:sp>
      <p:sp>
        <p:nvSpPr>
          <p:cNvPr id="56" name="label-355">
            <a:extLst xmlns:a="http://schemas.openxmlformats.org/drawingml/2006/main">
              <a:ext uri="{FF2B5EF4-FFF2-40B4-BE49-F238E27FC236}">
                <a16:creationId xmlns:a16="http://schemas.microsoft.com/office/drawing/2014/main" id="{3A1EC768-1999-4BC7-8AC5-F4CD1CFEA1F7}"/>
              </a:ext>
            </a:extLst>
          </p:cNvPr>
          <p:cNvSpPr>
            <a:spLocks xmlns:a="http://schemas.openxmlformats.org/drawingml/2006/main" noGrp="1"/>
          </p:cNvSpPr>
          <p:nvPr/>
        </p:nvSpPr>
        <p:spPr>
          <a:xfrm xmlns:a="http://schemas.openxmlformats.org/drawingml/2006/main">
            <a:off x="533400" y="6181725"/>
            <a:ext cx="10334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6253B"/>
                </a:solidFill>
                <a:latin typeface="DejaVu Sans"/>
                <a:ea typeface="DejaVu Sans"/>
                <a:cs typeface="DejaVu Sans"/>
              </a:defRPr>
            </a:defPPr>
            <a:lvl1pPr algn="l">
              <a:defRPr sz="1725" b="0">
                <a:solidFill>
                  <a:srgbClr val="16253B"/>
                </a:solidFill>
                <a:latin typeface="DejaVu Sans"/>
                <a:ea typeface="DejaVu Sans"/>
                <a:cs typeface="DejaVu Sans"/>
              </a:defRPr>
            </a:lvl1pPr>
            <a:lvl2pPr algn="l">
              <a:defRPr sz="1725" b="0">
                <a:solidFill>
                  <a:srgbClr val="16253B"/>
                </a:solidFill>
                <a:latin typeface="DejaVu Sans"/>
                <a:ea typeface="DejaVu Sans"/>
                <a:cs typeface="DejaVu Sans"/>
              </a:defRPr>
            </a:lvl2pPr>
            <a:lvl3pPr algn="l">
              <a:defRPr sz="1725" b="0">
                <a:solidFill>
                  <a:srgbClr val="16253B"/>
                </a:solidFill>
                <a:latin typeface="DejaVu Sans"/>
                <a:ea typeface="DejaVu Sans"/>
                <a:cs typeface="DejaVu Sans"/>
              </a:defRPr>
            </a:lvl3pPr>
            <a:lvl4pPr algn="l">
              <a:defRPr sz="1725" b="0">
                <a:solidFill>
                  <a:srgbClr val="16253B"/>
                </a:solidFill>
                <a:latin typeface="DejaVu Sans"/>
                <a:ea typeface="DejaVu Sans"/>
                <a:cs typeface="DejaVu Sans"/>
              </a:defRPr>
            </a:lvl4pPr>
            <a:lvl5pPr algn="l">
              <a:defRPr sz="1725" b="0">
                <a:solidFill>
                  <a:srgbClr val="16253B"/>
                </a:solidFill>
                <a:latin typeface="DejaVu Sans"/>
                <a:ea typeface="DejaVu Sans"/>
                <a:cs typeface="DejaVu Sans"/>
              </a:defRPr>
            </a:lvl5pPr>
            <a:lvl6pPr algn="l">
              <a:defRPr sz="1725" b="0">
                <a:solidFill>
                  <a:srgbClr val="16253B"/>
                </a:solidFill>
                <a:latin typeface="DejaVu Sans"/>
                <a:ea typeface="DejaVu Sans"/>
                <a:cs typeface="DejaVu Sans"/>
              </a:defRPr>
            </a:lvl6pPr>
            <a:lvl7pPr algn="l">
              <a:defRPr sz="1725" b="0">
                <a:solidFill>
                  <a:srgbClr val="16253B"/>
                </a:solidFill>
                <a:latin typeface="DejaVu Sans"/>
                <a:ea typeface="DejaVu Sans"/>
                <a:cs typeface="DejaVu Sans"/>
              </a:defRPr>
            </a:lvl7pPr>
            <a:lvl8pPr algn="l">
              <a:defRPr sz="1725" b="0">
                <a:solidFill>
                  <a:srgbClr val="16253B"/>
                </a:solidFill>
                <a:latin typeface="DejaVu Sans"/>
                <a:ea typeface="DejaVu Sans"/>
                <a:cs typeface="DejaVu Sans"/>
              </a:defRPr>
            </a:lvl8pPr>
            <a:lvl9pPr algn="l">
              <a:defRPr sz="1725" b="0">
                <a:solidFill>
                  <a:srgbClr val="16253B"/>
                </a:solidFill>
                <a:latin typeface="DejaVu Sans"/>
                <a:ea typeface="DejaVu Sans"/>
                <a:cs typeface="DejaVu Sans"/>
              </a:defRPr>
            </a:lvl9pPr>
          </a:lstStyle>
          <a:p xmlns:a="http://schemas.openxmlformats.org/drawingml/2006/main">
            <a:pPr algn="l">
              <a:defRPr sz="1725" b="0">
                <a:solidFill>
                  <a:srgbClr val="16253B"/>
                </a:solidFill>
                <a:latin typeface="DejaVu Sans"/>
                <a:ea typeface="DejaVu Sans"/>
                <a:cs typeface="DejaVu Sans"/>
              </a:defRPr>
            </a:pPr>
            <a:r>
              <a:rPr sz="1725" b="0">
                <a:solidFill>
                  <a:srgbClr val="16253B"/>
                </a:solidFill>
                <a:latin typeface="DejaVu Sans"/>
                <a:ea typeface="DejaVu Sans"/>
                <a:cs typeface="DejaVu Sans"/>
              </a:rPr>
              <a:t>At every image location, the model predicts both “what” and a distribution over “where”.</a:t>
            </a:r>
          </a:p>
        </p:txBody>
      </p:sp>
    </p:spTree>
    <p:extLst>
      <p:ext uri="{BB962C8B-B14F-4D97-AF65-F5344CB8AC3E}">
        <p14:creationId xmlns:p14="http://schemas.microsoft.com/office/powerpoint/2010/main" val="112823995"/>
      </p:ext>
    </p:extLst>
  </p:cSld>
</p:sld>
</file>

<file path=ppt/slides/slide6.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68" name="slide-title">
            <a:extLst xmlns:a="http://schemas.openxmlformats.org/drawingml/2006/main">
              <a:ext uri="{FF2B5EF4-FFF2-40B4-BE49-F238E27FC236}">
                <a16:creationId xmlns:a16="http://schemas.microsoft.com/office/drawing/2014/main" id="{9EAB94F6-408C-49C2-8AF7-27432C3E73F6}"/>
              </a:ext>
            </a:extLst>
          </p:cNvPr>
          <p:cNvSpPr>
            <a:spLocks xmlns:a="http://schemas.openxmlformats.org/drawingml/2006/main" noGrp="1"/>
          </p:cNvSpPr>
          <p:nvPr/>
        </p:nvSpPr>
        <p:spPr>
          <a:xfrm xmlns:a="http://schemas.openxmlformats.org/drawingml/2006/main">
            <a:off x="533400" y="361950"/>
            <a:ext cx="1112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6253B"/>
                </a:solidFill>
                <a:latin typeface="DejaVu Sans"/>
                <a:ea typeface="DejaVu Sans"/>
                <a:cs typeface="DejaVu Sans"/>
              </a:defRPr>
            </a:defPPr>
            <a:lvl1pPr algn="l">
              <a:defRPr sz="3300" b="1">
                <a:solidFill>
                  <a:srgbClr val="16253B"/>
                </a:solidFill>
                <a:latin typeface="DejaVu Sans"/>
                <a:ea typeface="DejaVu Sans"/>
                <a:cs typeface="DejaVu Sans"/>
              </a:defRPr>
            </a:lvl1pPr>
            <a:lvl2pPr algn="l">
              <a:defRPr sz="3300" b="1">
                <a:solidFill>
                  <a:srgbClr val="16253B"/>
                </a:solidFill>
                <a:latin typeface="DejaVu Sans"/>
                <a:ea typeface="DejaVu Sans"/>
                <a:cs typeface="DejaVu Sans"/>
              </a:defRPr>
            </a:lvl2pPr>
            <a:lvl3pPr algn="l">
              <a:defRPr sz="3300" b="1">
                <a:solidFill>
                  <a:srgbClr val="16253B"/>
                </a:solidFill>
                <a:latin typeface="DejaVu Sans"/>
                <a:ea typeface="DejaVu Sans"/>
                <a:cs typeface="DejaVu Sans"/>
              </a:defRPr>
            </a:lvl3pPr>
            <a:lvl4pPr algn="l">
              <a:defRPr sz="3300" b="1">
                <a:solidFill>
                  <a:srgbClr val="16253B"/>
                </a:solidFill>
                <a:latin typeface="DejaVu Sans"/>
                <a:ea typeface="DejaVu Sans"/>
                <a:cs typeface="DejaVu Sans"/>
              </a:defRPr>
            </a:lvl4pPr>
            <a:lvl5pPr algn="l">
              <a:defRPr sz="3300" b="1">
                <a:solidFill>
                  <a:srgbClr val="16253B"/>
                </a:solidFill>
                <a:latin typeface="DejaVu Sans"/>
                <a:ea typeface="DejaVu Sans"/>
                <a:cs typeface="DejaVu Sans"/>
              </a:defRPr>
            </a:lvl5pPr>
            <a:lvl6pPr algn="l">
              <a:defRPr sz="3300" b="1">
                <a:solidFill>
                  <a:srgbClr val="16253B"/>
                </a:solidFill>
                <a:latin typeface="DejaVu Sans"/>
                <a:ea typeface="DejaVu Sans"/>
                <a:cs typeface="DejaVu Sans"/>
              </a:defRPr>
            </a:lvl6pPr>
            <a:lvl7pPr algn="l">
              <a:defRPr sz="3300" b="1">
                <a:solidFill>
                  <a:srgbClr val="16253B"/>
                </a:solidFill>
                <a:latin typeface="DejaVu Sans"/>
                <a:ea typeface="DejaVu Sans"/>
                <a:cs typeface="DejaVu Sans"/>
              </a:defRPr>
            </a:lvl7pPr>
            <a:lvl8pPr algn="l">
              <a:defRPr sz="3300" b="1">
                <a:solidFill>
                  <a:srgbClr val="16253B"/>
                </a:solidFill>
                <a:latin typeface="DejaVu Sans"/>
                <a:ea typeface="DejaVu Sans"/>
                <a:cs typeface="DejaVu Sans"/>
              </a:defRPr>
            </a:lvl8pPr>
            <a:lvl9pPr algn="l">
              <a:defRPr sz="3300" b="1">
                <a:solidFill>
                  <a:srgbClr val="16253B"/>
                </a:solidFill>
                <a:latin typeface="DejaVu Sans"/>
                <a:ea typeface="DejaVu Sans"/>
                <a:cs typeface="DejaVu Sans"/>
              </a:defRPr>
            </a:lvl9pPr>
          </a:lstStyle>
          <a:p xmlns:a="http://schemas.openxmlformats.org/drawingml/2006/main">
            <a:pPr algn="l">
              <a:defRPr sz="3300" b="1">
                <a:solidFill>
                  <a:srgbClr val="16253B"/>
                </a:solidFill>
                <a:latin typeface="DejaVu Sans"/>
                <a:ea typeface="DejaVu Sans"/>
                <a:cs typeface="DejaVu Sans"/>
              </a:defRPr>
            </a:pPr>
            <a:r>
              <a:rPr sz="3300" b="1">
                <a:solidFill>
                  <a:srgbClr val="16253B"/>
                </a:solidFill>
                <a:latin typeface="DejaVu Sans"/>
                <a:ea typeface="DejaVu Sans"/>
                <a:cs typeface="DejaVu Sans"/>
              </a:rPr>
              <a:t>One image pixel becomes a weighted 3D ray</a:t>
            </a:r>
          </a:p>
        </p:txBody>
      </p:sp>
      <p:sp>
        <p:nvSpPr>
          <p:cNvPr id="2" name="label-356">
            <a:extLst xmlns:a="http://schemas.openxmlformats.org/drawingml/2006/main">
              <a:ext uri="{FF2B5EF4-FFF2-40B4-BE49-F238E27FC236}">
                <a16:creationId xmlns:a16="http://schemas.microsoft.com/office/drawing/2014/main" id="{6DF24CB6-4B7C-4D3F-A4BC-2A4CA942524B}"/>
              </a:ext>
            </a:extLst>
          </p:cNvPr>
          <p:cNvSpPr>
            <a:spLocks xmlns:a="http://schemas.openxmlformats.org/drawingml/2006/main" noGrp="1"/>
          </p:cNvSpPr>
          <p:nvPr/>
        </p:nvSpPr>
        <p:spPr>
          <a:xfrm xmlns:a="http://schemas.openxmlformats.org/drawingml/2006/main">
            <a:off x="11144250" y="64674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77C"/>
                </a:solidFill>
                <a:latin typeface="DejaVu Sans"/>
                <a:ea typeface="DejaVu Sans"/>
                <a:cs typeface="DejaVu Sans"/>
              </a:defRPr>
            </a:defPPr>
            <a:lvl1pPr algn="r">
              <a:defRPr sz="1200" b="0">
                <a:solidFill>
                  <a:srgbClr val="58677C"/>
                </a:solidFill>
                <a:latin typeface="DejaVu Sans"/>
                <a:ea typeface="DejaVu Sans"/>
                <a:cs typeface="DejaVu Sans"/>
              </a:defRPr>
            </a:lvl1pPr>
            <a:lvl2pPr algn="r">
              <a:defRPr sz="1200" b="0">
                <a:solidFill>
                  <a:srgbClr val="58677C"/>
                </a:solidFill>
                <a:latin typeface="DejaVu Sans"/>
                <a:ea typeface="DejaVu Sans"/>
                <a:cs typeface="DejaVu Sans"/>
              </a:defRPr>
            </a:lvl2pPr>
            <a:lvl3pPr algn="r">
              <a:defRPr sz="1200" b="0">
                <a:solidFill>
                  <a:srgbClr val="58677C"/>
                </a:solidFill>
                <a:latin typeface="DejaVu Sans"/>
                <a:ea typeface="DejaVu Sans"/>
                <a:cs typeface="DejaVu Sans"/>
              </a:defRPr>
            </a:lvl3pPr>
            <a:lvl4pPr algn="r">
              <a:defRPr sz="1200" b="0">
                <a:solidFill>
                  <a:srgbClr val="58677C"/>
                </a:solidFill>
                <a:latin typeface="DejaVu Sans"/>
                <a:ea typeface="DejaVu Sans"/>
                <a:cs typeface="DejaVu Sans"/>
              </a:defRPr>
            </a:lvl4pPr>
            <a:lvl5pPr algn="r">
              <a:defRPr sz="1200" b="0">
                <a:solidFill>
                  <a:srgbClr val="58677C"/>
                </a:solidFill>
                <a:latin typeface="DejaVu Sans"/>
                <a:ea typeface="DejaVu Sans"/>
                <a:cs typeface="DejaVu Sans"/>
              </a:defRPr>
            </a:lvl5pPr>
            <a:lvl6pPr algn="r">
              <a:defRPr sz="1200" b="0">
                <a:solidFill>
                  <a:srgbClr val="58677C"/>
                </a:solidFill>
                <a:latin typeface="DejaVu Sans"/>
                <a:ea typeface="DejaVu Sans"/>
                <a:cs typeface="DejaVu Sans"/>
              </a:defRPr>
            </a:lvl6pPr>
            <a:lvl7pPr algn="r">
              <a:defRPr sz="1200" b="0">
                <a:solidFill>
                  <a:srgbClr val="58677C"/>
                </a:solidFill>
                <a:latin typeface="DejaVu Sans"/>
                <a:ea typeface="DejaVu Sans"/>
                <a:cs typeface="DejaVu Sans"/>
              </a:defRPr>
            </a:lvl7pPr>
            <a:lvl8pPr algn="r">
              <a:defRPr sz="1200" b="0">
                <a:solidFill>
                  <a:srgbClr val="58677C"/>
                </a:solidFill>
                <a:latin typeface="DejaVu Sans"/>
                <a:ea typeface="DejaVu Sans"/>
                <a:cs typeface="DejaVu Sans"/>
              </a:defRPr>
            </a:lvl8pPr>
            <a:lvl9pPr algn="r">
              <a:defRPr sz="1200" b="0">
                <a:solidFill>
                  <a:srgbClr val="58677C"/>
                </a:solidFill>
                <a:latin typeface="DejaVu Sans"/>
                <a:ea typeface="DejaVu Sans"/>
                <a:cs typeface="DejaVu Sans"/>
              </a:defRPr>
            </a:lvl9pPr>
          </a:lstStyle>
          <a:p xmlns:a="http://schemas.openxmlformats.org/drawingml/2006/main">
            <a:pPr algn="r">
              <a:defRPr sz="1200" b="0">
                <a:solidFill>
                  <a:srgbClr val="58677C"/>
                </a:solidFill>
                <a:latin typeface="DejaVu Sans"/>
                <a:ea typeface="DejaVu Sans"/>
                <a:cs typeface="DejaVu Sans"/>
              </a:defRPr>
            </a:pPr>
            <a:r>
              <a:rPr sz="1200" b="0">
                <a:solidFill>
                  <a:srgbClr val="58677C"/>
                </a:solidFill>
                <a:latin typeface="DejaVu Sans"/>
                <a:ea typeface="DejaVu Sans"/>
                <a:cs typeface="DejaVu Sans"/>
              </a:rPr>
              <a:t>06</a:t>
            </a:r>
          </a:p>
        </p:txBody>
      </p:sp>
      <p:sp>
        <p:nvSpPr>
          <p:cNvPr id="3" name="label-357">
            <a:extLst xmlns:a="http://schemas.openxmlformats.org/drawingml/2006/main">
              <a:ext uri="{FF2B5EF4-FFF2-40B4-BE49-F238E27FC236}">
                <a16:creationId xmlns:a16="http://schemas.microsoft.com/office/drawing/2014/main" id="{DD84673E-7EF5-47C8-B4FD-F760176ACDB3}"/>
              </a:ext>
            </a:extLst>
          </p:cNvPr>
          <p:cNvSpPr>
            <a:spLocks xmlns:a="http://schemas.openxmlformats.org/drawingml/2006/main" noGrp="1"/>
          </p:cNvSpPr>
          <p:nvPr/>
        </p:nvSpPr>
        <p:spPr>
          <a:xfrm xmlns:a="http://schemas.openxmlformats.org/drawingml/2006/main">
            <a:off x="533400" y="1343025"/>
            <a:ext cx="3476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674D1"/>
                </a:solidFill>
                <a:latin typeface="DejaVu Sans"/>
                <a:ea typeface="DejaVu Sans"/>
                <a:cs typeface="DejaVu Sans"/>
              </a:defRPr>
            </a:defPPr>
            <a:lvl1pPr algn="l">
              <a:defRPr sz="2175" b="1">
                <a:solidFill>
                  <a:srgbClr val="1674D1"/>
                </a:solidFill>
                <a:latin typeface="DejaVu Sans"/>
                <a:ea typeface="DejaVu Sans"/>
                <a:cs typeface="DejaVu Sans"/>
              </a:defRPr>
            </a:lvl1pPr>
            <a:lvl2pPr algn="l">
              <a:defRPr sz="2175" b="1">
                <a:solidFill>
                  <a:srgbClr val="1674D1"/>
                </a:solidFill>
                <a:latin typeface="DejaVu Sans"/>
                <a:ea typeface="DejaVu Sans"/>
                <a:cs typeface="DejaVu Sans"/>
              </a:defRPr>
            </a:lvl2pPr>
            <a:lvl3pPr algn="l">
              <a:defRPr sz="2175" b="1">
                <a:solidFill>
                  <a:srgbClr val="1674D1"/>
                </a:solidFill>
                <a:latin typeface="DejaVu Sans"/>
                <a:ea typeface="DejaVu Sans"/>
                <a:cs typeface="DejaVu Sans"/>
              </a:defRPr>
            </a:lvl3pPr>
            <a:lvl4pPr algn="l">
              <a:defRPr sz="2175" b="1">
                <a:solidFill>
                  <a:srgbClr val="1674D1"/>
                </a:solidFill>
                <a:latin typeface="DejaVu Sans"/>
                <a:ea typeface="DejaVu Sans"/>
                <a:cs typeface="DejaVu Sans"/>
              </a:defRPr>
            </a:lvl4pPr>
            <a:lvl5pPr algn="l">
              <a:defRPr sz="2175" b="1">
                <a:solidFill>
                  <a:srgbClr val="1674D1"/>
                </a:solidFill>
                <a:latin typeface="DejaVu Sans"/>
                <a:ea typeface="DejaVu Sans"/>
                <a:cs typeface="DejaVu Sans"/>
              </a:defRPr>
            </a:lvl5pPr>
            <a:lvl6pPr algn="l">
              <a:defRPr sz="2175" b="1">
                <a:solidFill>
                  <a:srgbClr val="1674D1"/>
                </a:solidFill>
                <a:latin typeface="DejaVu Sans"/>
                <a:ea typeface="DejaVu Sans"/>
                <a:cs typeface="DejaVu Sans"/>
              </a:defRPr>
            </a:lvl6pPr>
            <a:lvl7pPr algn="l">
              <a:defRPr sz="2175" b="1">
                <a:solidFill>
                  <a:srgbClr val="1674D1"/>
                </a:solidFill>
                <a:latin typeface="DejaVu Sans"/>
                <a:ea typeface="DejaVu Sans"/>
                <a:cs typeface="DejaVu Sans"/>
              </a:defRPr>
            </a:lvl7pPr>
            <a:lvl8pPr algn="l">
              <a:defRPr sz="2175" b="1">
                <a:solidFill>
                  <a:srgbClr val="1674D1"/>
                </a:solidFill>
                <a:latin typeface="DejaVu Sans"/>
                <a:ea typeface="DejaVu Sans"/>
                <a:cs typeface="DejaVu Sans"/>
              </a:defRPr>
            </a:lvl8pPr>
            <a:lvl9pPr algn="l">
              <a:defRPr sz="2175" b="1">
                <a:solidFill>
                  <a:srgbClr val="1674D1"/>
                </a:solidFill>
                <a:latin typeface="DejaVu Sans"/>
                <a:ea typeface="DejaVu Sans"/>
                <a:cs typeface="DejaVu Sans"/>
              </a:defRPr>
            </a:lvl9pPr>
          </a:lstStyle>
          <a:p xmlns:a="http://schemas.openxmlformats.org/drawingml/2006/main">
            <a:pPr algn="l">
              <a:defRPr sz="2175" b="1">
                <a:solidFill>
                  <a:srgbClr val="1674D1"/>
                </a:solidFill>
                <a:latin typeface="DejaVu Sans"/>
                <a:ea typeface="DejaVu Sans"/>
                <a:cs typeface="DejaVu Sans"/>
              </a:defRPr>
            </a:pPr>
            <a:r>
              <a:rPr sz="2175" b="1">
                <a:solidFill>
                  <a:srgbClr val="1674D1"/>
                </a:solidFill>
                <a:latin typeface="DejaVu Sans"/>
                <a:ea typeface="DejaVu Sans"/>
                <a:cs typeface="DejaVu Sans"/>
              </a:rPr>
              <a:t>1  Predict depth</a:t>
            </a:r>
          </a:p>
        </p:txBody>
      </p:sp>
      <p:sp>
        <p:nvSpPr>
          <p:cNvPr id="4" name="label-358">
            <a:extLst xmlns:a="http://schemas.openxmlformats.org/drawingml/2006/main">
              <a:ext uri="{FF2B5EF4-FFF2-40B4-BE49-F238E27FC236}">
                <a16:creationId xmlns:a16="http://schemas.microsoft.com/office/drawing/2014/main" id="{ED9A00FB-AC91-47D7-B941-6C8D85F4B857}"/>
              </a:ext>
            </a:extLst>
          </p:cNvPr>
          <p:cNvSpPr>
            <a:spLocks xmlns:a="http://schemas.openxmlformats.org/drawingml/2006/main" noGrp="1"/>
          </p:cNvSpPr>
          <p:nvPr/>
        </p:nvSpPr>
        <p:spPr>
          <a:xfrm xmlns:a="http://schemas.openxmlformats.org/drawingml/2006/main">
            <a:off x="4448175" y="1343025"/>
            <a:ext cx="39147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674D1"/>
                </a:solidFill>
                <a:latin typeface="DejaVu Sans"/>
                <a:ea typeface="DejaVu Sans"/>
                <a:cs typeface="DejaVu Sans"/>
              </a:defRPr>
            </a:defPPr>
            <a:lvl1pPr algn="l">
              <a:defRPr sz="2175" b="1">
                <a:solidFill>
                  <a:srgbClr val="1674D1"/>
                </a:solidFill>
                <a:latin typeface="DejaVu Sans"/>
                <a:ea typeface="DejaVu Sans"/>
                <a:cs typeface="DejaVu Sans"/>
              </a:defRPr>
            </a:lvl1pPr>
            <a:lvl2pPr algn="l">
              <a:defRPr sz="2175" b="1">
                <a:solidFill>
                  <a:srgbClr val="1674D1"/>
                </a:solidFill>
                <a:latin typeface="DejaVu Sans"/>
                <a:ea typeface="DejaVu Sans"/>
                <a:cs typeface="DejaVu Sans"/>
              </a:defRPr>
            </a:lvl2pPr>
            <a:lvl3pPr algn="l">
              <a:defRPr sz="2175" b="1">
                <a:solidFill>
                  <a:srgbClr val="1674D1"/>
                </a:solidFill>
                <a:latin typeface="DejaVu Sans"/>
                <a:ea typeface="DejaVu Sans"/>
                <a:cs typeface="DejaVu Sans"/>
              </a:defRPr>
            </a:lvl3pPr>
            <a:lvl4pPr algn="l">
              <a:defRPr sz="2175" b="1">
                <a:solidFill>
                  <a:srgbClr val="1674D1"/>
                </a:solidFill>
                <a:latin typeface="DejaVu Sans"/>
                <a:ea typeface="DejaVu Sans"/>
                <a:cs typeface="DejaVu Sans"/>
              </a:defRPr>
            </a:lvl4pPr>
            <a:lvl5pPr algn="l">
              <a:defRPr sz="2175" b="1">
                <a:solidFill>
                  <a:srgbClr val="1674D1"/>
                </a:solidFill>
                <a:latin typeface="DejaVu Sans"/>
                <a:ea typeface="DejaVu Sans"/>
                <a:cs typeface="DejaVu Sans"/>
              </a:defRPr>
            </a:lvl5pPr>
            <a:lvl6pPr algn="l">
              <a:defRPr sz="2175" b="1">
                <a:solidFill>
                  <a:srgbClr val="1674D1"/>
                </a:solidFill>
                <a:latin typeface="DejaVu Sans"/>
                <a:ea typeface="DejaVu Sans"/>
                <a:cs typeface="DejaVu Sans"/>
              </a:defRPr>
            </a:lvl6pPr>
            <a:lvl7pPr algn="l">
              <a:defRPr sz="2175" b="1">
                <a:solidFill>
                  <a:srgbClr val="1674D1"/>
                </a:solidFill>
                <a:latin typeface="DejaVu Sans"/>
                <a:ea typeface="DejaVu Sans"/>
                <a:cs typeface="DejaVu Sans"/>
              </a:defRPr>
            </a:lvl7pPr>
            <a:lvl8pPr algn="l">
              <a:defRPr sz="2175" b="1">
                <a:solidFill>
                  <a:srgbClr val="1674D1"/>
                </a:solidFill>
                <a:latin typeface="DejaVu Sans"/>
                <a:ea typeface="DejaVu Sans"/>
                <a:cs typeface="DejaVu Sans"/>
              </a:defRPr>
            </a:lvl8pPr>
            <a:lvl9pPr algn="l">
              <a:defRPr sz="2175" b="1">
                <a:solidFill>
                  <a:srgbClr val="1674D1"/>
                </a:solidFill>
                <a:latin typeface="DejaVu Sans"/>
                <a:ea typeface="DejaVu Sans"/>
                <a:cs typeface="DejaVu Sans"/>
              </a:defRPr>
            </a:lvl9pPr>
          </a:lstStyle>
          <a:p xmlns:a="http://schemas.openxmlformats.org/drawingml/2006/main">
            <a:pPr algn="l">
              <a:defRPr sz="2175" b="1">
                <a:solidFill>
                  <a:srgbClr val="1674D1"/>
                </a:solidFill>
                <a:latin typeface="DejaVu Sans"/>
                <a:ea typeface="DejaVu Sans"/>
                <a:cs typeface="DejaVu Sans"/>
              </a:defRPr>
            </a:pPr>
            <a:r>
              <a:rPr sz="2175" b="1">
                <a:solidFill>
                  <a:srgbClr val="1674D1"/>
                </a:solidFill>
                <a:latin typeface="DejaVu Sans"/>
                <a:ea typeface="DejaVu Sans"/>
                <a:cs typeface="DejaVu Sans"/>
              </a:rPr>
              <a:t>2  Lift along the ray</a:t>
            </a:r>
          </a:p>
        </p:txBody>
      </p:sp>
      <p:sp>
        <p:nvSpPr>
          <p:cNvPr id="5" name="label-359">
            <a:extLst xmlns:a="http://schemas.openxmlformats.org/drawingml/2006/main">
              <a:ext uri="{FF2B5EF4-FFF2-40B4-BE49-F238E27FC236}">
                <a16:creationId xmlns:a16="http://schemas.microsoft.com/office/drawing/2014/main" id="{E817D0C1-D99B-44DA-A0EF-591C4A074059}"/>
              </a:ext>
            </a:extLst>
          </p:cNvPr>
          <p:cNvSpPr>
            <a:spLocks xmlns:a="http://schemas.openxmlformats.org/drawingml/2006/main" noGrp="1"/>
          </p:cNvSpPr>
          <p:nvPr/>
        </p:nvSpPr>
        <p:spPr>
          <a:xfrm xmlns:a="http://schemas.openxmlformats.org/drawingml/2006/main">
            <a:off x="8810625" y="1343025"/>
            <a:ext cx="3048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674D1"/>
                </a:solidFill>
                <a:latin typeface="DejaVu Sans"/>
                <a:ea typeface="DejaVu Sans"/>
                <a:cs typeface="DejaVu Sans"/>
              </a:defRPr>
            </a:defPPr>
            <a:lvl1pPr algn="l">
              <a:defRPr sz="2175" b="1">
                <a:solidFill>
                  <a:srgbClr val="1674D1"/>
                </a:solidFill>
                <a:latin typeface="DejaVu Sans"/>
                <a:ea typeface="DejaVu Sans"/>
                <a:cs typeface="DejaVu Sans"/>
              </a:defRPr>
            </a:lvl1pPr>
            <a:lvl2pPr algn="l">
              <a:defRPr sz="2175" b="1">
                <a:solidFill>
                  <a:srgbClr val="1674D1"/>
                </a:solidFill>
                <a:latin typeface="DejaVu Sans"/>
                <a:ea typeface="DejaVu Sans"/>
                <a:cs typeface="DejaVu Sans"/>
              </a:defRPr>
            </a:lvl2pPr>
            <a:lvl3pPr algn="l">
              <a:defRPr sz="2175" b="1">
                <a:solidFill>
                  <a:srgbClr val="1674D1"/>
                </a:solidFill>
                <a:latin typeface="DejaVu Sans"/>
                <a:ea typeface="DejaVu Sans"/>
                <a:cs typeface="DejaVu Sans"/>
              </a:defRPr>
            </a:lvl3pPr>
            <a:lvl4pPr algn="l">
              <a:defRPr sz="2175" b="1">
                <a:solidFill>
                  <a:srgbClr val="1674D1"/>
                </a:solidFill>
                <a:latin typeface="DejaVu Sans"/>
                <a:ea typeface="DejaVu Sans"/>
                <a:cs typeface="DejaVu Sans"/>
              </a:defRPr>
            </a:lvl4pPr>
            <a:lvl5pPr algn="l">
              <a:defRPr sz="2175" b="1">
                <a:solidFill>
                  <a:srgbClr val="1674D1"/>
                </a:solidFill>
                <a:latin typeface="DejaVu Sans"/>
                <a:ea typeface="DejaVu Sans"/>
                <a:cs typeface="DejaVu Sans"/>
              </a:defRPr>
            </a:lvl5pPr>
            <a:lvl6pPr algn="l">
              <a:defRPr sz="2175" b="1">
                <a:solidFill>
                  <a:srgbClr val="1674D1"/>
                </a:solidFill>
                <a:latin typeface="DejaVu Sans"/>
                <a:ea typeface="DejaVu Sans"/>
                <a:cs typeface="DejaVu Sans"/>
              </a:defRPr>
            </a:lvl6pPr>
            <a:lvl7pPr algn="l">
              <a:defRPr sz="2175" b="1">
                <a:solidFill>
                  <a:srgbClr val="1674D1"/>
                </a:solidFill>
                <a:latin typeface="DejaVu Sans"/>
                <a:ea typeface="DejaVu Sans"/>
                <a:cs typeface="DejaVu Sans"/>
              </a:defRPr>
            </a:lvl7pPr>
            <a:lvl8pPr algn="l">
              <a:defRPr sz="2175" b="1">
                <a:solidFill>
                  <a:srgbClr val="1674D1"/>
                </a:solidFill>
                <a:latin typeface="DejaVu Sans"/>
                <a:ea typeface="DejaVu Sans"/>
                <a:cs typeface="DejaVu Sans"/>
              </a:defRPr>
            </a:lvl8pPr>
            <a:lvl9pPr algn="l">
              <a:defRPr sz="2175" b="1">
                <a:solidFill>
                  <a:srgbClr val="1674D1"/>
                </a:solidFill>
                <a:latin typeface="DejaVu Sans"/>
                <a:ea typeface="DejaVu Sans"/>
                <a:cs typeface="DejaVu Sans"/>
              </a:defRPr>
            </a:lvl9pPr>
          </a:lstStyle>
          <a:p xmlns:a="http://schemas.openxmlformats.org/drawingml/2006/main">
            <a:pPr algn="l">
              <a:defRPr sz="2175" b="1">
                <a:solidFill>
                  <a:srgbClr val="1674D1"/>
                </a:solidFill>
                <a:latin typeface="DejaVu Sans"/>
                <a:ea typeface="DejaVu Sans"/>
                <a:cs typeface="DejaVu Sans"/>
              </a:defRPr>
            </a:pPr>
            <a:r>
              <a:rPr sz="2175" b="1">
                <a:solidFill>
                  <a:srgbClr val="1674D1"/>
                </a:solidFill>
                <a:latin typeface="DejaVu Sans"/>
                <a:ea typeface="DejaVu Sans"/>
                <a:cs typeface="DejaVu Sans"/>
              </a:rPr>
              <a:t>3  Pool into BEV</a:t>
            </a:r>
          </a:p>
        </p:txBody>
      </p:sp>
      <p:sp>
        <p:nvSpPr>
          <p:cNvPr id="6" name="shape-360">
            <a:extLst xmlns:a="http://schemas.openxmlformats.org/drawingml/2006/main">
              <a:ext uri="{FF2B5EF4-FFF2-40B4-BE49-F238E27FC236}">
                <a16:creationId xmlns:a16="http://schemas.microsoft.com/office/drawing/2014/main" id="{21BC147B-47A3-45EB-A36C-02C9A9868FB8}"/>
              </a:ext>
            </a:extLst>
          </p:cNvPr>
          <p:cNvSpPr>
            <a:spLocks xmlns:a="http://schemas.openxmlformats.org/drawingml/2006/main" noGrp="1"/>
          </p:cNvSpPr>
          <p:nvPr/>
        </p:nvSpPr>
        <p:spPr>
          <a:xfrm xmlns:a="http://schemas.openxmlformats.org/drawingml/2006/main" rot="0">
            <a:off x="609600" y="2133600"/>
            <a:ext cx="2286000" cy="1428750"/>
          </a:xfrm>
          <a:prstGeom xmlns:a="http://schemas.openxmlformats.org/drawingml/2006/main" prst="rect">
            <a:avLst/>
          </a:prstGeom>
          <a:solidFill xmlns:a="http://schemas.openxmlformats.org/drawingml/2006/main">
            <a:srgbClr val="DFEDFC"/>
          </a:solidFill>
          <a:ln xmlns:a="http://schemas.openxmlformats.org/drawingml/2006/main" w="11430">
            <a:solidFill>
              <a:srgbClr val="A9C8E9"/>
            </a:solidFill>
            <a:prstDash val="solid"/>
          </a:ln>
        </p:spPr>
      </p:sp>
      <p:sp>
        <p:nvSpPr>
          <p:cNvPr id="7" name="path-361">
            <a:extLst xmlns:a="http://schemas.openxmlformats.org/drawingml/2006/main">
              <a:ext uri="{FF2B5EF4-FFF2-40B4-BE49-F238E27FC236}">
                <a16:creationId xmlns:a16="http://schemas.microsoft.com/office/drawing/2014/main" id="{67963340-C433-48FE-8AF5-9DD324960267}"/>
              </a:ext>
            </a:extLst>
          </p:cNvPr>
          <p:cNvSpPr>
            <a:spLocks xmlns:a="http://schemas.openxmlformats.org/drawingml/2006/main" noGrp="1"/>
          </p:cNvSpPr>
          <p:nvPr/>
        </p:nvSpPr>
        <p:spPr>
          <a:xfrm xmlns:a="http://schemas.openxmlformats.org/drawingml/2006/main">
            <a:off x="895350" y="2133600"/>
            <a:ext cx="953" cy="1428750"/>
          </a:xfrm>
          <a:custGeom xmlns:a="http://schemas.openxmlformats.org/drawingml/2006/main">
            <a:pathLst>
              <a:path w="953" h="1428750">
                <a:moveTo>
                  <a:pt x="0" y="0"/>
                </a:moveTo>
                <a:lnTo>
                  <a:pt x="0" y="1428750"/>
                </a:lnTo>
              </a:path>
            </a:pathLst>
          </a:custGeom>
          <a:noFill xmlns:a="http://schemas.openxmlformats.org/drawingml/2006/main"/>
          <a:ln xmlns:a="http://schemas.openxmlformats.org/drawingml/2006/main" w="7620">
            <a:solidFill>
              <a:srgbClr val="A9C8E9"/>
            </a:solidFill>
            <a:prstDash val="solid"/>
          </a:ln>
        </p:spPr>
      </p:sp>
      <p:sp>
        <p:nvSpPr>
          <p:cNvPr id="8" name="path-362">
            <a:extLst xmlns:a="http://schemas.openxmlformats.org/drawingml/2006/main">
              <a:ext uri="{FF2B5EF4-FFF2-40B4-BE49-F238E27FC236}">
                <a16:creationId xmlns:a16="http://schemas.microsoft.com/office/drawing/2014/main" id="{9031B841-F8D1-43CD-B9A8-8F1C2D6FA307}"/>
              </a:ext>
            </a:extLst>
          </p:cNvPr>
          <p:cNvSpPr>
            <a:spLocks xmlns:a="http://schemas.openxmlformats.org/drawingml/2006/main" noGrp="1"/>
          </p:cNvSpPr>
          <p:nvPr/>
        </p:nvSpPr>
        <p:spPr>
          <a:xfrm xmlns:a="http://schemas.openxmlformats.org/drawingml/2006/main">
            <a:off x="1181100" y="2133600"/>
            <a:ext cx="953" cy="1428750"/>
          </a:xfrm>
          <a:custGeom xmlns:a="http://schemas.openxmlformats.org/drawingml/2006/main">
            <a:pathLst>
              <a:path w="953" h="1428750">
                <a:moveTo>
                  <a:pt x="0" y="0"/>
                </a:moveTo>
                <a:lnTo>
                  <a:pt x="0" y="1428750"/>
                </a:lnTo>
              </a:path>
            </a:pathLst>
          </a:custGeom>
          <a:noFill xmlns:a="http://schemas.openxmlformats.org/drawingml/2006/main"/>
          <a:ln xmlns:a="http://schemas.openxmlformats.org/drawingml/2006/main" w="7620">
            <a:solidFill>
              <a:srgbClr val="A9C8E9"/>
            </a:solidFill>
            <a:prstDash val="solid"/>
          </a:ln>
        </p:spPr>
      </p:sp>
      <p:sp>
        <p:nvSpPr>
          <p:cNvPr id="9" name="path-363">
            <a:extLst xmlns:a="http://schemas.openxmlformats.org/drawingml/2006/main">
              <a:ext uri="{FF2B5EF4-FFF2-40B4-BE49-F238E27FC236}">
                <a16:creationId xmlns:a16="http://schemas.microsoft.com/office/drawing/2014/main" id="{17F751D3-EFF3-45E2-B2D9-B0F03D03F506}"/>
              </a:ext>
            </a:extLst>
          </p:cNvPr>
          <p:cNvSpPr>
            <a:spLocks xmlns:a="http://schemas.openxmlformats.org/drawingml/2006/main" noGrp="1"/>
          </p:cNvSpPr>
          <p:nvPr/>
        </p:nvSpPr>
        <p:spPr>
          <a:xfrm xmlns:a="http://schemas.openxmlformats.org/drawingml/2006/main">
            <a:off x="1466850" y="2133600"/>
            <a:ext cx="953" cy="1428750"/>
          </a:xfrm>
          <a:custGeom xmlns:a="http://schemas.openxmlformats.org/drawingml/2006/main">
            <a:pathLst>
              <a:path w="953" h="1428750">
                <a:moveTo>
                  <a:pt x="0" y="0"/>
                </a:moveTo>
                <a:lnTo>
                  <a:pt x="0" y="1428750"/>
                </a:lnTo>
              </a:path>
            </a:pathLst>
          </a:custGeom>
          <a:noFill xmlns:a="http://schemas.openxmlformats.org/drawingml/2006/main"/>
          <a:ln xmlns:a="http://schemas.openxmlformats.org/drawingml/2006/main" w="7620">
            <a:solidFill>
              <a:srgbClr val="A9C8E9"/>
            </a:solidFill>
            <a:prstDash val="solid"/>
          </a:ln>
        </p:spPr>
      </p:sp>
      <p:sp>
        <p:nvSpPr>
          <p:cNvPr id="10" name="path-364">
            <a:extLst xmlns:a="http://schemas.openxmlformats.org/drawingml/2006/main">
              <a:ext uri="{FF2B5EF4-FFF2-40B4-BE49-F238E27FC236}">
                <a16:creationId xmlns:a16="http://schemas.microsoft.com/office/drawing/2014/main" id="{B022D2B6-2DE3-451E-8D6D-1A50F7409F7E}"/>
              </a:ext>
            </a:extLst>
          </p:cNvPr>
          <p:cNvSpPr>
            <a:spLocks xmlns:a="http://schemas.openxmlformats.org/drawingml/2006/main" noGrp="1"/>
          </p:cNvSpPr>
          <p:nvPr/>
        </p:nvSpPr>
        <p:spPr>
          <a:xfrm xmlns:a="http://schemas.openxmlformats.org/drawingml/2006/main">
            <a:off x="1752600" y="2133600"/>
            <a:ext cx="953" cy="1428750"/>
          </a:xfrm>
          <a:custGeom xmlns:a="http://schemas.openxmlformats.org/drawingml/2006/main">
            <a:pathLst>
              <a:path w="953" h="1428750">
                <a:moveTo>
                  <a:pt x="0" y="0"/>
                </a:moveTo>
                <a:lnTo>
                  <a:pt x="0" y="1428750"/>
                </a:lnTo>
              </a:path>
            </a:pathLst>
          </a:custGeom>
          <a:noFill xmlns:a="http://schemas.openxmlformats.org/drawingml/2006/main"/>
          <a:ln xmlns:a="http://schemas.openxmlformats.org/drawingml/2006/main" w="7620">
            <a:solidFill>
              <a:srgbClr val="A9C8E9"/>
            </a:solidFill>
            <a:prstDash val="solid"/>
          </a:ln>
        </p:spPr>
      </p:sp>
      <p:sp>
        <p:nvSpPr>
          <p:cNvPr id="11" name="path-365">
            <a:extLst xmlns:a="http://schemas.openxmlformats.org/drawingml/2006/main">
              <a:ext uri="{FF2B5EF4-FFF2-40B4-BE49-F238E27FC236}">
                <a16:creationId xmlns:a16="http://schemas.microsoft.com/office/drawing/2014/main" id="{87BC7AB2-7677-4E04-8787-1686832D8B34}"/>
              </a:ext>
            </a:extLst>
          </p:cNvPr>
          <p:cNvSpPr>
            <a:spLocks xmlns:a="http://schemas.openxmlformats.org/drawingml/2006/main" noGrp="1"/>
          </p:cNvSpPr>
          <p:nvPr/>
        </p:nvSpPr>
        <p:spPr>
          <a:xfrm xmlns:a="http://schemas.openxmlformats.org/drawingml/2006/main">
            <a:off x="2038350" y="2133600"/>
            <a:ext cx="953" cy="1428750"/>
          </a:xfrm>
          <a:custGeom xmlns:a="http://schemas.openxmlformats.org/drawingml/2006/main">
            <a:pathLst>
              <a:path w="953" h="1428750">
                <a:moveTo>
                  <a:pt x="0" y="0"/>
                </a:moveTo>
                <a:lnTo>
                  <a:pt x="0" y="1428750"/>
                </a:lnTo>
              </a:path>
            </a:pathLst>
          </a:custGeom>
          <a:noFill xmlns:a="http://schemas.openxmlformats.org/drawingml/2006/main"/>
          <a:ln xmlns:a="http://schemas.openxmlformats.org/drawingml/2006/main" w="7620">
            <a:solidFill>
              <a:srgbClr val="A9C8E9"/>
            </a:solidFill>
            <a:prstDash val="solid"/>
          </a:ln>
        </p:spPr>
      </p:sp>
      <p:sp>
        <p:nvSpPr>
          <p:cNvPr id="12" name="path-366">
            <a:extLst xmlns:a="http://schemas.openxmlformats.org/drawingml/2006/main">
              <a:ext uri="{FF2B5EF4-FFF2-40B4-BE49-F238E27FC236}">
                <a16:creationId xmlns:a16="http://schemas.microsoft.com/office/drawing/2014/main" id="{29B439E0-59B5-4212-BC44-309883786EBE}"/>
              </a:ext>
            </a:extLst>
          </p:cNvPr>
          <p:cNvSpPr>
            <a:spLocks xmlns:a="http://schemas.openxmlformats.org/drawingml/2006/main" noGrp="1"/>
          </p:cNvSpPr>
          <p:nvPr/>
        </p:nvSpPr>
        <p:spPr>
          <a:xfrm xmlns:a="http://schemas.openxmlformats.org/drawingml/2006/main">
            <a:off x="2324100" y="2133600"/>
            <a:ext cx="953" cy="1428750"/>
          </a:xfrm>
          <a:custGeom xmlns:a="http://schemas.openxmlformats.org/drawingml/2006/main">
            <a:pathLst>
              <a:path w="953" h="1428750">
                <a:moveTo>
                  <a:pt x="0" y="0"/>
                </a:moveTo>
                <a:lnTo>
                  <a:pt x="0" y="1428750"/>
                </a:lnTo>
              </a:path>
            </a:pathLst>
          </a:custGeom>
          <a:noFill xmlns:a="http://schemas.openxmlformats.org/drawingml/2006/main"/>
          <a:ln xmlns:a="http://schemas.openxmlformats.org/drawingml/2006/main" w="7620">
            <a:solidFill>
              <a:srgbClr val="A9C8E9"/>
            </a:solidFill>
            <a:prstDash val="solid"/>
          </a:ln>
        </p:spPr>
      </p:sp>
      <p:sp>
        <p:nvSpPr>
          <p:cNvPr id="13" name="path-367">
            <a:extLst xmlns:a="http://schemas.openxmlformats.org/drawingml/2006/main">
              <a:ext uri="{FF2B5EF4-FFF2-40B4-BE49-F238E27FC236}">
                <a16:creationId xmlns:a16="http://schemas.microsoft.com/office/drawing/2014/main" id="{AA2FE45D-DA6D-4410-8192-4906C6786360}"/>
              </a:ext>
            </a:extLst>
          </p:cNvPr>
          <p:cNvSpPr>
            <a:spLocks xmlns:a="http://schemas.openxmlformats.org/drawingml/2006/main" noGrp="1"/>
          </p:cNvSpPr>
          <p:nvPr/>
        </p:nvSpPr>
        <p:spPr>
          <a:xfrm xmlns:a="http://schemas.openxmlformats.org/drawingml/2006/main">
            <a:off x="2609850" y="2133600"/>
            <a:ext cx="953" cy="1428750"/>
          </a:xfrm>
          <a:custGeom xmlns:a="http://schemas.openxmlformats.org/drawingml/2006/main">
            <a:pathLst>
              <a:path w="953" h="1428750">
                <a:moveTo>
                  <a:pt x="0" y="0"/>
                </a:moveTo>
                <a:lnTo>
                  <a:pt x="0" y="1428750"/>
                </a:lnTo>
              </a:path>
            </a:pathLst>
          </a:custGeom>
          <a:noFill xmlns:a="http://schemas.openxmlformats.org/drawingml/2006/main"/>
          <a:ln xmlns:a="http://schemas.openxmlformats.org/drawingml/2006/main" w="7620">
            <a:solidFill>
              <a:srgbClr val="A9C8E9"/>
            </a:solidFill>
            <a:prstDash val="solid"/>
          </a:ln>
        </p:spPr>
      </p:sp>
      <p:sp>
        <p:nvSpPr>
          <p:cNvPr id="14" name="path-368">
            <a:extLst xmlns:a="http://schemas.openxmlformats.org/drawingml/2006/main">
              <a:ext uri="{FF2B5EF4-FFF2-40B4-BE49-F238E27FC236}">
                <a16:creationId xmlns:a16="http://schemas.microsoft.com/office/drawing/2014/main" id="{8A060A4C-E0C9-4D06-8AAD-BEAB11DD6F81}"/>
              </a:ext>
            </a:extLst>
          </p:cNvPr>
          <p:cNvSpPr>
            <a:spLocks xmlns:a="http://schemas.openxmlformats.org/drawingml/2006/main" noGrp="1"/>
          </p:cNvSpPr>
          <p:nvPr/>
        </p:nvSpPr>
        <p:spPr>
          <a:xfrm xmlns:a="http://schemas.openxmlformats.org/drawingml/2006/main">
            <a:off x="609600" y="2419350"/>
            <a:ext cx="2286000" cy="953"/>
          </a:xfrm>
          <a:custGeom xmlns:a="http://schemas.openxmlformats.org/drawingml/2006/main">
            <a:pathLst>
              <a:path w="2286000" h="953">
                <a:moveTo>
                  <a:pt x="0" y="0"/>
                </a:moveTo>
                <a:lnTo>
                  <a:pt x="2286000" y="0"/>
                </a:lnTo>
              </a:path>
            </a:pathLst>
          </a:custGeom>
          <a:noFill xmlns:a="http://schemas.openxmlformats.org/drawingml/2006/main"/>
          <a:ln xmlns:a="http://schemas.openxmlformats.org/drawingml/2006/main" w="7620">
            <a:solidFill>
              <a:srgbClr val="A9C8E9"/>
            </a:solidFill>
            <a:prstDash val="solid"/>
          </a:ln>
        </p:spPr>
      </p:sp>
      <p:sp>
        <p:nvSpPr>
          <p:cNvPr id="15" name="path-369">
            <a:extLst xmlns:a="http://schemas.openxmlformats.org/drawingml/2006/main">
              <a:ext uri="{FF2B5EF4-FFF2-40B4-BE49-F238E27FC236}">
                <a16:creationId xmlns:a16="http://schemas.microsoft.com/office/drawing/2014/main" id="{F5CEDE1D-7A91-4D7B-B8F8-369E7AB91478}"/>
              </a:ext>
            </a:extLst>
          </p:cNvPr>
          <p:cNvSpPr>
            <a:spLocks xmlns:a="http://schemas.openxmlformats.org/drawingml/2006/main" noGrp="1"/>
          </p:cNvSpPr>
          <p:nvPr/>
        </p:nvSpPr>
        <p:spPr>
          <a:xfrm xmlns:a="http://schemas.openxmlformats.org/drawingml/2006/main">
            <a:off x="609600" y="2705100"/>
            <a:ext cx="2286000" cy="953"/>
          </a:xfrm>
          <a:custGeom xmlns:a="http://schemas.openxmlformats.org/drawingml/2006/main">
            <a:pathLst>
              <a:path w="2286000" h="953">
                <a:moveTo>
                  <a:pt x="0" y="0"/>
                </a:moveTo>
                <a:lnTo>
                  <a:pt x="2286000" y="0"/>
                </a:lnTo>
              </a:path>
            </a:pathLst>
          </a:custGeom>
          <a:noFill xmlns:a="http://schemas.openxmlformats.org/drawingml/2006/main"/>
          <a:ln xmlns:a="http://schemas.openxmlformats.org/drawingml/2006/main" w="7620">
            <a:solidFill>
              <a:srgbClr val="A9C8E9"/>
            </a:solidFill>
            <a:prstDash val="solid"/>
          </a:ln>
        </p:spPr>
      </p:sp>
      <p:sp>
        <p:nvSpPr>
          <p:cNvPr id="16" name="path-370">
            <a:extLst xmlns:a="http://schemas.openxmlformats.org/drawingml/2006/main">
              <a:ext uri="{FF2B5EF4-FFF2-40B4-BE49-F238E27FC236}">
                <a16:creationId xmlns:a16="http://schemas.microsoft.com/office/drawing/2014/main" id="{55E929CE-E2AF-4C26-89E5-90DF0700A928}"/>
              </a:ext>
            </a:extLst>
          </p:cNvPr>
          <p:cNvSpPr>
            <a:spLocks xmlns:a="http://schemas.openxmlformats.org/drawingml/2006/main" noGrp="1"/>
          </p:cNvSpPr>
          <p:nvPr/>
        </p:nvSpPr>
        <p:spPr>
          <a:xfrm xmlns:a="http://schemas.openxmlformats.org/drawingml/2006/main">
            <a:off x="609600" y="2990850"/>
            <a:ext cx="2286000" cy="953"/>
          </a:xfrm>
          <a:custGeom xmlns:a="http://schemas.openxmlformats.org/drawingml/2006/main">
            <a:pathLst>
              <a:path w="2286000" h="953">
                <a:moveTo>
                  <a:pt x="0" y="0"/>
                </a:moveTo>
                <a:lnTo>
                  <a:pt x="2286000" y="0"/>
                </a:lnTo>
              </a:path>
            </a:pathLst>
          </a:custGeom>
          <a:noFill xmlns:a="http://schemas.openxmlformats.org/drawingml/2006/main"/>
          <a:ln xmlns:a="http://schemas.openxmlformats.org/drawingml/2006/main" w="7620">
            <a:solidFill>
              <a:srgbClr val="A9C8E9"/>
            </a:solidFill>
            <a:prstDash val="solid"/>
          </a:ln>
        </p:spPr>
      </p:sp>
      <p:sp>
        <p:nvSpPr>
          <p:cNvPr id="17" name="path-371">
            <a:extLst xmlns:a="http://schemas.openxmlformats.org/drawingml/2006/main">
              <a:ext uri="{FF2B5EF4-FFF2-40B4-BE49-F238E27FC236}">
                <a16:creationId xmlns:a16="http://schemas.microsoft.com/office/drawing/2014/main" id="{D6D507C3-6538-41E7-8EBC-C2517F17D3E3}"/>
              </a:ext>
            </a:extLst>
          </p:cNvPr>
          <p:cNvSpPr>
            <a:spLocks xmlns:a="http://schemas.openxmlformats.org/drawingml/2006/main" noGrp="1"/>
          </p:cNvSpPr>
          <p:nvPr/>
        </p:nvSpPr>
        <p:spPr>
          <a:xfrm xmlns:a="http://schemas.openxmlformats.org/drawingml/2006/main">
            <a:off x="609600" y="3276600"/>
            <a:ext cx="2286000" cy="953"/>
          </a:xfrm>
          <a:custGeom xmlns:a="http://schemas.openxmlformats.org/drawingml/2006/main">
            <a:pathLst>
              <a:path w="2286000" h="953">
                <a:moveTo>
                  <a:pt x="0" y="0"/>
                </a:moveTo>
                <a:lnTo>
                  <a:pt x="2286000" y="0"/>
                </a:lnTo>
              </a:path>
            </a:pathLst>
          </a:custGeom>
          <a:noFill xmlns:a="http://schemas.openxmlformats.org/drawingml/2006/main"/>
          <a:ln xmlns:a="http://schemas.openxmlformats.org/drawingml/2006/main" w="7620">
            <a:solidFill>
              <a:srgbClr val="A9C8E9"/>
            </a:solidFill>
            <a:prstDash val="solid"/>
          </a:ln>
        </p:spPr>
      </p:sp>
      <p:sp>
        <p:nvSpPr>
          <p:cNvPr id="18" name="shape-372">
            <a:extLst xmlns:a="http://schemas.openxmlformats.org/drawingml/2006/main">
              <a:ext uri="{FF2B5EF4-FFF2-40B4-BE49-F238E27FC236}">
                <a16:creationId xmlns:a16="http://schemas.microsoft.com/office/drawing/2014/main" id="{0A039ABC-5E31-40D7-A410-773D8B04A2CA}"/>
              </a:ext>
            </a:extLst>
          </p:cNvPr>
          <p:cNvSpPr>
            <a:spLocks xmlns:a="http://schemas.openxmlformats.org/drawingml/2006/main" noGrp="1"/>
          </p:cNvSpPr>
          <p:nvPr/>
        </p:nvSpPr>
        <p:spPr>
          <a:xfrm xmlns:a="http://schemas.openxmlformats.org/drawingml/2006/main" rot="0">
            <a:off x="1752600" y="2705100"/>
            <a:ext cx="285750" cy="285750"/>
          </a:xfrm>
          <a:prstGeom xmlns:a="http://schemas.openxmlformats.org/drawingml/2006/main" prst="rect">
            <a:avLst/>
          </a:prstGeom>
          <a:solidFill xmlns:a="http://schemas.openxmlformats.org/drawingml/2006/main">
            <a:srgbClr val="1674D1"/>
          </a:solidFill>
          <a:ln xmlns:a="http://schemas.openxmlformats.org/drawingml/2006/main" w="9525">
            <a:solidFill>
              <a:srgbClr val="1674D1"/>
            </a:solidFill>
            <a:prstDash val="solid"/>
          </a:ln>
        </p:spPr>
      </p:sp>
      <p:sp>
        <p:nvSpPr>
          <p:cNvPr id="19" name="label-373">
            <a:extLst xmlns:a="http://schemas.openxmlformats.org/drawingml/2006/main">
              <a:ext uri="{FF2B5EF4-FFF2-40B4-BE49-F238E27FC236}">
                <a16:creationId xmlns:a16="http://schemas.microsoft.com/office/drawing/2014/main" id="{5C938B08-2625-4828-B52F-F6FC5F26CABC}"/>
              </a:ext>
            </a:extLst>
          </p:cNvPr>
          <p:cNvSpPr>
            <a:spLocks xmlns:a="http://schemas.openxmlformats.org/drawingml/2006/main" noGrp="1"/>
          </p:cNvSpPr>
          <p:nvPr/>
        </p:nvSpPr>
        <p:spPr>
          <a:xfrm xmlns:a="http://schemas.openxmlformats.org/drawingml/2006/main">
            <a:off x="609600" y="3705225"/>
            <a:ext cx="2381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1674D1"/>
                </a:solidFill>
                <a:latin typeface="DejaVu Sans"/>
                <a:ea typeface="DejaVu Sans"/>
                <a:cs typeface="DejaVu Sans"/>
              </a:defRPr>
            </a:defPPr>
            <a:lvl1pPr algn="l">
              <a:defRPr sz="1800" b="0">
                <a:solidFill>
                  <a:srgbClr val="1674D1"/>
                </a:solidFill>
                <a:latin typeface="DejaVu Sans"/>
                <a:ea typeface="DejaVu Sans"/>
                <a:cs typeface="DejaVu Sans"/>
              </a:defRPr>
            </a:lvl1pPr>
            <a:lvl2pPr algn="l">
              <a:defRPr sz="1800" b="0">
                <a:solidFill>
                  <a:srgbClr val="1674D1"/>
                </a:solidFill>
                <a:latin typeface="DejaVu Sans"/>
                <a:ea typeface="DejaVu Sans"/>
                <a:cs typeface="DejaVu Sans"/>
              </a:defRPr>
            </a:lvl2pPr>
            <a:lvl3pPr algn="l">
              <a:defRPr sz="1800" b="0">
                <a:solidFill>
                  <a:srgbClr val="1674D1"/>
                </a:solidFill>
                <a:latin typeface="DejaVu Sans"/>
                <a:ea typeface="DejaVu Sans"/>
                <a:cs typeface="DejaVu Sans"/>
              </a:defRPr>
            </a:lvl3pPr>
            <a:lvl4pPr algn="l">
              <a:defRPr sz="1800" b="0">
                <a:solidFill>
                  <a:srgbClr val="1674D1"/>
                </a:solidFill>
                <a:latin typeface="DejaVu Sans"/>
                <a:ea typeface="DejaVu Sans"/>
                <a:cs typeface="DejaVu Sans"/>
              </a:defRPr>
            </a:lvl4pPr>
            <a:lvl5pPr algn="l">
              <a:defRPr sz="1800" b="0">
                <a:solidFill>
                  <a:srgbClr val="1674D1"/>
                </a:solidFill>
                <a:latin typeface="DejaVu Sans"/>
                <a:ea typeface="DejaVu Sans"/>
                <a:cs typeface="DejaVu Sans"/>
              </a:defRPr>
            </a:lvl5pPr>
            <a:lvl6pPr algn="l">
              <a:defRPr sz="1800" b="0">
                <a:solidFill>
                  <a:srgbClr val="1674D1"/>
                </a:solidFill>
                <a:latin typeface="DejaVu Sans"/>
                <a:ea typeface="DejaVu Sans"/>
                <a:cs typeface="DejaVu Sans"/>
              </a:defRPr>
            </a:lvl6pPr>
            <a:lvl7pPr algn="l">
              <a:defRPr sz="1800" b="0">
                <a:solidFill>
                  <a:srgbClr val="1674D1"/>
                </a:solidFill>
                <a:latin typeface="DejaVu Sans"/>
                <a:ea typeface="DejaVu Sans"/>
                <a:cs typeface="DejaVu Sans"/>
              </a:defRPr>
            </a:lvl7pPr>
            <a:lvl8pPr algn="l">
              <a:defRPr sz="1800" b="0">
                <a:solidFill>
                  <a:srgbClr val="1674D1"/>
                </a:solidFill>
                <a:latin typeface="DejaVu Sans"/>
                <a:ea typeface="DejaVu Sans"/>
                <a:cs typeface="DejaVu Sans"/>
              </a:defRPr>
            </a:lvl8pPr>
            <a:lvl9pPr algn="l">
              <a:defRPr sz="1800" b="0">
                <a:solidFill>
                  <a:srgbClr val="1674D1"/>
                </a:solidFill>
                <a:latin typeface="DejaVu Sans"/>
                <a:ea typeface="DejaVu Sans"/>
                <a:cs typeface="DejaVu Sans"/>
              </a:defRPr>
            </a:lvl9pPr>
          </a:lstStyle>
          <a:p xmlns:a="http://schemas.openxmlformats.org/drawingml/2006/main">
            <a:pPr algn="l">
              <a:defRPr sz="1800" b="0">
                <a:solidFill>
                  <a:srgbClr val="1674D1"/>
                </a:solidFill>
                <a:latin typeface="DejaVu Sans"/>
                <a:ea typeface="DejaVu Sans"/>
                <a:cs typeface="DejaVu Sans"/>
              </a:defRPr>
            </a:pPr>
            <a:r>
              <a:rPr sz="1800" b="0">
                <a:solidFill>
                  <a:srgbClr val="1674D1"/>
                </a:solidFill>
                <a:latin typeface="DejaVu Sans"/>
                <a:ea typeface="DejaVu Sans"/>
                <a:cs typeface="DejaVu Sans"/>
              </a:rPr>
              <a:t>pixel (u, v)</a:t>
            </a:r>
          </a:p>
        </p:txBody>
      </p:sp>
      <p:sp>
        <p:nvSpPr>
          <p:cNvPr id="20" name="shape-374">
            <a:extLst xmlns:a="http://schemas.openxmlformats.org/drawingml/2006/main">
              <a:ext uri="{FF2B5EF4-FFF2-40B4-BE49-F238E27FC236}">
                <a16:creationId xmlns:a16="http://schemas.microsoft.com/office/drawing/2014/main" id="{EADC2437-9E9C-4F95-A319-811AC7CEEA0F}"/>
              </a:ext>
            </a:extLst>
          </p:cNvPr>
          <p:cNvSpPr>
            <a:spLocks xmlns:a="http://schemas.openxmlformats.org/drawingml/2006/main" noGrp="1"/>
          </p:cNvSpPr>
          <p:nvPr/>
        </p:nvSpPr>
        <p:spPr>
          <a:xfrm xmlns:a="http://schemas.openxmlformats.org/drawingml/2006/main" rot="0">
            <a:off x="609600" y="5086350"/>
            <a:ext cx="400050" cy="152400"/>
          </a:xfrm>
          <a:prstGeom xmlns:a="http://schemas.openxmlformats.org/drawingml/2006/main" prst="rect">
            <a:avLst/>
          </a:prstGeom>
          <a:solidFill xmlns:a="http://schemas.openxmlformats.org/drawingml/2006/main">
            <a:srgbClr val="1674D1"/>
          </a:solidFill>
          <a:ln xmlns:a="http://schemas.openxmlformats.org/drawingml/2006/main" w="0">
            <a:noFill/>
            <a:prstDash val="solid"/>
          </a:ln>
        </p:spPr>
      </p:sp>
      <p:sp>
        <p:nvSpPr>
          <p:cNvPr id="21" name="label-375">
            <a:extLst xmlns:a="http://schemas.openxmlformats.org/drawingml/2006/main">
              <a:ext uri="{FF2B5EF4-FFF2-40B4-BE49-F238E27FC236}">
                <a16:creationId xmlns:a16="http://schemas.microsoft.com/office/drawing/2014/main" id="{F5F74E5A-8D00-4C3A-B977-7AD05FC2C0A8}"/>
              </a:ext>
            </a:extLst>
          </p:cNvPr>
          <p:cNvSpPr>
            <a:spLocks xmlns:a="http://schemas.openxmlformats.org/drawingml/2006/main" noGrp="1"/>
          </p:cNvSpPr>
          <p:nvPr/>
        </p:nvSpPr>
        <p:spPr>
          <a:xfrm xmlns:a="http://schemas.openxmlformats.org/drawingml/2006/main">
            <a:off x="542925" y="5353050"/>
            <a:ext cx="533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1674D1"/>
                </a:solidFill>
                <a:latin typeface="DejaVu Sans"/>
                <a:ea typeface="DejaVu Sans"/>
                <a:cs typeface="DejaVu Sans"/>
              </a:defRPr>
            </a:defPPr>
            <a:lvl1pPr algn="ctr">
              <a:defRPr sz="1500" b="0">
                <a:solidFill>
                  <a:srgbClr val="1674D1"/>
                </a:solidFill>
                <a:latin typeface="DejaVu Sans"/>
                <a:ea typeface="DejaVu Sans"/>
                <a:cs typeface="DejaVu Sans"/>
              </a:defRPr>
            </a:lvl1pPr>
            <a:lvl2pPr algn="ctr">
              <a:defRPr sz="1500" b="0">
                <a:solidFill>
                  <a:srgbClr val="1674D1"/>
                </a:solidFill>
                <a:latin typeface="DejaVu Sans"/>
                <a:ea typeface="DejaVu Sans"/>
                <a:cs typeface="DejaVu Sans"/>
              </a:defRPr>
            </a:lvl2pPr>
            <a:lvl3pPr algn="ctr">
              <a:defRPr sz="1500" b="0">
                <a:solidFill>
                  <a:srgbClr val="1674D1"/>
                </a:solidFill>
                <a:latin typeface="DejaVu Sans"/>
                <a:ea typeface="DejaVu Sans"/>
                <a:cs typeface="DejaVu Sans"/>
              </a:defRPr>
            </a:lvl3pPr>
            <a:lvl4pPr algn="ctr">
              <a:defRPr sz="1500" b="0">
                <a:solidFill>
                  <a:srgbClr val="1674D1"/>
                </a:solidFill>
                <a:latin typeface="DejaVu Sans"/>
                <a:ea typeface="DejaVu Sans"/>
                <a:cs typeface="DejaVu Sans"/>
              </a:defRPr>
            </a:lvl4pPr>
            <a:lvl5pPr algn="ctr">
              <a:defRPr sz="1500" b="0">
                <a:solidFill>
                  <a:srgbClr val="1674D1"/>
                </a:solidFill>
                <a:latin typeface="DejaVu Sans"/>
                <a:ea typeface="DejaVu Sans"/>
                <a:cs typeface="DejaVu Sans"/>
              </a:defRPr>
            </a:lvl5pPr>
            <a:lvl6pPr algn="ctr">
              <a:defRPr sz="1500" b="0">
                <a:solidFill>
                  <a:srgbClr val="1674D1"/>
                </a:solidFill>
                <a:latin typeface="DejaVu Sans"/>
                <a:ea typeface="DejaVu Sans"/>
                <a:cs typeface="DejaVu Sans"/>
              </a:defRPr>
            </a:lvl6pPr>
            <a:lvl7pPr algn="ctr">
              <a:defRPr sz="1500" b="0">
                <a:solidFill>
                  <a:srgbClr val="1674D1"/>
                </a:solidFill>
                <a:latin typeface="DejaVu Sans"/>
                <a:ea typeface="DejaVu Sans"/>
                <a:cs typeface="DejaVu Sans"/>
              </a:defRPr>
            </a:lvl7pPr>
            <a:lvl8pPr algn="ctr">
              <a:defRPr sz="1500" b="0">
                <a:solidFill>
                  <a:srgbClr val="1674D1"/>
                </a:solidFill>
                <a:latin typeface="DejaVu Sans"/>
                <a:ea typeface="DejaVu Sans"/>
                <a:cs typeface="DejaVu Sans"/>
              </a:defRPr>
            </a:lvl8pPr>
            <a:lvl9pPr algn="ctr">
              <a:defRPr sz="1500" b="0">
                <a:solidFill>
                  <a:srgbClr val="1674D1"/>
                </a:solidFill>
                <a:latin typeface="DejaVu Sans"/>
                <a:ea typeface="DejaVu Sans"/>
                <a:cs typeface="DejaVu Sans"/>
              </a:defRPr>
            </a:lvl9pPr>
          </a:lstStyle>
          <a:p xmlns:a="http://schemas.openxmlformats.org/drawingml/2006/main">
            <a:pPr algn="ctr">
              <a:defRPr sz="1500" b="0">
                <a:solidFill>
                  <a:srgbClr val="1674D1"/>
                </a:solidFill>
                <a:latin typeface="DejaVu Sans"/>
                <a:ea typeface="DejaVu Sans"/>
                <a:cs typeface="DejaVu Sans"/>
              </a:defRPr>
            </a:pPr>
            <a:r>
              <a:rPr sz="1500" b="0">
                <a:solidFill>
                  <a:srgbClr val="1674D1"/>
                </a:solidFill>
                <a:latin typeface="DejaVu Sans"/>
                <a:ea typeface="DejaVu Sans"/>
                <a:cs typeface="DejaVu Sans"/>
              </a:rPr>
              <a:t>0.1</a:t>
            </a:r>
          </a:p>
        </p:txBody>
      </p:sp>
      <p:sp>
        <p:nvSpPr>
          <p:cNvPr id="22" name="shape-376">
            <a:extLst xmlns:a="http://schemas.openxmlformats.org/drawingml/2006/main">
              <a:ext uri="{FF2B5EF4-FFF2-40B4-BE49-F238E27FC236}">
                <a16:creationId xmlns:a16="http://schemas.microsoft.com/office/drawing/2014/main" id="{E8ECDB7F-A8D2-4ACF-B935-8F2E6041865A}"/>
              </a:ext>
            </a:extLst>
          </p:cNvPr>
          <p:cNvSpPr>
            <a:spLocks xmlns:a="http://schemas.openxmlformats.org/drawingml/2006/main" noGrp="1"/>
          </p:cNvSpPr>
          <p:nvPr/>
        </p:nvSpPr>
        <p:spPr>
          <a:xfrm xmlns:a="http://schemas.openxmlformats.org/drawingml/2006/main" rot="0">
            <a:off x="1209675" y="4933950"/>
            <a:ext cx="400050" cy="304800"/>
          </a:xfrm>
          <a:prstGeom xmlns:a="http://schemas.openxmlformats.org/drawingml/2006/main" prst="rect">
            <a:avLst/>
          </a:prstGeom>
          <a:solidFill xmlns:a="http://schemas.openxmlformats.org/drawingml/2006/main">
            <a:srgbClr val="1674D1"/>
          </a:solidFill>
          <a:ln xmlns:a="http://schemas.openxmlformats.org/drawingml/2006/main" w="0">
            <a:noFill/>
            <a:prstDash val="solid"/>
          </a:ln>
        </p:spPr>
      </p:sp>
      <p:sp>
        <p:nvSpPr>
          <p:cNvPr id="23" name="label-377">
            <a:extLst xmlns:a="http://schemas.openxmlformats.org/drawingml/2006/main">
              <a:ext uri="{FF2B5EF4-FFF2-40B4-BE49-F238E27FC236}">
                <a16:creationId xmlns:a16="http://schemas.microsoft.com/office/drawing/2014/main" id="{A1FA524B-2E2D-45B3-9CA8-19B4A9D5E9F2}"/>
              </a:ext>
            </a:extLst>
          </p:cNvPr>
          <p:cNvSpPr>
            <a:spLocks xmlns:a="http://schemas.openxmlformats.org/drawingml/2006/main" noGrp="1"/>
          </p:cNvSpPr>
          <p:nvPr/>
        </p:nvSpPr>
        <p:spPr>
          <a:xfrm xmlns:a="http://schemas.openxmlformats.org/drawingml/2006/main">
            <a:off x="1143000" y="5353050"/>
            <a:ext cx="533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1674D1"/>
                </a:solidFill>
                <a:latin typeface="DejaVu Sans"/>
                <a:ea typeface="DejaVu Sans"/>
                <a:cs typeface="DejaVu Sans"/>
              </a:defRPr>
            </a:defPPr>
            <a:lvl1pPr algn="ctr">
              <a:defRPr sz="1500" b="0">
                <a:solidFill>
                  <a:srgbClr val="1674D1"/>
                </a:solidFill>
                <a:latin typeface="DejaVu Sans"/>
                <a:ea typeface="DejaVu Sans"/>
                <a:cs typeface="DejaVu Sans"/>
              </a:defRPr>
            </a:lvl1pPr>
            <a:lvl2pPr algn="ctr">
              <a:defRPr sz="1500" b="0">
                <a:solidFill>
                  <a:srgbClr val="1674D1"/>
                </a:solidFill>
                <a:latin typeface="DejaVu Sans"/>
                <a:ea typeface="DejaVu Sans"/>
                <a:cs typeface="DejaVu Sans"/>
              </a:defRPr>
            </a:lvl2pPr>
            <a:lvl3pPr algn="ctr">
              <a:defRPr sz="1500" b="0">
                <a:solidFill>
                  <a:srgbClr val="1674D1"/>
                </a:solidFill>
                <a:latin typeface="DejaVu Sans"/>
                <a:ea typeface="DejaVu Sans"/>
                <a:cs typeface="DejaVu Sans"/>
              </a:defRPr>
            </a:lvl3pPr>
            <a:lvl4pPr algn="ctr">
              <a:defRPr sz="1500" b="0">
                <a:solidFill>
                  <a:srgbClr val="1674D1"/>
                </a:solidFill>
                <a:latin typeface="DejaVu Sans"/>
                <a:ea typeface="DejaVu Sans"/>
                <a:cs typeface="DejaVu Sans"/>
              </a:defRPr>
            </a:lvl4pPr>
            <a:lvl5pPr algn="ctr">
              <a:defRPr sz="1500" b="0">
                <a:solidFill>
                  <a:srgbClr val="1674D1"/>
                </a:solidFill>
                <a:latin typeface="DejaVu Sans"/>
                <a:ea typeface="DejaVu Sans"/>
                <a:cs typeface="DejaVu Sans"/>
              </a:defRPr>
            </a:lvl5pPr>
            <a:lvl6pPr algn="ctr">
              <a:defRPr sz="1500" b="0">
                <a:solidFill>
                  <a:srgbClr val="1674D1"/>
                </a:solidFill>
                <a:latin typeface="DejaVu Sans"/>
                <a:ea typeface="DejaVu Sans"/>
                <a:cs typeface="DejaVu Sans"/>
              </a:defRPr>
            </a:lvl6pPr>
            <a:lvl7pPr algn="ctr">
              <a:defRPr sz="1500" b="0">
                <a:solidFill>
                  <a:srgbClr val="1674D1"/>
                </a:solidFill>
                <a:latin typeface="DejaVu Sans"/>
                <a:ea typeface="DejaVu Sans"/>
                <a:cs typeface="DejaVu Sans"/>
              </a:defRPr>
            </a:lvl7pPr>
            <a:lvl8pPr algn="ctr">
              <a:defRPr sz="1500" b="0">
                <a:solidFill>
                  <a:srgbClr val="1674D1"/>
                </a:solidFill>
                <a:latin typeface="DejaVu Sans"/>
                <a:ea typeface="DejaVu Sans"/>
                <a:cs typeface="DejaVu Sans"/>
              </a:defRPr>
            </a:lvl8pPr>
            <a:lvl9pPr algn="ctr">
              <a:defRPr sz="1500" b="0">
                <a:solidFill>
                  <a:srgbClr val="1674D1"/>
                </a:solidFill>
                <a:latin typeface="DejaVu Sans"/>
                <a:ea typeface="DejaVu Sans"/>
                <a:cs typeface="DejaVu Sans"/>
              </a:defRPr>
            </a:lvl9pPr>
          </a:lstStyle>
          <a:p xmlns:a="http://schemas.openxmlformats.org/drawingml/2006/main">
            <a:pPr algn="ctr">
              <a:defRPr sz="1500" b="0">
                <a:solidFill>
                  <a:srgbClr val="1674D1"/>
                </a:solidFill>
                <a:latin typeface="DejaVu Sans"/>
                <a:ea typeface="DejaVu Sans"/>
                <a:cs typeface="DejaVu Sans"/>
              </a:defRPr>
            </a:pPr>
            <a:r>
              <a:rPr sz="1500" b="0">
                <a:solidFill>
                  <a:srgbClr val="1674D1"/>
                </a:solidFill>
                <a:latin typeface="DejaVu Sans"/>
                <a:ea typeface="DejaVu Sans"/>
                <a:cs typeface="DejaVu Sans"/>
              </a:rPr>
              <a:t>0.2</a:t>
            </a:r>
          </a:p>
        </p:txBody>
      </p:sp>
      <p:sp>
        <p:nvSpPr>
          <p:cNvPr id="24" name="shape-378">
            <a:extLst xmlns:a="http://schemas.openxmlformats.org/drawingml/2006/main">
              <a:ext uri="{FF2B5EF4-FFF2-40B4-BE49-F238E27FC236}">
                <a16:creationId xmlns:a16="http://schemas.microsoft.com/office/drawing/2014/main" id="{5F4C1E0D-E091-4DA4-882C-B41202F26D62}"/>
              </a:ext>
            </a:extLst>
          </p:cNvPr>
          <p:cNvSpPr>
            <a:spLocks xmlns:a="http://schemas.openxmlformats.org/drawingml/2006/main" noGrp="1"/>
          </p:cNvSpPr>
          <p:nvPr/>
        </p:nvSpPr>
        <p:spPr>
          <a:xfrm xmlns:a="http://schemas.openxmlformats.org/drawingml/2006/main" rot="0">
            <a:off x="1809750" y="4476750"/>
            <a:ext cx="400050" cy="762000"/>
          </a:xfrm>
          <a:prstGeom xmlns:a="http://schemas.openxmlformats.org/drawingml/2006/main" prst="rect">
            <a:avLst/>
          </a:prstGeom>
          <a:solidFill xmlns:a="http://schemas.openxmlformats.org/drawingml/2006/main">
            <a:srgbClr val="1674D1"/>
          </a:solidFill>
          <a:ln xmlns:a="http://schemas.openxmlformats.org/drawingml/2006/main" w="0">
            <a:noFill/>
            <a:prstDash val="solid"/>
          </a:ln>
        </p:spPr>
      </p:sp>
      <p:sp>
        <p:nvSpPr>
          <p:cNvPr id="25" name="label-379">
            <a:extLst xmlns:a="http://schemas.openxmlformats.org/drawingml/2006/main">
              <a:ext uri="{FF2B5EF4-FFF2-40B4-BE49-F238E27FC236}">
                <a16:creationId xmlns:a16="http://schemas.microsoft.com/office/drawing/2014/main" id="{FF97B12B-EF4F-4C0E-B4F3-2FF8229DA32C}"/>
              </a:ext>
            </a:extLst>
          </p:cNvPr>
          <p:cNvSpPr>
            <a:spLocks xmlns:a="http://schemas.openxmlformats.org/drawingml/2006/main" noGrp="1"/>
          </p:cNvSpPr>
          <p:nvPr/>
        </p:nvSpPr>
        <p:spPr>
          <a:xfrm xmlns:a="http://schemas.openxmlformats.org/drawingml/2006/main">
            <a:off x="1743075" y="5353050"/>
            <a:ext cx="533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1674D1"/>
                </a:solidFill>
                <a:latin typeface="DejaVu Sans"/>
                <a:ea typeface="DejaVu Sans"/>
                <a:cs typeface="DejaVu Sans"/>
              </a:defRPr>
            </a:defPPr>
            <a:lvl1pPr algn="ctr">
              <a:defRPr sz="1500" b="0">
                <a:solidFill>
                  <a:srgbClr val="1674D1"/>
                </a:solidFill>
                <a:latin typeface="DejaVu Sans"/>
                <a:ea typeface="DejaVu Sans"/>
                <a:cs typeface="DejaVu Sans"/>
              </a:defRPr>
            </a:lvl1pPr>
            <a:lvl2pPr algn="ctr">
              <a:defRPr sz="1500" b="0">
                <a:solidFill>
                  <a:srgbClr val="1674D1"/>
                </a:solidFill>
                <a:latin typeface="DejaVu Sans"/>
                <a:ea typeface="DejaVu Sans"/>
                <a:cs typeface="DejaVu Sans"/>
              </a:defRPr>
            </a:lvl2pPr>
            <a:lvl3pPr algn="ctr">
              <a:defRPr sz="1500" b="0">
                <a:solidFill>
                  <a:srgbClr val="1674D1"/>
                </a:solidFill>
                <a:latin typeface="DejaVu Sans"/>
                <a:ea typeface="DejaVu Sans"/>
                <a:cs typeface="DejaVu Sans"/>
              </a:defRPr>
            </a:lvl3pPr>
            <a:lvl4pPr algn="ctr">
              <a:defRPr sz="1500" b="0">
                <a:solidFill>
                  <a:srgbClr val="1674D1"/>
                </a:solidFill>
                <a:latin typeface="DejaVu Sans"/>
                <a:ea typeface="DejaVu Sans"/>
                <a:cs typeface="DejaVu Sans"/>
              </a:defRPr>
            </a:lvl4pPr>
            <a:lvl5pPr algn="ctr">
              <a:defRPr sz="1500" b="0">
                <a:solidFill>
                  <a:srgbClr val="1674D1"/>
                </a:solidFill>
                <a:latin typeface="DejaVu Sans"/>
                <a:ea typeface="DejaVu Sans"/>
                <a:cs typeface="DejaVu Sans"/>
              </a:defRPr>
            </a:lvl5pPr>
            <a:lvl6pPr algn="ctr">
              <a:defRPr sz="1500" b="0">
                <a:solidFill>
                  <a:srgbClr val="1674D1"/>
                </a:solidFill>
                <a:latin typeface="DejaVu Sans"/>
                <a:ea typeface="DejaVu Sans"/>
                <a:cs typeface="DejaVu Sans"/>
              </a:defRPr>
            </a:lvl6pPr>
            <a:lvl7pPr algn="ctr">
              <a:defRPr sz="1500" b="0">
                <a:solidFill>
                  <a:srgbClr val="1674D1"/>
                </a:solidFill>
                <a:latin typeface="DejaVu Sans"/>
                <a:ea typeface="DejaVu Sans"/>
                <a:cs typeface="DejaVu Sans"/>
              </a:defRPr>
            </a:lvl7pPr>
            <a:lvl8pPr algn="ctr">
              <a:defRPr sz="1500" b="0">
                <a:solidFill>
                  <a:srgbClr val="1674D1"/>
                </a:solidFill>
                <a:latin typeface="DejaVu Sans"/>
                <a:ea typeface="DejaVu Sans"/>
                <a:cs typeface="DejaVu Sans"/>
              </a:defRPr>
            </a:lvl8pPr>
            <a:lvl9pPr algn="ctr">
              <a:defRPr sz="1500" b="0">
                <a:solidFill>
                  <a:srgbClr val="1674D1"/>
                </a:solidFill>
                <a:latin typeface="DejaVu Sans"/>
                <a:ea typeface="DejaVu Sans"/>
                <a:cs typeface="DejaVu Sans"/>
              </a:defRPr>
            </a:lvl9pPr>
          </a:lstStyle>
          <a:p xmlns:a="http://schemas.openxmlformats.org/drawingml/2006/main">
            <a:pPr algn="ctr">
              <a:defRPr sz="1500" b="0">
                <a:solidFill>
                  <a:srgbClr val="1674D1"/>
                </a:solidFill>
                <a:latin typeface="DejaVu Sans"/>
                <a:ea typeface="DejaVu Sans"/>
                <a:cs typeface="DejaVu Sans"/>
              </a:defRPr>
            </a:pPr>
            <a:r>
              <a:rPr sz="1500" b="0">
                <a:solidFill>
                  <a:srgbClr val="1674D1"/>
                </a:solidFill>
                <a:latin typeface="DejaVu Sans"/>
                <a:ea typeface="DejaVu Sans"/>
                <a:cs typeface="DejaVu Sans"/>
              </a:rPr>
              <a:t>0.5</a:t>
            </a:r>
          </a:p>
        </p:txBody>
      </p:sp>
      <p:sp>
        <p:nvSpPr>
          <p:cNvPr id="26" name="shape-380">
            <a:extLst xmlns:a="http://schemas.openxmlformats.org/drawingml/2006/main">
              <a:ext uri="{FF2B5EF4-FFF2-40B4-BE49-F238E27FC236}">
                <a16:creationId xmlns:a16="http://schemas.microsoft.com/office/drawing/2014/main" id="{243C69B9-9206-41EA-82FE-5BD42E8BE4F3}"/>
              </a:ext>
            </a:extLst>
          </p:cNvPr>
          <p:cNvSpPr>
            <a:spLocks xmlns:a="http://schemas.openxmlformats.org/drawingml/2006/main" noGrp="1"/>
          </p:cNvSpPr>
          <p:nvPr/>
        </p:nvSpPr>
        <p:spPr>
          <a:xfrm xmlns:a="http://schemas.openxmlformats.org/drawingml/2006/main" rot="0">
            <a:off x="2409825" y="4933950"/>
            <a:ext cx="400050" cy="304800"/>
          </a:xfrm>
          <a:prstGeom xmlns:a="http://schemas.openxmlformats.org/drawingml/2006/main" prst="rect">
            <a:avLst/>
          </a:prstGeom>
          <a:solidFill xmlns:a="http://schemas.openxmlformats.org/drawingml/2006/main">
            <a:srgbClr val="1674D1"/>
          </a:solidFill>
          <a:ln xmlns:a="http://schemas.openxmlformats.org/drawingml/2006/main" w="0">
            <a:noFill/>
            <a:prstDash val="solid"/>
          </a:ln>
        </p:spPr>
      </p:sp>
      <p:sp>
        <p:nvSpPr>
          <p:cNvPr id="27" name="label-381">
            <a:extLst xmlns:a="http://schemas.openxmlformats.org/drawingml/2006/main">
              <a:ext uri="{FF2B5EF4-FFF2-40B4-BE49-F238E27FC236}">
                <a16:creationId xmlns:a16="http://schemas.microsoft.com/office/drawing/2014/main" id="{26C3132D-2166-46B1-B8F1-E9C0C915E0CF}"/>
              </a:ext>
            </a:extLst>
          </p:cNvPr>
          <p:cNvSpPr>
            <a:spLocks xmlns:a="http://schemas.openxmlformats.org/drawingml/2006/main" noGrp="1"/>
          </p:cNvSpPr>
          <p:nvPr/>
        </p:nvSpPr>
        <p:spPr>
          <a:xfrm xmlns:a="http://schemas.openxmlformats.org/drawingml/2006/main">
            <a:off x="2343150" y="5353050"/>
            <a:ext cx="5334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1674D1"/>
                </a:solidFill>
                <a:latin typeface="DejaVu Sans"/>
                <a:ea typeface="DejaVu Sans"/>
                <a:cs typeface="DejaVu Sans"/>
              </a:defRPr>
            </a:defPPr>
            <a:lvl1pPr algn="ctr">
              <a:defRPr sz="1500" b="0">
                <a:solidFill>
                  <a:srgbClr val="1674D1"/>
                </a:solidFill>
                <a:latin typeface="DejaVu Sans"/>
                <a:ea typeface="DejaVu Sans"/>
                <a:cs typeface="DejaVu Sans"/>
              </a:defRPr>
            </a:lvl1pPr>
            <a:lvl2pPr algn="ctr">
              <a:defRPr sz="1500" b="0">
                <a:solidFill>
                  <a:srgbClr val="1674D1"/>
                </a:solidFill>
                <a:latin typeface="DejaVu Sans"/>
                <a:ea typeface="DejaVu Sans"/>
                <a:cs typeface="DejaVu Sans"/>
              </a:defRPr>
            </a:lvl2pPr>
            <a:lvl3pPr algn="ctr">
              <a:defRPr sz="1500" b="0">
                <a:solidFill>
                  <a:srgbClr val="1674D1"/>
                </a:solidFill>
                <a:latin typeface="DejaVu Sans"/>
                <a:ea typeface="DejaVu Sans"/>
                <a:cs typeface="DejaVu Sans"/>
              </a:defRPr>
            </a:lvl3pPr>
            <a:lvl4pPr algn="ctr">
              <a:defRPr sz="1500" b="0">
                <a:solidFill>
                  <a:srgbClr val="1674D1"/>
                </a:solidFill>
                <a:latin typeface="DejaVu Sans"/>
                <a:ea typeface="DejaVu Sans"/>
                <a:cs typeface="DejaVu Sans"/>
              </a:defRPr>
            </a:lvl4pPr>
            <a:lvl5pPr algn="ctr">
              <a:defRPr sz="1500" b="0">
                <a:solidFill>
                  <a:srgbClr val="1674D1"/>
                </a:solidFill>
                <a:latin typeface="DejaVu Sans"/>
                <a:ea typeface="DejaVu Sans"/>
                <a:cs typeface="DejaVu Sans"/>
              </a:defRPr>
            </a:lvl5pPr>
            <a:lvl6pPr algn="ctr">
              <a:defRPr sz="1500" b="0">
                <a:solidFill>
                  <a:srgbClr val="1674D1"/>
                </a:solidFill>
                <a:latin typeface="DejaVu Sans"/>
                <a:ea typeface="DejaVu Sans"/>
                <a:cs typeface="DejaVu Sans"/>
              </a:defRPr>
            </a:lvl6pPr>
            <a:lvl7pPr algn="ctr">
              <a:defRPr sz="1500" b="0">
                <a:solidFill>
                  <a:srgbClr val="1674D1"/>
                </a:solidFill>
                <a:latin typeface="DejaVu Sans"/>
                <a:ea typeface="DejaVu Sans"/>
                <a:cs typeface="DejaVu Sans"/>
              </a:defRPr>
            </a:lvl7pPr>
            <a:lvl8pPr algn="ctr">
              <a:defRPr sz="1500" b="0">
                <a:solidFill>
                  <a:srgbClr val="1674D1"/>
                </a:solidFill>
                <a:latin typeface="DejaVu Sans"/>
                <a:ea typeface="DejaVu Sans"/>
                <a:cs typeface="DejaVu Sans"/>
              </a:defRPr>
            </a:lvl8pPr>
            <a:lvl9pPr algn="ctr">
              <a:defRPr sz="1500" b="0">
                <a:solidFill>
                  <a:srgbClr val="1674D1"/>
                </a:solidFill>
                <a:latin typeface="DejaVu Sans"/>
                <a:ea typeface="DejaVu Sans"/>
                <a:cs typeface="DejaVu Sans"/>
              </a:defRPr>
            </a:lvl9pPr>
          </a:lstStyle>
          <a:p xmlns:a="http://schemas.openxmlformats.org/drawingml/2006/main">
            <a:pPr algn="ctr">
              <a:defRPr sz="1500" b="0">
                <a:solidFill>
                  <a:srgbClr val="1674D1"/>
                </a:solidFill>
                <a:latin typeface="DejaVu Sans"/>
                <a:ea typeface="DejaVu Sans"/>
                <a:cs typeface="DejaVu Sans"/>
              </a:defRPr>
            </a:pPr>
            <a:r>
              <a:rPr sz="1500" b="0">
                <a:solidFill>
                  <a:srgbClr val="1674D1"/>
                </a:solidFill>
                <a:latin typeface="DejaVu Sans"/>
                <a:ea typeface="DejaVu Sans"/>
                <a:cs typeface="DejaVu Sans"/>
              </a:rPr>
              <a:t>0.2</a:t>
            </a:r>
          </a:p>
        </p:txBody>
      </p:sp>
      <p:sp>
        <p:nvSpPr>
          <p:cNvPr id="28" name="label-382">
            <a:extLst xmlns:a="http://schemas.openxmlformats.org/drawingml/2006/main">
              <a:ext uri="{FF2B5EF4-FFF2-40B4-BE49-F238E27FC236}">
                <a16:creationId xmlns:a16="http://schemas.microsoft.com/office/drawing/2014/main" id="{F2DBFF31-CA06-418F-9248-688A98DCFF6D}"/>
              </a:ext>
            </a:extLst>
          </p:cNvPr>
          <p:cNvSpPr>
            <a:spLocks xmlns:a="http://schemas.openxmlformats.org/drawingml/2006/main" noGrp="1"/>
          </p:cNvSpPr>
          <p:nvPr/>
        </p:nvSpPr>
        <p:spPr>
          <a:xfrm xmlns:a="http://schemas.openxmlformats.org/drawingml/2006/main">
            <a:off x="533400" y="4076700"/>
            <a:ext cx="3238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16253B"/>
                </a:solidFill>
                <a:latin typeface="DejaVu Sans"/>
                <a:ea typeface="DejaVu Sans"/>
                <a:cs typeface="DejaVu Sans"/>
              </a:defRPr>
            </a:defPPr>
            <a:lvl1pPr algn="l">
              <a:defRPr sz="1650" b="0">
                <a:solidFill>
                  <a:srgbClr val="16253B"/>
                </a:solidFill>
                <a:latin typeface="DejaVu Sans"/>
                <a:ea typeface="DejaVu Sans"/>
                <a:cs typeface="DejaVu Sans"/>
              </a:defRPr>
            </a:lvl1pPr>
            <a:lvl2pPr algn="l">
              <a:defRPr sz="1650" b="0">
                <a:solidFill>
                  <a:srgbClr val="16253B"/>
                </a:solidFill>
                <a:latin typeface="DejaVu Sans"/>
                <a:ea typeface="DejaVu Sans"/>
                <a:cs typeface="DejaVu Sans"/>
              </a:defRPr>
            </a:lvl2pPr>
            <a:lvl3pPr algn="l">
              <a:defRPr sz="1650" b="0">
                <a:solidFill>
                  <a:srgbClr val="16253B"/>
                </a:solidFill>
                <a:latin typeface="DejaVu Sans"/>
                <a:ea typeface="DejaVu Sans"/>
                <a:cs typeface="DejaVu Sans"/>
              </a:defRPr>
            </a:lvl3pPr>
            <a:lvl4pPr algn="l">
              <a:defRPr sz="1650" b="0">
                <a:solidFill>
                  <a:srgbClr val="16253B"/>
                </a:solidFill>
                <a:latin typeface="DejaVu Sans"/>
                <a:ea typeface="DejaVu Sans"/>
                <a:cs typeface="DejaVu Sans"/>
              </a:defRPr>
            </a:lvl4pPr>
            <a:lvl5pPr algn="l">
              <a:defRPr sz="1650" b="0">
                <a:solidFill>
                  <a:srgbClr val="16253B"/>
                </a:solidFill>
                <a:latin typeface="DejaVu Sans"/>
                <a:ea typeface="DejaVu Sans"/>
                <a:cs typeface="DejaVu Sans"/>
              </a:defRPr>
            </a:lvl5pPr>
            <a:lvl6pPr algn="l">
              <a:defRPr sz="1650" b="0">
                <a:solidFill>
                  <a:srgbClr val="16253B"/>
                </a:solidFill>
                <a:latin typeface="DejaVu Sans"/>
                <a:ea typeface="DejaVu Sans"/>
                <a:cs typeface="DejaVu Sans"/>
              </a:defRPr>
            </a:lvl6pPr>
            <a:lvl7pPr algn="l">
              <a:defRPr sz="1650" b="0">
                <a:solidFill>
                  <a:srgbClr val="16253B"/>
                </a:solidFill>
                <a:latin typeface="DejaVu Sans"/>
                <a:ea typeface="DejaVu Sans"/>
                <a:cs typeface="DejaVu Sans"/>
              </a:defRPr>
            </a:lvl7pPr>
            <a:lvl8pPr algn="l">
              <a:defRPr sz="1650" b="0">
                <a:solidFill>
                  <a:srgbClr val="16253B"/>
                </a:solidFill>
                <a:latin typeface="DejaVu Sans"/>
                <a:ea typeface="DejaVu Sans"/>
                <a:cs typeface="DejaVu Sans"/>
              </a:defRPr>
            </a:lvl8pPr>
            <a:lvl9pPr algn="l">
              <a:defRPr sz="1650" b="0">
                <a:solidFill>
                  <a:srgbClr val="16253B"/>
                </a:solidFill>
                <a:latin typeface="DejaVu Sans"/>
                <a:ea typeface="DejaVu Sans"/>
                <a:cs typeface="DejaVu Sans"/>
              </a:defRPr>
            </a:lvl9pPr>
          </a:lstStyle>
          <a:p xmlns:a="http://schemas.openxmlformats.org/drawingml/2006/main">
            <a:pPr algn="l">
              <a:defRPr sz="1650" b="0">
                <a:solidFill>
                  <a:srgbClr val="16253B"/>
                </a:solidFill>
                <a:latin typeface="DejaVu Sans"/>
                <a:ea typeface="DejaVu Sans"/>
                <a:cs typeface="DejaVu Sans"/>
              </a:defRPr>
            </a:pPr>
            <a:r>
              <a:rPr sz="1650" b="0">
                <a:solidFill>
                  <a:srgbClr val="16253B"/>
                </a:solidFill>
                <a:latin typeface="DejaVu Sans"/>
                <a:ea typeface="DejaVu Sans"/>
                <a:cs typeface="DejaVu Sans"/>
              </a:rPr>
              <a:t>Example depth distribution</a:t>
            </a:r>
          </a:p>
        </p:txBody>
      </p:sp>
      <p:sp>
        <p:nvSpPr>
          <p:cNvPr id="29" name="path-383">
            <a:extLst xmlns:a="http://schemas.openxmlformats.org/drawingml/2006/main">
              <a:ext uri="{FF2B5EF4-FFF2-40B4-BE49-F238E27FC236}">
                <a16:creationId xmlns:a16="http://schemas.microsoft.com/office/drawing/2014/main" id="{5CB2F47C-58EC-41F8-B33F-779B1F11BE3D}"/>
              </a:ext>
            </a:extLst>
          </p:cNvPr>
          <p:cNvSpPr>
            <a:spLocks xmlns:a="http://schemas.openxmlformats.org/drawingml/2006/main" noGrp="1"/>
          </p:cNvSpPr>
          <p:nvPr/>
        </p:nvSpPr>
        <p:spPr>
          <a:xfrm xmlns:a="http://schemas.openxmlformats.org/drawingml/2006/main">
            <a:off x="4591050" y="2095500"/>
            <a:ext cx="3219450" cy="1600200"/>
          </a:xfrm>
          <a:custGeom xmlns:a="http://schemas.openxmlformats.org/drawingml/2006/main">
            <a:pathLst>
              <a:path w="3219450" h="1600200">
                <a:moveTo>
                  <a:pt x="0" y="1600200"/>
                </a:moveTo>
                <a:lnTo>
                  <a:pt x="3219450" y="0"/>
                </a:lnTo>
              </a:path>
            </a:pathLst>
          </a:custGeom>
          <a:noFill xmlns:a="http://schemas.openxmlformats.org/drawingml/2006/main"/>
          <a:ln xmlns:a="http://schemas.openxmlformats.org/drawingml/2006/main" w="14288">
            <a:solidFill>
              <a:srgbClr val="A9C8E9"/>
            </a:solidFill>
            <a:prstDash val="solid"/>
          </a:ln>
        </p:spPr>
      </p:sp>
      <p:sp>
        <p:nvSpPr>
          <p:cNvPr id="30" name="path-384">
            <a:extLst xmlns:a="http://schemas.openxmlformats.org/drawingml/2006/main">
              <a:ext uri="{FF2B5EF4-FFF2-40B4-BE49-F238E27FC236}">
                <a16:creationId xmlns:a16="http://schemas.microsoft.com/office/drawing/2014/main" id="{B943F4B8-CE6D-4F8C-97FC-64054CC3845B}"/>
              </a:ext>
            </a:extLst>
          </p:cNvPr>
          <p:cNvSpPr>
            <a:spLocks xmlns:a="http://schemas.openxmlformats.org/drawingml/2006/main" noGrp="1"/>
          </p:cNvSpPr>
          <p:nvPr/>
        </p:nvSpPr>
        <p:spPr>
          <a:xfrm xmlns:a="http://schemas.openxmlformats.org/drawingml/2006/main">
            <a:off x="4591050" y="3143250"/>
            <a:ext cx="3219450" cy="552450"/>
          </a:xfrm>
          <a:custGeom xmlns:a="http://schemas.openxmlformats.org/drawingml/2006/main">
            <a:pathLst>
              <a:path w="3219450" h="552450">
                <a:moveTo>
                  <a:pt x="0" y="552450"/>
                </a:moveTo>
                <a:lnTo>
                  <a:pt x="3219450" y="0"/>
                </a:lnTo>
              </a:path>
            </a:pathLst>
          </a:custGeom>
          <a:noFill xmlns:a="http://schemas.openxmlformats.org/drawingml/2006/main"/>
          <a:ln xmlns:a="http://schemas.openxmlformats.org/drawingml/2006/main" w="14288">
            <a:solidFill>
              <a:srgbClr val="A9C8E9"/>
            </a:solidFill>
            <a:prstDash val="solid"/>
          </a:ln>
        </p:spPr>
      </p:sp>
      <p:sp>
        <p:nvSpPr>
          <p:cNvPr id="31" name="path-385">
            <a:extLst xmlns:a="http://schemas.openxmlformats.org/drawingml/2006/main">
              <a:ext uri="{FF2B5EF4-FFF2-40B4-BE49-F238E27FC236}">
                <a16:creationId xmlns:a16="http://schemas.microsoft.com/office/drawing/2014/main" id="{57704EE7-756C-4395-8A3F-45A8091C2B3C}"/>
              </a:ext>
            </a:extLst>
          </p:cNvPr>
          <p:cNvSpPr>
            <a:spLocks xmlns:a="http://schemas.openxmlformats.org/drawingml/2006/main" noGrp="1"/>
          </p:cNvSpPr>
          <p:nvPr/>
        </p:nvSpPr>
        <p:spPr>
          <a:xfrm xmlns:a="http://schemas.openxmlformats.org/drawingml/2006/main">
            <a:off x="4591050" y="3695700"/>
            <a:ext cx="3219450" cy="609600"/>
          </a:xfrm>
          <a:custGeom xmlns:a="http://schemas.openxmlformats.org/drawingml/2006/main">
            <a:pathLst>
              <a:path w="3219450" h="609600">
                <a:moveTo>
                  <a:pt x="0" y="0"/>
                </a:moveTo>
                <a:lnTo>
                  <a:pt x="3219450" y="609600"/>
                </a:lnTo>
              </a:path>
            </a:pathLst>
          </a:custGeom>
          <a:noFill xmlns:a="http://schemas.openxmlformats.org/drawingml/2006/main"/>
          <a:ln xmlns:a="http://schemas.openxmlformats.org/drawingml/2006/main" w="14288">
            <a:solidFill>
              <a:srgbClr val="A9C8E9"/>
            </a:solidFill>
            <a:prstDash val="solid"/>
          </a:ln>
        </p:spPr>
      </p:sp>
      <p:sp>
        <p:nvSpPr>
          <p:cNvPr id="32" name="path-386">
            <a:extLst xmlns:a="http://schemas.openxmlformats.org/drawingml/2006/main">
              <a:ext uri="{FF2B5EF4-FFF2-40B4-BE49-F238E27FC236}">
                <a16:creationId xmlns:a16="http://schemas.microsoft.com/office/drawing/2014/main" id="{131BCB11-2DE7-4B1A-9E73-4C2FB43465B1}"/>
              </a:ext>
            </a:extLst>
          </p:cNvPr>
          <p:cNvSpPr>
            <a:spLocks xmlns:a="http://schemas.openxmlformats.org/drawingml/2006/main" noGrp="1"/>
          </p:cNvSpPr>
          <p:nvPr/>
        </p:nvSpPr>
        <p:spPr>
          <a:xfrm xmlns:a="http://schemas.openxmlformats.org/drawingml/2006/main">
            <a:off x="7810500" y="2095500"/>
            <a:ext cx="953" cy="2209800"/>
          </a:xfrm>
          <a:custGeom xmlns:a="http://schemas.openxmlformats.org/drawingml/2006/main">
            <a:pathLst>
              <a:path w="953" h="2209800">
                <a:moveTo>
                  <a:pt x="0" y="0"/>
                </a:moveTo>
                <a:lnTo>
                  <a:pt x="0" y="1047750"/>
                </a:lnTo>
                <a:lnTo>
                  <a:pt x="0" y="2209800"/>
                </a:lnTo>
              </a:path>
            </a:pathLst>
          </a:custGeom>
          <a:noFill xmlns:a="http://schemas.openxmlformats.org/drawingml/2006/main"/>
          <a:ln xmlns:a="http://schemas.openxmlformats.org/drawingml/2006/main" w="14288">
            <a:solidFill>
              <a:srgbClr val="A9C8E9"/>
            </a:solidFill>
            <a:prstDash val="solid"/>
          </a:ln>
        </p:spPr>
      </p:sp>
      <p:sp>
        <p:nvSpPr>
          <p:cNvPr id="33" name="shape-387">
            <a:extLst xmlns:a="http://schemas.openxmlformats.org/drawingml/2006/main">
              <a:ext uri="{FF2B5EF4-FFF2-40B4-BE49-F238E27FC236}">
                <a16:creationId xmlns:a16="http://schemas.microsoft.com/office/drawing/2014/main" id="{F2A9C934-43F7-452F-8BAD-35D4690D9A73}"/>
              </a:ext>
            </a:extLst>
          </p:cNvPr>
          <p:cNvSpPr>
            <a:spLocks xmlns:a="http://schemas.openxmlformats.org/drawingml/2006/main" noGrp="1"/>
          </p:cNvSpPr>
          <p:nvPr/>
        </p:nvSpPr>
        <p:spPr>
          <a:xfrm xmlns:a="http://schemas.openxmlformats.org/drawingml/2006/main" rot="0">
            <a:off x="5319713" y="3481388"/>
            <a:ext cx="152400" cy="152400"/>
          </a:xfrm>
          <a:prstGeom xmlns:a="http://schemas.openxmlformats.org/drawingml/2006/main" prst="ellipse">
            <a:avLst/>
          </a:prstGeom>
          <a:solidFill xmlns:a="http://schemas.openxmlformats.org/drawingml/2006/main">
            <a:srgbClr val="D5E6F7"/>
          </a:solidFill>
          <a:ln xmlns:a="http://schemas.openxmlformats.org/drawingml/2006/main" w="9525">
            <a:solidFill>
              <a:srgbClr val="1674D1"/>
            </a:solidFill>
            <a:prstDash val="solid"/>
          </a:ln>
        </p:spPr>
      </p:sp>
      <p:sp>
        <p:nvSpPr>
          <p:cNvPr id="34" name="label-388">
            <a:extLst xmlns:a="http://schemas.openxmlformats.org/drawingml/2006/main">
              <a:ext uri="{FF2B5EF4-FFF2-40B4-BE49-F238E27FC236}">
                <a16:creationId xmlns:a16="http://schemas.microsoft.com/office/drawing/2014/main" id="{2DF17126-2BB4-4D27-B1AA-A3056DE3BE1D}"/>
              </a:ext>
            </a:extLst>
          </p:cNvPr>
          <p:cNvSpPr>
            <a:spLocks xmlns:a="http://schemas.openxmlformats.org/drawingml/2006/main" noGrp="1"/>
          </p:cNvSpPr>
          <p:nvPr/>
        </p:nvSpPr>
        <p:spPr>
          <a:xfrm xmlns:a="http://schemas.openxmlformats.org/drawingml/2006/main">
            <a:off x="5091113" y="3805238"/>
            <a:ext cx="85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1674D1"/>
                </a:solidFill>
                <a:latin typeface="DejaVu Sans"/>
                <a:ea typeface="DejaVu Sans"/>
                <a:cs typeface="DejaVu Sans"/>
              </a:defRPr>
            </a:defPPr>
            <a:lvl1pPr algn="ctr">
              <a:defRPr sz="1500" b="0">
                <a:solidFill>
                  <a:srgbClr val="1674D1"/>
                </a:solidFill>
                <a:latin typeface="DejaVu Sans"/>
                <a:ea typeface="DejaVu Sans"/>
                <a:cs typeface="DejaVu Sans"/>
              </a:defRPr>
            </a:lvl1pPr>
            <a:lvl2pPr algn="ctr">
              <a:defRPr sz="1500" b="0">
                <a:solidFill>
                  <a:srgbClr val="1674D1"/>
                </a:solidFill>
                <a:latin typeface="DejaVu Sans"/>
                <a:ea typeface="DejaVu Sans"/>
                <a:cs typeface="DejaVu Sans"/>
              </a:defRPr>
            </a:lvl2pPr>
            <a:lvl3pPr algn="ctr">
              <a:defRPr sz="1500" b="0">
                <a:solidFill>
                  <a:srgbClr val="1674D1"/>
                </a:solidFill>
                <a:latin typeface="DejaVu Sans"/>
                <a:ea typeface="DejaVu Sans"/>
                <a:cs typeface="DejaVu Sans"/>
              </a:defRPr>
            </a:lvl3pPr>
            <a:lvl4pPr algn="ctr">
              <a:defRPr sz="1500" b="0">
                <a:solidFill>
                  <a:srgbClr val="1674D1"/>
                </a:solidFill>
                <a:latin typeface="DejaVu Sans"/>
                <a:ea typeface="DejaVu Sans"/>
                <a:cs typeface="DejaVu Sans"/>
              </a:defRPr>
            </a:lvl4pPr>
            <a:lvl5pPr algn="ctr">
              <a:defRPr sz="1500" b="0">
                <a:solidFill>
                  <a:srgbClr val="1674D1"/>
                </a:solidFill>
                <a:latin typeface="DejaVu Sans"/>
                <a:ea typeface="DejaVu Sans"/>
                <a:cs typeface="DejaVu Sans"/>
              </a:defRPr>
            </a:lvl5pPr>
            <a:lvl6pPr algn="ctr">
              <a:defRPr sz="1500" b="0">
                <a:solidFill>
                  <a:srgbClr val="1674D1"/>
                </a:solidFill>
                <a:latin typeface="DejaVu Sans"/>
                <a:ea typeface="DejaVu Sans"/>
                <a:cs typeface="DejaVu Sans"/>
              </a:defRPr>
            </a:lvl6pPr>
            <a:lvl7pPr algn="ctr">
              <a:defRPr sz="1500" b="0">
                <a:solidFill>
                  <a:srgbClr val="1674D1"/>
                </a:solidFill>
                <a:latin typeface="DejaVu Sans"/>
                <a:ea typeface="DejaVu Sans"/>
                <a:cs typeface="DejaVu Sans"/>
              </a:defRPr>
            </a:lvl7pPr>
            <a:lvl8pPr algn="ctr">
              <a:defRPr sz="1500" b="0">
                <a:solidFill>
                  <a:srgbClr val="1674D1"/>
                </a:solidFill>
                <a:latin typeface="DejaVu Sans"/>
                <a:ea typeface="DejaVu Sans"/>
                <a:cs typeface="DejaVu Sans"/>
              </a:defRPr>
            </a:lvl8pPr>
            <a:lvl9pPr algn="ctr">
              <a:defRPr sz="1500" b="0">
                <a:solidFill>
                  <a:srgbClr val="1674D1"/>
                </a:solidFill>
                <a:latin typeface="DejaVu Sans"/>
                <a:ea typeface="DejaVu Sans"/>
                <a:cs typeface="DejaVu Sans"/>
              </a:defRPr>
            </a:lvl9pPr>
          </a:lstStyle>
          <a:p xmlns:a="http://schemas.openxmlformats.org/drawingml/2006/main">
            <a:pPr algn="ctr">
              <a:defRPr sz="1500" b="0">
                <a:solidFill>
                  <a:srgbClr val="1674D1"/>
                </a:solidFill>
                <a:latin typeface="DejaVu Sans"/>
                <a:ea typeface="DejaVu Sans"/>
                <a:cs typeface="DejaVu Sans"/>
              </a:defRPr>
            </a:pPr>
            <a:r>
              <a:rPr sz="1500" b="0">
                <a:solidFill>
                  <a:srgbClr val="1674D1"/>
                </a:solidFill>
                <a:latin typeface="DejaVu Sans"/>
                <a:ea typeface="DejaVu Sans"/>
                <a:cs typeface="DejaVu Sans"/>
              </a:rPr>
              <a:t>0.1 × f</a:t>
            </a:r>
          </a:p>
        </p:txBody>
      </p:sp>
      <p:sp>
        <p:nvSpPr>
          <p:cNvPr id="35" name="shape-389">
            <a:extLst xmlns:a="http://schemas.openxmlformats.org/drawingml/2006/main">
              <a:ext uri="{FF2B5EF4-FFF2-40B4-BE49-F238E27FC236}">
                <a16:creationId xmlns:a16="http://schemas.microsoft.com/office/drawing/2014/main" id="{A7EA9551-6AFD-466D-B890-D9EF821FDCFA}"/>
              </a:ext>
            </a:extLst>
          </p:cNvPr>
          <p:cNvSpPr>
            <a:spLocks xmlns:a="http://schemas.openxmlformats.org/drawingml/2006/main" noGrp="1"/>
          </p:cNvSpPr>
          <p:nvPr/>
        </p:nvSpPr>
        <p:spPr>
          <a:xfrm xmlns:a="http://schemas.openxmlformats.org/drawingml/2006/main" rot="0">
            <a:off x="5963603" y="3370898"/>
            <a:ext cx="152400" cy="152400"/>
          </a:xfrm>
          <a:prstGeom xmlns:a="http://schemas.openxmlformats.org/drawingml/2006/main" prst="ellipse">
            <a:avLst/>
          </a:prstGeom>
          <a:solidFill xmlns:a="http://schemas.openxmlformats.org/drawingml/2006/main">
            <a:srgbClr val="ABCDEE"/>
          </a:solidFill>
          <a:ln xmlns:a="http://schemas.openxmlformats.org/drawingml/2006/main" w="9525">
            <a:solidFill>
              <a:srgbClr val="1674D1"/>
            </a:solidFill>
            <a:prstDash val="solid"/>
          </a:ln>
        </p:spPr>
      </p:sp>
      <p:sp>
        <p:nvSpPr>
          <p:cNvPr id="36" name="label-390">
            <a:extLst xmlns:a="http://schemas.openxmlformats.org/drawingml/2006/main">
              <a:ext uri="{FF2B5EF4-FFF2-40B4-BE49-F238E27FC236}">
                <a16:creationId xmlns:a16="http://schemas.microsoft.com/office/drawing/2014/main" id="{489A0349-A1A1-415B-821E-8FA46D08AC2A}"/>
              </a:ext>
            </a:extLst>
          </p:cNvPr>
          <p:cNvSpPr>
            <a:spLocks xmlns:a="http://schemas.openxmlformats.org/drawingml/2006/main" noGrp="1"/>
          </p:cNvSpPr>
          <p:nvPr/>
        </p:nvSpPr>
        <p:spPr>
          <a:xfrm xmlns:a="http://schemas.openxmlformats.org/drawingml/2006/main">
            <a:off x="5735003" y="3694748"/>
            <a:ext cx="85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1674D1"/>
                </a:solidFill>
                <a:latin typeface="DejaVu Sans"/>
                <a:ea typeface="DejaVu Sans"/>
                <a:cs typeface="DejaVu Sans"/>
              </a:defRPr>
            </a:defPPr>
            <a:lvl1pPr algn="ctr">
              <a:defRPr sz="1500" b="0">
                <a:solidFill>
                  <a:srgbClr val="1674D1"/>
                </a:solidFill>
                <a:latin typeface="DejaVu Sans"/>
                <a:ea typeface="DejaVu Sans"/>
                <a:cs typeface="DejaVu Sans"/>
              </a:defRPr>
            </a:lvl1pPr>
            <a:lvl2pPr algn="ctr">
              <a:defRPr sz="1500" b="0">
                <a:solidFill>
                  <a:srgbClr val="1674D1"/>
                </a:solidFill>
                <a:latin typeface="DejaVu Sans"/>
                <a:ea typeface="DejaVu Sans"/>
                <a:cs typeface="DejaVu Sans"/>
              </a:defRPr>
            </a:lvl2pPr>
            <a:lvl3pPr algn="ctr">
              <a:defRPr sz="1500" b="0">
                <a:solidFill>
                  <a:srgbClr val="1674D1"/>
                </a:solidFill>
                <a:latin typeface="DejaVu Sans"/>
                <a:ea typeface="DejaVu Sans"/>
                <a:cs typeface="DejaVu Sans"/>
              </a:defRPr>
            </a:lvl3pPr>
            <a:lvl4pPr algn="ctr">
              <a:defRPr sz="1500" b="0">
                <a:solidFill>
                  <a:srgbClr val="1674D1"/>
                </a:solidFill>
                <a:latin typeface="DejaVu Sans"/>
                <a:ea typeface="DejaVu Sans"/>
                <a:cs typeface="DejaVu Sans"/>
              </a:defRPr>
            </a:lvl4pPr>
            <a:lvl5pPr algn="ctr">
              <a:defRPr sz="1500" b="0">
                <a:solidFill>
                  <a:srgbClr val="1674D1"/>
                </a:solidFill>
                <a:latin typeface="DejaVu Sans"/>
                <a:ea typeface="DejaVu Sans"/>
                <a:cs typeface="DejaVu Sans"/>
              </a:defRPr>
            </a:lvl5pPr>
            <a:lvl6pPr algn="ctr">
              <a:defRPr sz="1500" b="0">
                <a:solidFill>
                  <a:srgbClr val="1674D1"/>
                </a:solidFill>
                <a:latin typeface="DejaVu Sans"/>
                <a:ea typeface="DejaVu Sans"/>
                <a:cs typeface="DejaVu Sans"/>
              </a:defRPr>
            </a:lvl6pPr>
            <a:lvl7pPr algn="ctr">
              <a:defRPr sz="1500" b="0">
                <a:solidFill>
                  <a:srgbClr val="1674D1"/>
                </a:solidFill>
                <a:latin typeface="DejaVu Sans"/>
                <a:ea typeface="DejaVu Sans"/>
                <a:cs typeface="DejaVu Sans"/>
              </a:defRPr>
            </a:lvl7pPr>
            <a:lvl8pPr algn="ctr">
              <a:defRPr sz="1500" b="0">
                <a:solidFill>
                  <a:srgbClr val="1674D1"/>
                </a:solidFill>
                <a:latin typeface="DejaVu Sans"/>
                <a:ea typeface="DejaVu Sans"/>
                <a:cs typeface="DejaVu Sans"/>
              </a:defRPr>
            </a:lvl8pPr>
            <a:lvl9pPr algn="ctr">
              <a:defRPr sz="1500" b="0">
                <a:solidFill>
                  <a:srgbClr val="1674D1"/>
                </a:solidFill>
                <a:latin typeface="DejaVu Sans"/>
                <a:ea typeface="DejaVu Sans"/>
                <a:cs typeface="DejaVu Sans"/>
              </a:defRPr>
            </a:lvl9pPr>
          </a:lstStyle>
          <a:p xmlns:a="http://schemas.openxmlformats.org/drawingml/2006/main">
            <a:pPr algn="ctr">
              <a:defRPr sz="1500" b="0">
                <a:solidFill>
                  <a:srgbClr val="1674D1"/>
                </a:solidFill>
                <a:latin typeface="DejaVu Sans"/>
                <a:ea typeface="DejaVu Sans"/>
                <a:cs typeface="DejaVu Sans"/>
              </a:defRPr>
            </a:pPr>
            <a:r>
              <a:rPr sz="1500" b="0">
                <a:solidFill>
                  <a:srgbClr val="1674D1"/>
                </a:solidFill>
                <a:latin typeface="DejaVu Sans"/>
                <a:ea typeface="DejaVu Sans"/>
                <a:cs typeface="DejaVu Sans"/>
              </a:rPr>
              <a:t>0.2 × f</a:t>
            </a:r>
          </a:p>
        </p:txBody>
      </p:sp>
      <p:sp>
        <p:nvSpPr>
          <p:cNvPr id="37" name="shape-391">
            <a:extLst xmlns:a="http://schemas.openxmlformats.org/drawingml/2006/main">
              <a:ext uri="{FF2B5EF4-FFF2-40B4-BE49-F238E27FC236}">
                <a16:creationId xmlns:a16="http://schemas.microsoft.com/office/drawing/2014/main" id="{1EF8C2B9-05E0-41CE-BDDF-7C0F3B04183A}"/>
              </a:ext>
            </a:extLst>
          </p:cNvPr>
          <p:cNvSpPr>
            <a:spLocks xmlns:a="http://schemas.openxmlformats.org/drawingml/2006/main" noGrp="1"/>
          </p:cNvSpPr>
          <p:nvPr/>
        </p:nvSpPr>
        <p:spPr>
          <a:xfrm xmlns:a="http://schemas.openxmlformats.org/drawingml/2006/main" rot="0">
            <a:off x="6607493" y="3260408"/>
            <a:ext cx="152400" cy="152400"/>
          </a:xfrm>
          <a:prstGeom xmlns:a="http://schemas.openxmlformats.org/drawingml/2006/main" prst="ellipse">
            <a:avLst/>
          </a:prstGeom>
          <a:solidFill xmlns:a="http://schemas.openxmlformats.org/drawingml/2006/main">
            <a:srgbClr val="2D82D6"/>
          </a:solidFill>
          <a:ln xmlns:a="http://schemas.openxmlformats.org/drawingml/2006/main" w="9525">
            <a:solidFill>
              <a:srgbClr val="1674D1"/>
            </a:solidFill>
            <a:prstDash val="solid"/>
          </a:ln>
        </p:spPr>
      </p:sp>
      <p:sp>
        <p:nvSpPr>
          <p:cNvPr id="38" name="label-392">
            <a:extLst xmlns:a="http://schemas.openxmlformats.org/drawingml/2006/main">
              <a:ext uri="{FF2B5EF4-FFF2-40B4-BE49-F238E27FC236}">
                <a16:creationId xmlns:a16="http://schemas.microsoft.com/office/drawing/2014/main" id="{6716F8BC-17FD-485C-B665-9A671A8C3E22}"/>
              </a:ext>
            </a:extLst>
          </p:cNvPr>
          <p:cNvSpPr>
            <a:spLocks xmlns:a="http://schemas.openxmlformats.org/drawingml/2006/main" noGrp="1"/>
          </p:cNvSpPr>
          <p:nvPr/>
        </p:nvSpPr>
        <p:spPr>
          <a:xfrm xmlns:a="http://schemas.openxmlformats.org/drawingml/2006/main">
            <a:off x="6378893" y="3584258"/>
            <a:ext cx="85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1674D1"/>
                </a:solidFill>
                <a:latin typeface="DejaVu Sans"/>
                <a:ea typeface="DejaVu Sans"/>
                <a:cs typeface="DejaVu Sans"/>
              </a:defRPr>
            </a:defPPr>
            <a:lvl1pPr algn="ctr">
              <a:defRPr sz="1500" b="0">
                <a:solidFill>
                  <a:srgbClr val="1674D1"/>
                </a:solidFill>
                <a:latin typeface="DejaVu Sans"/>
                <a:ea typeface="DejaVu Sans"/>
                <a:cs typeface="DejaVu Sans"/>
              </a:defRPr>
            </a:lvl1pPr>
            <a:lvl2pPr algn="ctr">
              <a:defRPr sz="1500" b="0">
                <a:solidFill>
                  <a:srgbClr val="1674D1"/>
                </a:solidFill>
                <a:latin typeface="DejaVu Sans"/>
                <a:ea typeface="DejaVu Sans"/>
                <a:cs typeface="DejaVu Sans"/>
              </a:defRPr>
            </a:lvl2pPr>
            <a:lvl3pPr algn="ctr">
              <a:defRPr sz="1500" b="0">
                <a:solidFill>
                  <a:srgbClr val="1674D1"/>
                </a:solidFill>
                <a:latin typeface="DejaVu Sans"/>
                <a:ea typeface="DejaVu Sans"/>
                <a:cs typeface="DejaVu Sans"/>
              </a:defRPr>
            </a:lvl3pPr>
            <a:lvl4pPr algn="ctr">
              <a:defRPr sz="1500" b="0">
                <a:solidFill>
                  <a:srgbClr val="1674D1"/>
                </a:solidFill>
                <a:latin typeface="DejaVu Sans"/>
                <a:ea typeface="DejaVu Sans"/>
                <a:cs typeface="DejaVu Sans"/>
              </a:defRPr>
            </a:lvl4pPr>
            <a:lvl5pPr algn="ctr">
              <a:defRPr sz="1500" b="0">
                <a:solidFill>
                  <a:srgbClr val="1674D1"/>
                </a:solidFill>
                <a:latin typeface="DejaVu Sans"/>
                <a:ea typeface="DejaVu Sans"/>
                <a:cs typeface="DejaVu Sans"/>
              </a:defRPr>
            </a:lvl5pPr>
            <a:lvl6pPr algn="ctr">
              <a:defRPr sz="1500" b="0">
                <a:solidFill>
                  <a:srgbClr val="1674D1"/>
                </a:solidFill>
                <a:latin typeface="DejaVu Sans"/>
                <a:ea typeface="DejaVu Sans"/>
                <a:cs typeface="DejaVu Sans"/>
              </a:defRPr>
            </a:lvl6pPr>
            <a:lvl7pPr algn="ctr">
              <a:defRPr sz="1500" b="0">
                <a:solidFill>
                  <a:srgbClr val="1674D1"/>
                </a:solidFill>
                <a:latin typeface="DejaVu Sans"/>
                <a:ea typeface="DejaVu Sans"/>
                <a:cs typeface="DejaVu Sans"/>
              </a:defRPr>
            </a:lvl7pPr>
            <a:lvl8pPr algn="ctr">
              <a:defRPr sz="1500" b="0">
                <a:solidFill>
                  <a:srgbClr val="1674D1"/>
                </a:solidFill>
                <a:latin typeface="DejaVu Sans"/>
                <a:ea typeface="DejaVu Sans"/>
                <a:cs typeface="DejaVu Sans"/>
              </a:defRPr>
            </a:lvl8pPr>
            <a:lvl9pPr algn="ctr">
              <a:defRPr sz="1500" b="0">
                <a:solidFill>
                  <a:srgbClr val="1674D1"/>
                </a:solidFill>
                <a:latin typeface="DejaVu Sans"/>
                <a:ea typeface="DejaVu Sans"/>
                <a:cs typeface="DejaVu Sans"/>
              </a:defRPr>
            </a:lvl9pPr>
          </a:lstStyle>
          <a:p xmlns:a="http://schemas.openxmlformats.org/drawingml/2006/main">
            <a:pPr algn="ctr">
              <a:defRPr sz="1500" b="0">
                <a:solidFill>
                  <a:srgbClr val="1674D1"/>
                </a:solidFill>
                <a:latin typeface="DejaVu Sans"/>
                <a:ea typeface="DejaVu Sans"/>
                <a:cs typeface="DejaVu Sans"/>
              </a:defRPr>
            </a:pPr>
            <a:r>
              <a:rPr sz="1500" b="0">
                <a:solidFill>
                  <a:srgbClr val="1674D1"/>
                </a:solidFill>
                <a:latin typeface="DejaVu Sans"/>
                <a:ea typeface="DejaVu Sans"/>
                <a:cs typeface="DejaVu Sans"/>
              </a:rPr>
              <a:t>0.5 × f</a:t>
            </a:r>
          </a:p>
        </p:txBody>
      </p:sp>
      <p:sp>
        <p:nvSpPr>
          <p:cNvPr id="39" name="shape-393">
            <a:extLst xmlns:a="http://schemas.openxmlformats.org/drawingml/2006/main">
              <a:ext uri="{FF2B5EF4-FFF2-40B4-BE49-F238E27FC236}">
                <a16:creationId xmlns:a16="http://schemas.microsoft.com/office/drawing/2014/main" id="{02D9C206-223B-4CDB-A95D-38A8CA10118C}"/>
              </a:ext>
            </a:extLst>
          </p:cNvPr>
          <p:cNvSpPr>
            <a:spLocks xmlns:a="http://schemas.openxmlformats.org/drawingml/2006/main" noGrp="1"/>
          </p:cNvSpPr>
          <p:nvPr/>
        </p:nvSpPr>
        <p:spPr>
          <a:xfrm xmlns:a="http://schemas.openxmlformats.org/drawingml/2006/main" rot="0">
            <a:off x="7251383" y="3149918"/>
            <a:ext cx="152400" cy="152400"/>
          </a:xfrm>
          <a:prstGeom xmlns:a="http://schemas.openxmlformats.org/drawingml/2006/main" prst="ellipse">
            <a:avLst/>
          </a:prstGeom>
          <a:solidFill xmlns:a="http://schemas.openxmlformats.org/drawingml/2006/main">
            <a:srgbClr val="ABCDEE"/>
          </a:solidFill>
          <a:ln xmlns:a="http://schemas.openxmlformats.org/drawingml/2006/main" w="9525">
            <a:solidFill>
              <a:srgbClr val="1674D1"/>
            </a:solidFill>
            <a:prstDash val="solid"/>
          </a:ln>
        </p:spPr>
      </p:sp>
      <p:sp>
        <p:nvSpPr>
          <p:cNvPr id="40" name="label-394">
            <a:extLst xmlns:a="http://schemas.openxmlformats.org/drawingml/2006/main">
              <a:ext uri="{FF2B5EF4-FFF2-40B4-BE49-F238E27FC236}">
                <a16:creationId xmlns:a16="http://schemas.microsoft.com/office/drawing/2014/main" id="{E837B40F-1428-418F-A7AC-E11F60C1A576}"/>
              </a:ext>
            </a:extLst>
          </p:cNvPr>
          <p:cNvSpPr>
            <a:spLocks xmlns:a="http://schemas.openxmlformats.org/drawingml/2006/main" noGrp="1"/>
          </p:cNvSpPr>
          <p:nvPr/>
        </p:nvSpPr>
        <p:spPr>
          <a:xfrm xmlns:a="http://schemas.openxmlformats.org/drawingml/2006/main">
            <a:off x="7022783" y="3473768"/>
            <a:ext cx="857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1674D1"/>
                </a:solidFill>
                <a:latin typeface="DejaVu Sans"/>
                <a:ea typeface="DejaVu Sans"/>
                <a:cs typeface="DejaVu Sans"/>
              </a:defRPr>
            </a:defPPr>
            <a:lvl1pPr algn="ctr">
              <a:defRPr sz="1500" b="0">
                <a:solidFill>
                  <a:srgbClr val="1674D1"/>
                </a:solidFill>
                <a:latin typeface="DejaVu Sans"/>
                <a:ea typeface="DejaVu Sans"/>
                <a:cs typeface="DejaVu Sans"/>
              </a:defRPr>
            </a:lvl1pPr>
            <a:lvl2pPr algn="ctr">
              <a:defRPr sz="1500" b="0">
                <a:solidFill>
                  <a:srgbClr val="1674D1"/>
                </a:solidFill>
                <a:latin typeface="DejaVu Sans"/>
                <a:ea typeface="DejaVu Sans"/>
                <a:cs typeface="DejaVu Sans"/>
              </a:defRPr>
            </a:lvl2pPr>
            <a:lvl3pPr algn="ctr">
              <a:defRPr sz="1500" b="0">
                <a:solidFill>
                  <a:srgbClr val="1674D1"/>
                </a:solidFill>
                <a:latin typeface="DejaVu Sans"/>
                <a:ea typeface="DejaVu Sans"/>
                <a:cs typeface="DejaVu Sans"/>
              </a:defRPr>
            </a:lvl3pPr>
            <a:lvl4pPr algn="ctr">
              <a:defRPr sz="1500" b="0">
                <a:solidFill>
                  <a:srgbClr val="1674D1"/>
                </a:solidFill>
                <a:latin typeface="DejaVu Sans"/>
                <a:ea typeface="DejaVu Sans"/>
                <a:cs typeface="DejaVu Sans"/>
              </a:defRPr>
            </a:lvl4pPr>
            <a:lvl5pPr algn="ctr">
              <a:defRPr sz="1500" b="0">
                <a:solidFill>
                  <a:srgbClr val="1674D1"/>
                </a:solidFill>
                <a:latin typeface="DejaVu Sans"/>
                <a:ea typeface="DejaVu Sans"/>
                <a:cs typeface="DejaVu Sans"/>
              </a:defRPr>
            </a:lvl5pPr>
            <a:lvl6pPr algn="ctr">
              <a:defRPr sz="1500" b="0">
                <a:solidFill>
                  <a:srgbClr val="1674D1"/>
                </a:solidFill>
                <a:latin typeface="DejaVu Sans"/>
                <a:ea typeface="DejaVu Sans"/>
                <a:cs typeface="DejaVu Sans"/>
              </a:defRPr>
            </a:lvl6pPr>
            <a:lvl7pPr algn="ctr">
              <a:defRPr sz="1500" b="0">
                <a:solidFill>
                  <a:srgbClr val="1674D1"/>
                </a:solidFill>
                <a:latin typeface="DejaVu Sans"/>
                <a:ea typeface="DejaVu Sans"/>
                <a:cs typeface="DejaVu Sans"/>
              </a:defRPr>
            </a:lvl7pPr>
            <a:lvl8pPr algn="ctr">
              <a:defRPr sz="1500" b="0">
                <a:solidFill>
                  <a:srgbClr val="1674D1"/>
                </a:solidFill>
                <a:latin typeface="DejaVu Sans"/>
                <a:ea typeface="DejaVu Sans"/>
                <a:cs typeface="DejaVu Sans"/>
              </a:defRPr>
            </a:lvl8pPr>
            <a:lvl9pPr algn="ctr">
              <a:defRPr sz="1500" b="0">
                <a:solidFill>
                  <a:srgbClr val="1674D1"/>
                </a:solidFill>
                <a:latin typeface="DejaVu Sans"/>
                <a:ea typeface="DejaVu Sans"/>
                <a:cs typeface="DejaVu Sans"/>
              </a:defRPr>
            </a:lvl9pPr>
          </a:lstStyle>
          <a:p xmlns:a="http://schemas.openxmlformats.org/drawingml/2006/main">
            <a:pPr algn="ctr">
              <a:defRPr sz="1500" b="0">
                <a:solidFill>
                  <a:srgbClr val="1674D1"/>
                </a:solidFill>
                <a:latin typeface="DejaVu Sans"/>
                <a:ea typeface="DejaVu Sans"/>
                <a:cs typeface="DejaVu Sans"/>
              </a:defRPr>
            </a:pPr>
            <a:r>
              <a:rPr sz="1500" b="0">
                <a:solidFill>
                  <a:srgbClr val="1674D1"/>
                </a:solidFill>
                <a:latin typeface="DejaVu Sans"/>
                <a:ea typeface="DejaVu Sans"/>
                <a:cs typeface="DejaVu Sans"/>
              </a:rPr>
              <a:t>0.2 × f</a:t>
            </a:r>
          </a:p>
        </p:txBody>
      </p:sp>
      <p:sp>
        <p:nvSpPr>
          <p:cNvPr id="41" name="shape-395">
            <a:extLst xmlns:a="http://schemas.openxmlformats.org/drawingml/2006/main">
              <a:ext uri="{FF2B5EF4-FFF2-40B4-BE49-F238E27FC236}">
                <a16:creationId xmlns:a16="http://schemas.microsoft.com/office/drawing/2014/main" id="{2D4187CD-3350-4015-B415-F02CBC197631}"/>
              </a:ext>
            </a:extLst>
          </p:cNvPr>
          <p:cNvSpPr>
            <a:spLocks xmlns:a="http://schemas.openxmlformats.org/drawingml/2006/main" noGrp="1"/>
          </p:cNvSpPr>
          <p:nvPr/>
        </p:nvSpPr>
        <p:spPr>
          <a:xfrm xmlns:a="http://schemas.openxmlformats.org/drawingml/2006/main" rot="0">
            <a:off x="4467225" y="3571875"/>
            <a:ext cx="247650" cy="247650"/>
          </a:xfrm>
          <a:prstGeom xmlns:a="http://schemas.openxmlformats.org/drawingml/2006/main" prst="ellipse">
            <a:avLst/>
          </a:prstGeom>
          <a:solidFill xmlns:a="http://schemas.openxmlformats.org/drawingml/2006/main">
            <a:srgbClr val="1674D1"/>
          </a:solidFill>
          <a:ln xmlns:a="http://schemas.openxmlformats.org/drawingml/2006/main" w="9525">
            <a:solidFill>
              <a:srgbClr val="1674D1"/>
            </a:solidFill>
            <a:prstDash val="solid"/>
          </a:ln>
        </p:spPr>
      </p:sp>
      <p:sp>
        <p:nvSpPr>
          <p:cNvPr id="42" name="label-396">
            <a:extLst xmlns:a="http://schemas.openxmlformats.org/drawingml/2006/main">
              <a:ext uri="{FF2B5EF4-FFF2-40B4-BE49-F238E27FC236}">
                <a16:creationId xmlns:a16="http://schemas.microsoft.com/office/drawing/2014/main" id="{392A0F1D-B424-417F-94BD-B01BB3576BAF}"/>
              </a:ext>
            </a:extLst>
          </p:cNvPr>
          <p:cNvSpPr>
            <a:spLocks xmlns:a="http://schemas.openxmlformats.org/drawingml/2006/main" noGrp="1"/>
          </p:cNvSpPr>
          <p:nvPr/>
        </p:nvSpPr>
        <p:spPr>
          <a:xfrm xmlns:a="http://schemas.openxmlformats.org/drawingml/2006/main">
            <a:off x="4219575" y="4048125"/>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1674D1"/>
                </a:solidFill>
                <a:latin typeface="DejaVu Sans"/>
                <a:ea typeface="DejaVu Sans"/>
                <a:cs typeface="DejaVu Sans"/>
              </a:defRPr>
            </a:defPPr>
            <a:lvl1pPr algn="l">
              <a:defRPr sz="1575" b="0">
                <a:solidFill>
                  <a:srgbClr val="1674D1"/>
                </a:solidFill>
                <a:latin typeface="DejaVu Sans"/>
                <a:ea typeface="DejaVu Sans"/>
                <a:cs typeface="DejaVu Sans"/>
              </a:defRPr>
            </a:lvl1pPr>
            <a:lvl2pPr algn="l">
              <a:defRPr sz="1575" b="0">
                <a:solidFill>
                  <a:srgbClr val="1674D1"/>
                </a:solidFill>
                <a:latin typeface="DejaVu Sans"/>
                <a:ea typeface="DejaVu Sans"/>
                <a:cs typeface="DejaVu Sans"/>
              </a:defRPr>
            </a:lvl2pPr>
            <a:lvl3pPr algn="l">
              <a:defRPr sz="1575" b="0">
                <a:solidFill>
                  <a:srgbClr val="1674D1"/>
                </a:solidFill>
                <a:latin typeface="DejaVu Sans"/>
                <a:ea typeface="DejaVu Sans"/>
                <a:cs typeface="DejaVu Sans"/>
              </a:defRPr>
            </a:lvl3pPr>
            <a:lvl4pPr algn="l">
              <a:defRPr sz="1575" b="0">
                <a:solidFill>
                  <a:srgbClr val="1674D1"/>
                </a:solidFill>
                <a:latin typeface="DejaVu Sans"/>
                <a:ea typeface="DejaVu Sans"/>
                <a:cs typeface="DejaVu Sans"/>
              </a:defRPr>
            </a:lvl4pPr>
            <a:lvl5pPr algn="l">
              <a:defRPr sz="1575" b="0">
                <a:solidFill>
                  <a:srgbClr val="1674D1"/>
                </a:solidFill>
                <a:latin typeface="DejaVu Sans"/>
                <a:ea typeface="DejaVu Sans"/>
                <a:cs typeface="DejaVu Sans"/>
              </a:defRPr>
            </a:lvl5pPr>
            <a:lvl6pPr algn="l">
              <a:defRPr sz="1575" b="0">
                <a:solidFill>
                  <a:srgbClr val="1674D1"/>
                </a:solidFill>
                <a:latin typeface="DejaVu Sans"/>
                <a:ea typeface="DejaVu Sans"/>
                <a:cs typeface="DejaVu Sans"/>
              </a:defRPr>
            </a:lvl6pPr>
            <a:lvl7pPr algn="l">
              <a:defRPr sz="1575" b="0">
                <a:solidFill>
                  <a:srgbClr val="1674D1"/>
                </a:solidFill>
                <a:latin typeface="DejaVu Sans"/>
                <a:ea typeface="DejaVu Sans"/>
                <a:cs typeface="DejaVu Sans"/>
              </a:defRPr>
            </a:lvl7pPr>
            <a:lvl8pPr algn="l">
              <a:defRPr sz="1575" b="0">
                <a:solidFill>
                  <a:srgbClr val="1674D1"/>
                </a:solidFill>
                <a:latin typeface="DejaVu Sans"/>
                <a:ea typeface="DejaVu Sans"/>
                <a:cs typeface="DejaVu Sans"/>
              </a:defRPr>
            </a:lvl8pPr>
            <a:lvl9pPr algn="l">
              <a:defRPr sz="1575" b="0">
                <a:solidFill>
                  <a:srgbClr val="1674D1"/>
                </a:solidFill>
                <a:latin typeface="DejaVu Sans"/>
                <a:ea typeface="DejaVu Sans"/>
                <a:cs typeface="DejaVu Sans"/>
              </a:defRPr>
            </a:lvl9pPr>
          </a:lstStyle>
          <a:p xmlns:a="http://schemas.openxmlformats.org/drawingml/2006/main">
            <a:pPr algn="l">
              <a:defRPr sz="1575" b="0">
                <a:solidFill>
                  <a:srgbClr val="1674D1"/>
                </a:solidFill>
                <a:latin typeface="DejaVu Sans"/>
                <a:ea typeface="DejaVu Sans"/>
                <a:cs typeface="DejaVu Sans"/>
              </a:defRPr>
            </a:pPr>
            <a:r>
              <a:rPr sz="1575" b="0">
                <a:solidFill>
                  <a:srgbClr val="1674D1"/>
                </a:solidFill>
                <a:latin typeface="DejaVu Sans"/>
                <a:ea typeface="DejaVu Sans"/>
                <a:cs typeface="DejaVu Sans"/>
              </a:rPr>
              <a:t>camera</a:t>
            </a:r>
          </a:p>
        </p:txBody>
      </p:sp>
      <p:sp>
        <p:nvSpPr>
          <p:cNvPr id="43" name="path-397">
            <a:extLst xmlns:a="http://schemas.openxmlformats.org/drawingml/2006/main">
              <a:ext uri="{FF2B5EF4-FFF2-40B4-BE49-F238E27FC236}">
                <a16:creationId xmlns:a16="http://schemas.microsoft.com/office/drawing/2014/main" id="{5FBC2579-B1FA-43A5-9C18-6ADB782A66FF}"/>
              </a:ext>
            </a:extLst>
          </p:cNvPr>
          <p:cNvSpPr>
            <a:spLocks xmlns:a="http://schemas.openxmlformats.org/drawingml/2006/main" noGrp="1"/>
          </p:cNvSpPr>
          <p:nvPr/>
        </p:nvSpPr>
        <p:spPr>
          <a:xfrm xmlns:a="http://schemas.openxmlformats.org/drawingml/2006/main">
            <a:off x="3019425" y="2828925"/>
            <a:ext cx="1438275" cy="866775"/>
          </a:xfrm>
          <a:custGeom xmlns:a="http://schemas.openxmlformats.org/drawingml/2006/main">
            <a:pathLst>
              <a:path w="1438275" h="866775">
                <a:moveTo>
                  <a:pt x="0" y="0"/>
                </a:moveTo>
                <a:lnTo>
                  <a:pt x="819150" y="0"/>
                </a:lnTo>
                <a:lnTo>
                  <a:pt x="819150" y="866775"/>
                </a:lnTo>
                <a:lnTo>
                  <a:pt x="1438275" y="866775"/>
                </a:lnTo>
              </a:path>
            </a:pathLst>
          </a:custGeom>
          <a:noFill xmlns:a="http://schemas.openxmlformats.org/drawingml/2006/main"/>
          <a:ln xmlns:a="http://schemas.openxmlformats.org/drawingml/2006/main" w="22860">
            <a:solidFill>
              <a:srgbClr val="1674D1"/>
            </a:solidFill>
            <a:prstDash val="solid"/>
          </a:ln>
        </p:spPr>
      </p:sp>
      <p:sp>
        <p:nvSpPr>
          <p:cNvPr id="44" name="path-398">
            <a:extLst xmlns:a="http://schemas.openxmlformats.org/drawingml/2006/main">
              <a:ext uri="{FF2B5EF4-FFF2-40B4-BE49-F238E27FC236}">
                <a16:creationId xmlns:a16="http://schemas.microsoft.com/office/drawing/2014/main" id="{E99218EE-F89F-437F-8372-023D134F9AF8}"/>
              </a:ext>
            </a:extLst>
          </p:cNvPr>
          <p:cNvSpPr>
            <a:spLocks xmlns:a="http://schemas.openxmlformats.org/drawingml/2006/main" noGrp="1"/>
          </p:cNvSpPr>
          <p:nvPr/>
        </p:nvSpPr>
        <p:spPr>
          <a:xfrm xmlns:a="http://schemas.openxmlformats.org/drawingml/2006/main">
            <a:off x="4362450" y="3651885"/>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1674D1"/>
          </a:solidFill>
          <a:ln xmlns:a="http://schemas.openxmlformats.org/drawingml/2006/main" w="0">
            <a:solidFill>
              <a:srgbClr val="1674D1"/>
            </a:solidFill>
            <a:prstDash val="solid"/>
          </a:ln>
        </p:spPr>
      </p:sp>
      <p:sp>
        <p:nvSpPr>
          <p:cNvPr id="45" name="shape-399">
            <a:extLst xmlns:a="http://schemas.openxmlformats.org/drawingml/2006/main">
              <a:ext uri="{FF2B5EF4-FFF2-40B4-BE49-F238E27FC236}">
                <a16:creationId xmlns:a16="http://schemas.microsoft.com/office/drawing/2014/main" id="{8A3405AA-245D-45CD-ACAF-1028F265859F}"/>
              </a:ext>
            </a:extLst>
          </p:cNvPr>
          <p:cNvSpPr>
            <a:spLocks xmlns:a="http://schemas.openxmlformats.org/drawingml/2006/main" noGrp="1"/>
          </p:cNvSpPr>
          <p:nvPr/>
        </p:nvSpPr>
        <p:spPr>
          <a:xfrm xmlns:a="http://schemas.openxmlformats.org/drawingml/2006/main" rot="0">
            <a:off x="9163050" y="2581275"/>
            <a:ext cx="2200275" cy="2200275"/>
          </a:xfrm>
          <a:prstGeom xmlns:a="http://schemas.openxmlformats.org/drawingml/2006/main" prst="rect">
            <a:avLst/>
          </a:prstGeom>
          <a:solidFill xmlns:a="http://schemas.openxmlformats.org/drawingml/2006/main">
            <a:srgbClr val="FFFFFF"/>
          </a:solidFill>
          <a:ln xmlns:a="http://schemas.openxmlformats.org/drawingml/2006/main" w="11430">
            <a:solidFill>
              <a:srgbClr val="CFD7E2"/>
            </a:solidFill>
            <a:prstDash val="solid"/>
          </a:ln>
        </p:spPr>
      </p:sp>
      <p:sp>
        <p:nvSpPr>
          <p:cNvPr id="46" name="path-400">
            <a:extLst xmlns:a="http://schemas.openxmlformats.org/drawingml/2006/main">
              <a:ext uri="{FF2B5EF4-FFF2-40B4-BE49-F238E27FC236}">
                <a16:creationId xmlns:a16="http://schemas.microsoft.com/office/drawing/2014/main" id="{BA9F7B08-887B-4E13-AB09-A5F1B37DEEE1}"/>
              </a:ext>
            </a:extLst>
          </p:cNvPr>
          <p:cNvSpPr>
            <a:spLocks xmlns:a="http://schemas.openxmlformats.org/drawingml/2006/main" noGrp="1"/>
          </p:cNvSpPr>
          <p:nvPr/>
        </p:nvSpPr>
        <p:spPr>
          <a:xfrm xmlns:a="http://schemas.openxmlformats.org/drawingml/2006/main">
            <a:off x="9477375" y="2581275"/>
            <a:ext cx="953" cy="2200275"/>
          </a:xfrm>
          <a:custGeom xmlns:a="http://schemas.openxmlformats.org/drawingml/2006/main">
            <a:pathLst>
              <a:path w="953" h="2200275">
                <a:moveTo>
                  <a:pt x="0" y="0"/>
                </a:moveTo>
                <a:lnTo>
                  <a:pt x="0" y="2200275"/>
                </a:lnTo>
              </a:path>
            </a:pathLst>
          </a:custGeom>
          <a:noFill xmlns:a="http://schemas.openxmlformats.org/drawingml/2006/main"/>
          <a:ln xmlns:a="http://schemas.openxmlformats.org/drawingml/2006/main" w="7620">
            <a:solidFill>
              <a:srgbClr val="CFD7E2"/>
            </a:solidFill>
            <a:prstDash val="solid"/>
          </a:ln>
        </p:spPr>
      </p:sp>
      <p:sp>
        <p:nvSpPr>
          <p:cNvPr id="47" name="path-401">
            <a:extLst xmlns:a="http://schemas.openxmlformats.org/drawingml/2006/main">
              <a:ext uri="{FF2B5EF4-FFF2-40B4-BE49-F238E27FC236}">
                <a16:creationId xmlns:a16="http://schemas.microsoft.com/office/drawing/2014/main" id="{4283C007-6C82-49C9-B9DE-F5A22F0674A2}"/>
              </a:ext>
            </a:extLst>
          </p:cNvPr>
          <p:cNvSpPr>
            <a:spLocks xmlns:a="http://schemas.openxmlformats.org/drawingml/2006/main" noGrp="1"/>
          </p:cNvSpPr>
          <p:nvPr/>
        </p:nvSpPr>
        <p:spPr>
          <a:xfrm xmlns:a="http://schemas.openxmlformats.org/drawingml/2006/main">
            <a:off x="9791700" y="2581275"/>
            <a:ext cx="953" cy="2200275"/>
          </a:xfrm>
          <a:custGeom xmlns:a="http://schemas.openxmlformats.org/drawingml/2006/main">
            <a:pathLst>
              <a:path w="953" h="2200275">
                <a:moveTo>
                  <a:pt x="0" y="0"/>
                </a:moveTo>
                <a:lnTo>
                  <a:pt x="0" y="2200275"/>
                </a:lnTo>
              </a:path>
            </a:pathLst>
          </a:custGeom>
          <a:noFill xmlns:a="http://schemas.openxmlformats.org/drawingml/2006/main"/>
          <a:ln xmlns:a="http://schemas.openxmlformats.org/drawingml/2006/main" w="7620">
            <a:solidFill>
              <a:srgbClr val="CFD7E2"/>
            </a:solidFill>
            <a:prstDash val="solid"/>
          </a:ln>
        </p:spPr>
      </p:sp>
      <p:sp>
        <p:nvSpPr>
          <p:cNvPr id="48" name="path-402">
            <a:extLst xmlns:a="http://schemas.openxmlformats.org/drawingml/2006/main">
              <a:ext uri="{FF2B5EF4-FFF2-40B4-BE49-F238E27FC236}">
                <a16:creationId xmlns:a16="http://schemas.microsoft.com/office/drawing/2014/main" id="{919EEF82-72F7-43BA-86E9-DCD064DC97E9}"/>
              </a:ext>
            </a:extLst>
          </p:cNvPr>
          <p:cNvSpPr>
            <a:spLocks xmlns:a="http://schemas.openxmlformats.org/drawingml/2006/main" noGrp="1"/>
          </p:cNvSpPr>
          <p:nvPr/>
        </p:nvSpPr>
        <p:spPr>
          <a:xfrm xmlns:a="http://schemas.openxmlformats.org/drawingml/2006/main">
            <a:off x="10106025" y="2581275"/>
            <a:ext cx="953" cy="2200275"/>
          </a:xfrm>
          <a:custGeom xmlns:a="http://schemas.openxmlformats.org/drawingml/2006/main">
            <a:pathLst>
              <a:path w="953" h="2200275">
                <a:moveTo>
                  <a:pt x="0" y="0"/>
                </a:moveTo>
                <a:lnTo>
                  <a:pt x="0" y="2200275"/>
                </a:lnTo>
              </a:path>
            </a:pathLst>
          </a:custGeom>
          <a:noFill xmlns:a="http://schemas.openxmlformats.org/drawingml/2006/main"/>
          <a:ln xmlns:a="http://schemas.openxmlformats.org/drawingml/2006/main" w="7620">
            <a:solidFill>
              <a:srgbClr val="CFD7E2"/>
            </a:solidFill>
            <a:prstDash val="solid"/>
          </a:ln>
        </p:spPr>
      </p:sp>
      <p:sp>
        <p:nvSpPr>
          <p:cNvPr id="49" name="path-403">
            <a:extLst xmlns:a="http://schemas.openxmlformats.org/drawingml/2006/main">
              <a:ext uri="{FF2B5EF4-FFF2-40B4-BE49-F238E27FC236}">
                <a16:creationId xmlns:a16="http://schemas.microsoft.com/office/drawing/2014/main" id="{CF3A7F9C-6248-4ECE-B4FC-742D78E94E94}"/>
              </a:ext>
            </a:extLst>
          </p:cNvPr>
          <p:cNvSpPr>
            <a:spLocks xmlns:a="http://schemas.openxmlformats.org/drawingml/2006/main" noGrp="1"/>
          </p:cNvSpPr>
          <p:nvPr/>
        </p:nvSpPr>
        <p:spPr>
          <a:xfrm xmlns:a="http://schemas.openxmlformats.org/drawingml/2006/main">
            <a:off x="10420350" y="2581275"/>
            <a:ext cx="953" cy="2200275"/>
          </a:xfrm>
          <a:custGeom xmlns:a="http://schemas.openxmlformats.org/drawingml/2006/main">
            <a:pathLst>
              <a:path w="953" h="2200275">
                <a:moveTo>
                  <a:pt x="0" y="0"/>
                </a:moveTo>
                <a:lnTo>
                  <a:pt x="0" y="2200275"/>
                </a:lnTo>
              </a:path>
            </a:pathLst>
          </a:custGeom>
          <a:noFill xmlns:a="http://schemas.openxmlformats.org/drawingml/2006/main"/>
          <a:ln xmlns:a="http://schemas.openxmlformats.org/drawingml/2006/main" w="7620">
            <a:solidFill>
              <a:srgbClr val="CFD7E2"/>
            </a:solidFill>
            <a:prstDash val="solid"/>
          </a:ln>
        </p:spPr>
      </p:sp>
      <p:sp>
        <p:nvSpPr>
          <p:cNvPr id="50" name="path-404">
            <a:extLst xmlns:a="http://schemas.openxmlformats.org/drawingml/2006/main">
              <a:ext uri="{FF2B5EF4-FFF2-40B4-BE49-F238E27FC236}">
                <a16:creationId xmlns:a16="http://schemas.microsoft.com/office/drawing/2014/main" id="{87943FD8-05AB-4072-BF52-45F1E58E731F}"/>
              </a:ext>
            </a:extLst>
          </p:cNvPr>
          <p:cNvSpPr>
            <a:spLocks xmlns:a="http://schemas.openxmlformats.org/drawingml/2006/main" noGrp="1"/>
          </p:cNvSpPr>
          <p:nvPr/>
        </p:nvSpPr>
        <p:spPr>
          <a:xfrm xmlns:a="http://schemas.openxmlformats.org/drawingml/2006/main">
            <a:off x="10734675" y="2581275"/>
            <a:ext cx="953" cy="2200275"/>
          </a:xfrm>
          <a:custGeom xmlns:a="http://schemas.openxmlformats.org/drawingml/2006/main">
            <a:pathLst>
              <a:path w="953" h="2200275">
                <a:moveTo>
                  <a:pt x="0" y="0"/>
                </a:moveTo>
                <a:lnTo>
                  <a:pt x="0" y="2200275"/>
                </a:lnTo>
              </a:path>
            </a:pathLst>
          </a:custGeom>
          <a:noFill xmlns:a="http://schemas.openxmlformats.org/drawingml/2006/main"/>
          <a:ln xmlns:a="http://schemas.openxmlformats.org/drawingml/2006/main" w="7620">
            <a:solidFill>
              <a:srgbClr val="CFD7E2"/>
            </a:solidFill>
            <a:prstDash val="solid"/>
          </a:ln>
        </p:spPr>
      </p:sp>
      <p:sp>
        <p:nvSpPr>
          <p:cNvPr id="51" name="path-405">
            <a:extLst xmlns:a="http://schemas.openxmlformats.org/drawingml/2006/main">
              <a:ext uri="{FF2B5EF4-FFF2-40B4-BE49-F238E27FC236}">
                <a16:creationId xmlns:a16="http://schemas.microsoft.com/office/drawing/2014/main" id="{BB7D3C26-0B9F-42D6-9C9B-2E296B044E9C}"/>
              </a:ext>
            </a:extLst>
          </p:cNvPr>
          <p:cNvSpPr>
            <a:spLocks xmlns:a="http://schemas.openxmlformats.org/drawingml/2006/main" noGrp="1"/>
          </p:cNvSpPr>
          <p:nvPr/>
        </p:nvSpPr>
        <p:spPr>
          <a:xfrm xmlns:a="http://schemas.openxmlformats.org/drawingml/2006/main">
            <a:off x="11049000" y="2581275"/>
            <a:ext cx="953" cy="2200275"/>
          </a:xfrm>
          <a:custGeom xmlns:a="http://schemas.openxmlformats.org/drawingml/2006/main">
            <a:pathLst>
              <a:path w="953" h="2200275">
                <a:moveTo>
                  <a:pt x="0" y="0"/>
                </a:moveTo>
                <a:lnTo>
                  <a:pt x="0" y="2200275"/>
                </a:lnTo>
              </a:path>
            </a:pathLst>
          </a:custGeom>
          <a:noFill xmlns:a="http://schemas.openxmlformats.org/drawingml/2006/main"/>
          <a:ln xmlns:a="http://schemas.openxmlformats.org/drawingml/2006/main" w="7620">
            <a:solidFill>
              <a:srgbClr val="CFD7E2"/>
            </a:solidFill>
            <a:prstDash val="solid"/>
          </a:ln>
        </p:spPr>
      </p:sp>
      <p:sp>
        <p:nvSpPr>
          <p:cNvPr id="52" name="path-406">
            <a:extLst xmlns:a="http://schemas.openxmlformats.org/drawingml/2006/main">
              <a:ext uri="{FF2B5EF4-FFF2-40B4-BE49-F238E27FC236}">
                <a16:creationId xmlns:a16="http://schemas.microsoft.com/office/drawing/2014/main" id="{B75F3755-2D44-4C19-8E18-7B8679892DC0}"/>
              </a:ext>
            </a:extLst>
          </p:cNvPr>
          <p:cNvSpPr>
            <a:spLocks xmlns:a="http://schemas.openxmlformats.org/drawingml/2006/main" noGrp="1"/>
          </p:cNvSpPr>
          <p:nvPr/>
        </p:nvSpPr>
        <p:spPr>
          <a:xfrm xmlns:a="http://schemas.openxmlformats.org/drawingml/2006/main">
            <a:off x="9163050" y="2895600"/>
            <a:ext cx="2200275" cy="953"/>
          </a:xfrm>
          <a:custGeom xmlns:a="http://schemas.openxmlformats.org/drawingml/2006/main">
            <a:pathLst>
              <a:path w="2200275" h="953">
                <a:moveTo>
                  <a:pt x="0" y="0"/>
                </a:moveTo>
                <a:lnTo>
                  <a:pt x="2200275" y="0"/>
                </a:lnTo>
              </a:path>
            </a:pathLst>
          </a:custGeom>
          <a:noFill xmlns:a="http://schemas.openxmlformats.org/drawingml/2006/main"/>
          <a:ln xmlns:a="http://schemas.openxmlformats.org/drawingml/2006/main" w="7620">
            <a:solidFill>
              <a:srgbClr val="CFD7E2"/>
            </a:solidFill>
            <a:prstDash val="solid"/>
          </a:ln>
        </p:spPr>
      </p:sp>
      <p:sp>
        <p:nvSpPr>
          <p:cNvPr id="53" name="path-407">
            <a:extLst xmlns:a="http://schemas.openxmlformats.org/drawingml/2006/main">
              <a:ext uri="{FF2B5EF4-FFF2-40B4-BE49-F238E27FC236}">
                <a16:creationId xmlns:a16="http://schemas.microsoft.com/office/drawing/2014/main" id="{D076C71B-BFDD-4538-B79E-26FD0EC874E5}"/>
              </a:ext>
            </a:extLst>
          </p:cNvPr>
          <p:cNvSpPr>
            <a:spLocks xmlns:a="http://schemas.openxmlformats.org/drawingml/2006/main" noGrp="1"/>
          </p:cNvSpPr>
          <p:nvPr/>
        </p:nvSpPr>
        <p:spPr>
          <a:xfrm xmlns:a="http://schemas.openxmlformats.org/drawingml/2006/main">
            <a:off x="9163050" y="3209925"/>
            <a:ext cx="2200275" cy="953"/>
          </a:xfrm>
          <a:custGeom xmlns:a="http://schemas.openxmlformats.org/drawingml/2006/main">
            <a:pathLst>
              <a:path w="2200275" h="953">
                <a:moveTo>
                  <a:pt x="0" y="0"/>
                </a:moveTo>
                <a:lnTo>
                  <a:pt x="2200275" y="0"/>
                </a:lnTo>
              </a:path>
            </a:pathLst>
          </a:custGeom>
          <a:noFill xmlns:a="http://schemas.openxmlformats.org/drawingml/2006/main"/>
          <a:ln xmlns:a="http://schemas.openxmlformats.org/drawingml/2006/main" w="7620">
            <a:solidFill>
              <a:srgbClr val="CFD7E2"/>
            </a:solidFill>
            <a:prstDash val="solid"/>
          </a:ln>
        </p:spPr>
      </p:sp>
      <p:sp>
        <p:nvSpPr>
          <p:cNvPr id="54" name="path-408">
            <a:extLst xmlns:a="http://schemas.openxmlformats.org/drawingml/2006/main">
              <a:ext uri="{FF2B5EF4-FFF2-40B4-BE49-F238E27FC236}">
                <a16:creationId xmlns:a16="http://schemas.microsoft.com/office/drawing/2014/main" id="{9630EB37-FA18-486A-AB6F-1E7C2FB14973}"/>
              </a:ext>
            </a:extLst>
          </p:cNvPr>
          <p:cNvSpPr>
            <a:spLocks xmlns:a="http://schemas.openxmlformats.org/drawingml/2006/main" noGrp="1"/>
          </p:cNvSpPr>
          <p:nvPr/>
        </p:nvSpPr>
        <p:spPr>
          <a:xfrm xmlns:a="http://schemas.openxmlformats.org/drawingml/2006/main">
            <a:off x="9163050" y="3524250"/>
            <a:ext cx="2200275" cy="953"/>
          </a:xfrm>
          <a:custGeom xmlns:a="http://schemas.openxmlformats.org/drawingml/2006/main">
            <a:pathLst>
              <a:path w="2200275" h="953">
                <a:moveTo>
                  <a:pt x="0" y="0"/>
                </a:moveTo>
                <a:lnTo>
                  <a:pt x="2200275" y="0"/>
                </a:lnTo>
              </a:path>
            </a:pathLst>
          </a:custGeom>
          <a:noFill xmlns:a="http://schemas.openxmlformats.org/drawingml/2006/main"/>
          <a:ln xmlns:a="http://schemas.openxmlformats.org/drawingml/2006/main" w="7620">
            <a:solidFill>
              <a:srgbClr val="CFD7E2"/>
            </a:solidFill>
            <a:prstDash val="solid"/>
          </a:ln>
        </p:spPr>
      </p:sp>
      <p:sp>
        <p:nvSpPr>
          <p:cNvPr id="55" name="path-409">
            <a:extLst xmlns:a="http://schemas.openxmlformats.org/drawingml/2006/main">
              <a:ext uri="{FF2B5EF4-FFF2-40B4-BE49-F238E27FC236}">
                <a16:creationId xmlns:a16="http://schemas.microsoft.com/office/drawing/2014/main" id="{638D7445-7370-4283-9B29-1ACFF59613DB}"/>
              </a:ext>
            </a:extLst>
          </p:cNvPr>
          <p:cNvSpPr>
            <a:spLocks xmlns:a="http://schemas.openxmlformats.org/drawingml/2006/main" noGrp="1"/>
          </p:cNvSpPr>
          <p:nvPr/>
        </p:nvSpPr>
        <p:spPr>
          <a:xfrm xmlns:a="http://schemas.openxmlformats.org/drawingml/2006/main">
            <a:off x="9163050" y="3838575"/>
            <a:ext cx="2200275" cy="953"/>
          </a:xfrm>
          <a:custGeom xmlns:a="http://schemas.openxmlformats.org/drawingml/2006/main">
            <a:pathLst>
              <a:path w="2200275" h="953">
                <a:moveTo>
                  <a:pt x="0" y="0"/>
                </a:moveTo>
                <a:lnTo>
                  <a:pt x="2200275" y="0"/>
                </a:lnTo>
              </a:path>
            </a:pathLst>
          </a:custGeom>
          <a:noFill xmlns:a="http://schemas.openxmlformats.org/drawingml/2006/main"/>
          <a:ln xmlns:a="http://schemas.openxmlformats.org/drawingml/2006/main" w="7620">
            <a:solidFill>
              <a:srgbClr val="CFD7E2"/>
            </a:solidFill>
            <a:prstDash val="solid"/>
          </a:ln>
        </p:spPr>
      </p:sp>
      <p:sp>
        <p:nvSpPr>
          <p:cNvPr id="56" name="path-410">
            <a:extLst xmlns:a="http://schemas.openxmlformats.org/drawingml/2006/main">
              <a:ext uri="{FF2B5EF4-FFF2-40B4-BE49-F238E27FC236}">
                <a16:creationId xmlns:a16="http://schemas.microsoft.com/office/drawing/2014/main" id="{86ABCD17-B4F0-4DB2-AB59-E09B701DAF7F}"/>
              </a:ext>
            </a:extLst>
          </p:cNvPr>
          <p:cNvSpPr>
            <a:spLocks xmlns:a="http://schemas.openxmlformats.org/drawingml/2006/main" noGrp="1"/>
          </p:cNvSpPr>
          <p:nvPr/>
        </p:nvSpPr>
        <p:spPr>
          <a:xfrm xmlns:a="http://schemas.openxmlformats.org/drawingml/2006/main">
            <a:off x="9163050" y="4152900"/>
            <a:ext cx="2200275" cy="953"/>
          </a:xfrm>
          <a:custGeom xmlns:a="http://schemas.openxmlformats.org/drawingml/2006/main">
            <a:pathLst>
              <a:path w="2200275" h="953">
                <a:moveTo>
                  <a:pt x="0" y="0"/>
                </a:moveTo>
                <a:lnTo>
                  <a:pt x="2200275" y="0"/>
                </a:lnTo>
              </a:path>
            </a:pathLst>
          </a:custGeom>
          <a:noFill xmlns:a="http://schemas.openxmlformats.org/drawingml/2006/main"/>
          <a:ln xmlns:a="http://schemas.openxmlformats.org/drawingml/2006/main" w="7620">
            <a:solidFill>
              <a:srgbClr val="CFD7E2"/>
            </a:solidFill>
            <a:prstDash val="solid"/>
          </a:ln>
        </p:spPr>
      </p:sp>
      <p:sp>
        <p:nvSpPr>
          <p:cNvPr id="57" name="path-411">
            <a:extLst xmlns:a="http://schemas.openxmlformats.org/drawingml/2006/main">
              <a:ext uri="{FF2B5EF4-FFF2-40B4-BE49-F238E27FC236}">
                <a16:creationId xmlns:a16="http://schemas.microsoft.com/office/drawing/2014/main" id="{48868BE3-C3C3-4D74-8CC6-81F4BA77047C}"/>
              </a:ext>
            </a:extLst>
          </p:cNvPr>
          <p:cNvSpPr>
            <a:spLocks xmlns:a="http://schemas.openxmlformats.org/drawingml/2006/main" noGrp="1"/>
          </p:cNvSpPr>
          <p:nvPr/>
        </p:nvSpPr>
        <p:spPr>
          <a:xfrm xmlns:a="http://schemas.openxmlformats.org/drawingml/2006/main">
            <a:off x="9163050" y="4467225"/>
            <a:ext cx="2200275" cy="953"/>
          </a:xfrm>
          <a:custGeom xmlns:a="http://schemas.openxmlformats.org/drawingml/2006/main">
            <a:pathLst>
              <a:path w="2200275" h="953">
                <a:moveTo>
                  <a:pt x="0" y="0"/>
                </a:moveTo>
                <a:lnTo>
                  <a:pt x="2200275" y="0"/>
                </a:lnTo>
              </a:path>
            </a:pathLst>
          </a:custGeom>
          <a:noFill xmlns:a="http://schemas.openxmlformats.org/drawingml/2006/main"/>
          <a:ln xmlns:a="http://schemas.openxmlformats.org/drawingml/2006/main" w="7620">
            <a:solidFill>
              <a:srgbClr val="CFD7E2"/>
            </a:solidFill>
            <a:prstDash val="solid"/>
          </a:ln>
        </p:spPr>
      </p:sp>
      <p:sp>
        <p:nvSpPr>
          <p:cNvPr id="58" name="shape-412">
            <a:extLst xmlns:a="http://schemas.openxmlformats.org/drawingml/2006/main">
              <a:ext uri="{FF2B5EF4-FFF2-40B4-BE49-F238E27FC236}">
                <a16:creationId xmlns:a16="http://schemas.microsoft.com/office/drawing/2014/main" id="{F72DB332-E52D-4359-AC2A-0F4AF804A3CC}"/>
              </a:ext>
            </a:extLst>
          </p:cNvPr>
          <p:cNvSpPr>
            <a:spLocks xmlns:a="http://schemas.openxmlformats.org/drawingml/2006/main" noGrp="1"/>
          </p:cNvSpPr>
          <p:nvPr/>
        </p:nvSpPr>
        <p:spPr>
          <a:xfrm xmlns:a="http://schemas.openxmlformats.org/drawingml/2006/main" rot="0">
            <a:off x="9477375" y="4152900"/>
            <a:ext cx="314325" cy="314325"/>
          </a:xfrm>
          <a:prstGeom xmlns:a="http://schemas.openxmlformats.org/drawingml/2006/main" prst="rect">
            <a:avLst/>
          </a:prstGeom>
          <a:solidFill xmlns:a="http://schemas.openxmlformats.org/drawingml/2006/main">
            <a:srgbClr val="D5E6F7"/>
          </a:solidFill>
          <a:ln xmlns:a="http://schemas.openxmlformats.org/drawingml/2006/main" w="9525">
            <a:solidFill>
              <a:srgbClr val="1674D1"/>
            </a:solidFill>
            <a:prstDash val="solid"/>
          </a:ln>
        </p:spPr>
      </p:sp>
      <p:sp>
        <p:nvSpPr>
          <p:cNvPr id="59" name="shape-413">
            <a:extLst xmlns:a="http://schemas.openxmlformats.org/drawingml/2006/main">
              <a:ext uri="{FF2B5EF4-FFF2-40B4-BE49-F238E27FC236}">
                <a16:creationId xmlns:a16="http://schemas.microsoft.com/office/drawing/2014/main" id="{F157C946-38CB-4BAD-801F-EE5A7EA14800}"/>
              </a:ext>
            </a:extLst>
          </p:cNvPr>
          <p:cNvSpPr>
            <a:spLocks xmlns:a="http://schemas.openxmlformats.org/drawingml/2006/main" noGrp="1"/>
          </p:cNvSpPr>
          <p:nvPr/>
        </p:nvSpPr>
        <p:spPr>
          <a:xfrm xmlns:a="http://schemas.openxmlformats.org/drawingml/2006/main" rot="0">
            <a:off x="9791700" y="3838575"/>
            <a:ext cx="314325" cy="314325"/>
          </a:xfrm>
          <a:prstGeom xmlns:a="http://schemas.openxmlformats.org/drawingml/2006/main" prst="rect">
            <a:avLst/>
          </a:prstGeom>
          <a:solidFill xmlns:a="http://schemas.openxmlformats.org/drawingml/2006/main">
            <a:srgbClr val="ABCDEE"/>
          </a:solidFill>
          <a:ln xmlns:a="http://schemas.openxmlformats.org/drawingml/2006/main" w="9525">
            <a:solidFill>
              <a:srgbClr val="1674D1"/>
            </a:solidFill>
            <a:prstDash val="solid"/>
          </a:ln>
        </p:spPr>
      </p:sp>
      <p:sp>
        <p:nvSpPr>
          <p:cNvPr id="60" name="shape-414">
            <a:extLst xmlns:a="http://schemas.openxmlformats.org/drawingml/2006/main">
              <a:ext uri="{FF2B5EF4-FFF2-40B4-BE49-F238E27FC236}">
                <a16:creationId xmlns:a16="http://schemas.microsoft.com/office/drawing/2014/main" id="{513441E6-5C83-4137-9FBC-9ED1A25627A0}"/>
              </a:ext>
            </a:extLst>
          </p:cNvPr>
          <p:cNvSpPr>
            <a:spLocks xmlns:a="http://schemas.openxmlformats.org/drawingml/2006/main" noGrp="1"/>
          </p:cNvSpPr>
          <p:nvPr/>
        </p:nvSpPr>
        <p:spPr>
          <a:xfrm xmlns:a="http://schemas.openxmlformats.org/drawingml/2006/main" rot="0">
            <a:off x="10420350" y="3524250"/>
            <a:ext cx="314325" cy="314325"/>
          </a:xfrm>
          <a:prstGeom xmlns:a="http://schemas.openxmlformats.org/drawingml/2006/main" prst="rect">
            <a:avLst/>
          </a:prstGeom>
          <a:solidFill xmlns:a="http://schemas.openxmlformats.org/drawingml/2006/main">
            <a:srgbClr val="2D82D6"/>
          </a:solidFill>
          <a:ln xmlns:a="http://schemas.openxmlformats.org/drawingml/2006/main" w="9525">
            <a:solidFill>
              <a:srgbClr val="1674D1"/>
            </a:solidFill>
            <a:prstDash val="solid"/>
          </a:ln>
        </p:spPr>
      </p:sp>
      <p:sp>
        <p:nvSpPr>
          <p:cNvPr id="61" name="shape-415">
            <a:extLst xmlns:a="http://schemas.openxmlformats.org/drawingml/2006/main">
              <a:ext uri="{FF2B5EF4-FFF2-40B4-BE49-F238E27FC236}">
                <a16:creationId xmlns:a16="http://schemas.microsoft.com/office/drawing/2014/main" id="{3A8C79A2-8CDF-4E58-B0D4-23D974975FF7}"/>
              </a:ext>
            </a:extLst>
          </p:cNvPr>
          <p:cNvSpPr>
            <a:spLocks xmlns:a="http://schemas.openxmlformats.org/drawingml/2006/main" noGrp="1"/>
          </p:cNvSpPr>
          <p:nvPr/>
        </p:nvSpPr>
        <p:spPr>
          <a:xfrm xmlns:a="http://schemas.openxmlformats.org/drawingml/2006/main" rot="0">
            <a:off x="10734675" y="3209925"/>
            <a:ext cx="314325" cy="314325"/>
          </a:xfrm>
          <a:prstGeom xmlns:a="http://schemas.openxmlformats.org/drawingml/2006/main" prst="rect">
            <a:avLst/>
          </a:prstGeom>
          <a:solidFill xmlns:a="http://schemas.openxmlformats.org/drawingml/2006/main">
            <a:srgbClr val="ABCDEE"/>
          </a:solidFill>
          <a:ln xmlns:a="http://schemas.openxmlformats.org/drawingml/2006/main" w="9525">
            <a:solidFill>
              <a:srgbClr val="1674D1"/>
            </a:solidFill>
            <a:prstDash val="solid"/>
          </a:ln>
        </p:spPr>
      </p:sp>
      <p:sp>
        <p:nvSpPr>
          <p:cNvPr id="62" name="path-416">
            <a:extLst xmlns:a="http://schemas.openxmlformats.org/drawingml/2006/main">
              <a:ext uri="{FF2B5EF4-FFF2-40B4-BE49-F238E27FC236}">
                <a16:creationId xmlns:a16="http://schemas.microsoft.com/office/drawing/2014/main" id="{D68F38DF-0304-4841-B05C-011670E1C782}"/>
              </a:ext>
            </a:extLst>
          </p:cNvPr>
          <p:cNvSpPr>
            <a:spLocks xmlns:a="http://schemas.openxmlformats.org/drawingml/2006/main" noGrp="1"/>
          </p:cNvSpPr>
          <p:nvPr/>
        </p:nvSpPr>
        <p:spPr>
          <a:xfrm xmlns:a="http://schemas.openxmlformats.org/drawingml/2006/main">
            <a:off x="7981950" y="3143250"/>
            <a:ext cx="1066800" cy="953"/>
          </a:xfrm>
          <a:custGeom xmlns:a="http://schemas.openxmlformats.org/drawingml/2006/main">
            <a:pathLst>
              <a:path w="1066800" h="953">
                <a:moveTo>
                  <a:pt x="0" y="0"/>
                </a:moveTo>
                <a:lnTo>
                  <a:pt x="1066800" y="0"/>
                </a:lnTo>
              </a:path>
            </a:pathLst>
          </a:custGeom>
          <a:noFill xmlns:a="http://schemas.openxmlformats.org/drawingml/2006/main"/>
          <a:ln xmlns:a="http://schemas.openxmlformats.org/drawingml/2006/main" w="22860">
            <a:solidFill>
              <a:srgbClr val="1674D1"/>
            </a:solidFill>
            <a:prstDash val="solid"/>
          </a:ln>
        </p:spPr>
      </p:sp>
      <p:sp>
        <p:nvSpPr>
          <p:cNvPr id="63" name="path-417">
            <a:extLst xmlns:a="http://schemas.openxmlformats.org/drawingml/2006/main">
              <a:ext uri="{FF2B5EF4-FFF2-40B4-BE49-F238E27FC236}">
                <a16:creationId xmlns:a16="http://schemas.microsoft.com/office/drawing/2014/main" id="{CBAABFC4-2555-4620-A06B-F108AFBA674F}"/>
              </a:ext>
            </a:extLst>
          </p:cNvPr>
          <p:cNvSpPr>
            <a:spLocks xmlns:a="http://schemas.openxmlformats.org/drawingml/2006/main" noGrp="1"/>
          </p:cNvSpPr>
          <p:nvPr/>
        </p:nvSpPr>
        <p:spPr>
          <a:xfrm xmlns:a="http://schemas.openxmlformats.org/drawingml/2006/main">
            <a:off x="8953500" y="3099435"/>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1674D1"/>
          </a:solidFill>
          <a:ln xmlns:a="http://schemas.openxmlformats.org/drawingml/2006/main" w="0">
            <a:solidFill>
              <a:srgbClr val="1674D1"/>
            </a:solidFill>
            <a:prstDash val="solid"/>
          </a:ln>
        </p:spPr>
      </p:sp>
      <p:sp>
        <p:nvSpPr>
          <p:cNvPr id="64" name="label-418">
            <a:extLst xmlns:a="http://schemas.openxmlformats.org/drawingml/2006/main">
              <a:ext uri="{FF2B5EF4-FFF2-40B4-BE49-F238E27FC236}">
                <a16:creationId xmlns:a16="http://schemas.microsoft.com/office/drawing/2014/main" id="{8DF0FB30-E9B7-4CAA-8562-CBC05B533BA1}"/>
              </a:ext>
            </a:extLst>
          </p:cNvPr>
          <p:cNvSpPr>
            <a:spLocks xmlns:a="http://schemas.openxmlformats.org/drawingml/2006/main" noGrp="1"/>
          </p:cNvSpPr>
          <p:nvPr/>
        </p:nvSpPr>
        <p:spPr>
          <a:xfrm xmlns:a="http://schemas.openxmlformats.org/drawingml/2006/main">
            <a:off x="8639175" y="5000625"/>
            <a:ext cx="306705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16253B"/>
                </a:solidFill>
                <a:latin typeface="DejaVu Sans"/>
                <a:ea typeface="DejaVu Sans"/>
                <a:cs typeface="DejaVu Sans"/>
              </a:defRPr>
            </a:defPPr>
            <a:lvl1pPr algn="ctr">
              <a:defRPr sz="1725" b="0">
                <a:solidFill>
                  <a:srgbClr val="16253B"/>
                </a:solidFill>
                <a:latin typeface="DejaVu Sans"/>
                <a:ea typeface="DejaVu Sans"/>
                <a:cs typeface="DejaVu Sans"/>
              </a:defRPr>
            </a:lvl1pPr>
            <a:lvl2pPr algn="ctr">
              <a:defRPr sz="1725" b="0">
                <a:solidFill>
                  <a:srgbClr val="16253B"/>
                </a:solidFill>
                <a:latin typeface="DejaVu Sans"/>
                <a:ea typeface="DejaVu Sans"/>
                <a:cs typeface="DejaVu Sans"/>
              </a:defRPr>
            </a:lvl2pPr>
            <a:lvl3pPr algn="ctr">
              <a:defRPr sz="1725" b="0">
                <a:solidFill>
                  <a:srgbClr val="16253B"/>
                </a:solidFill>
                <a:latin typeface="DejaVu Sans"/>
                <a:ea typeface="DejaVu Sans"/>
                <a:cs typeface="DejaVu Sans"/>
              </a:defRPr>
            </a:lvl3pPr>
            <a:lvl4pPr algn="ctr">
              <a:defRPr sz="1725" b="0">
                <a:solidFill>
                  <a:srgbClr val="16253B"/>
                </a:solidFill>
                <a:latin typeface="DejaVu Sans"/>
                <a:ea typeface="DejaVu Sans"/>
                <a:cs typeface="DejaVu Sans"/>
              </a:defRPr>
            </a:lvl4pPr>
            <a:lvl5pPr algn="ctr">
              <a:defRPr sz="1725" b="0">
                <a:solidFill>
                  <a:srgbClr val="16253B"/>
                </a:solidFill>
                <a:latin typeface="DejaVu Sans"/>
                <a:ea typeface="DejaVu Sans"/>
                <a:cs typeface="DejaVu Sans"/>
              </a:defRPr>
            </a:lvl5pPr>
            <a:lvl6pPr algn="ctr">
              <a:defRPr sz="1725" b="0">
                <a:solidFill>
                  <a:srgbClr val="16253B"/>
                </a:solidFill>
                <a:latin typeface="DejaVu Sans"/>
                <a:ea typeface="DejaVu Sans"/>
                <a:cs typeface="DejaVu Sans"/>
              </a:defRPr>
            </a:lvl6pPr>
            <a:lvl7pPr algn="ctr">
              <a:defRPr sz="1725" b="0">
                <a:solidFill>
                  <a:srgbClr val="16253B"/>
                </a:solidFill>
                <a:latin typeface="DejaVu Sans"/>
                <a:ea typeface="DejaVu Sans"/>
                <a:cs typeface="DejaVu Sans"/>
              </a:defRPr>
            </a:lvl7pPr>
            <a:lvl8pPr algn="ctr">
              <a:defRPr sz="1725" b="0">
                <a:solidFill>
                  <a:srgbClr val="16253B"/>
                </a:solidFill>
                <a:latin typeface="DejaVu Sans"/>
                <a:ea typeface="DejaVu Sans"/>
                <a:cs typeface="DejaVu Sans"/>
              </a:defRPr>
            </a:lvl8pPr>
            <a:lvl9pPr algn="ctr">
              <a:defRPr sz="1725" b="0">
                <a:solidFill>
                  <a:srgbClr val="16253B"/>
                </a:solidFill>
                <a:latin typeface="DejaVu Sans"/>
                <a:ea typeface="DejaVu Sans"/>
                <a:cs typeface="DejaVu Sans"/>
              </a:defRPr>
            </a:lvl9pPr>
          </a:lstStyle>
          <a:p xmlns:a="http://schemas.openxmlformats.org/drawingml/2006/main">
            <a:pPr algn="ctr">
              <a:defRPr sz="1725" b="0">
                <a:solidFill>
                  <a:srgbClr val="16253B"/>
                </a:solidFill>
                <a:latin typeface="DejaVu Sans"/>
                <a:ea typeface="DejaVu Sans"/>
                <a:cs typeface="DejaVu Sans"/>
              </a:defRPr>
            </a:pPr>
            <a:r>
              <a:rPr sz="1725" b="0">
                <a:solidFill>
                  <a:srgbClr val="16253B"/>
                </a:solidFill>
                <a:latin typeface="DejaVu Sans"/>
                <a:ea typeface="DejaVu Sans"/>
                <a:cs typeface="DejaVu Sans"/>
              </a:rPr>
              <a:t>Sum features that land</a:t>
            </a:r>
          </a:p>
          <a:p xmlns:a="http://schemas.openxmlformats.org/drawingml/2006/main">
            <a:pPr algn="ctr">
              <a:defRPr sz="1725" b="0">
                <a:solidFill>
                  <a:srgbClr val="16253B"/>
                </a:solidFill>
                <a:latin typeface="DejaVu Sans"/>
                <a:ea typeface="DejaVu Sans"/>
                <a:cs typeface="DejaVu Sans"/>
              </a:defRPr>
            </a:pPr>
            <a:r>
              <a:rPr sz="1725" b="0">
                <a:solidFill>
                  <a:srgbClr val="16253B"/>
                </a:solidFill>
                <a:latin typeface="DejaVu Sans"/>
                <a:ea typeface="DejaVu Sans"/>
                <a:cs typeface="DejaVu Sans"/>
              </a:rPr>
              <a:t>in the same metric cell</a:t>
            </a:r>
          </a:p>
        </p:txBody>
      </p:sp>
      <p:sp>
        <p:nvSpPr>
          <p:cNvPr id="65" name="label-419">
            <a:extLst xmlns:a="http://schemas.openxmlformats.org/drawingml/2006/main">
              <a:ext uri="{FF2B5EF4-FFF2-40B4-BE49-F238E27FC236}">
                <a16:creationId xmlns:a16="http://schemas.microsoft.com/office/drawing/2014/main" id="{0A19A946-3B75-412D-9F63-6675B2519339}"/>
              </a:ext>
            </a:extLst>
          </p:cNvPr>
          <p:cNvSpPr>
            <a:spLocks xmlns:a="http://schemas.openxmlformats.org/drawingml/2006/main" noGrp="1"/>
          </p:cNvSpPr>
          <p:nvPr/>
        </p:nvSpPr>
        <p:spPr>
          <a:xfrm xmlns:a="http://schemas.openxmlformats.org/drawingml/2006/main">
            <a:off x="4181475" y="5029200"/>
            <a:ext cx="4333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1">
                <a:solidFill>
                  <a:srgbClr val="1674D1"/>
                </a:solidFill>
                <a:latin typeface="DejaVu Sans"/>
                <a:ea typeface="DejaVu Sans"/>
                <a:cs typeface="DejaVu Sans"/>
              </a:defRPr>
            </a:defPPr>
            <a:lvl1pPr algn="l">
              <a:defRPr sz="2025" b="1">
                <a:solidFill>
                  <a:srgbClr val="1674D1"/>
                </a:solidFill>
                <a:latin typeface="DejaVu Sans"/>
                <a:ea typeface="DejaVu Sans"/>
                <a:cs typeface="DejaVu Sans"/>
              </a:defRPr>
            </a:lvl1pPr>
            <a:lvl2pPr algn="l">
              <a:defRPr sz="2025" b="1">
                <a:solidFill>
                  <a:srgbClr val="1674D1"/>
                </a:solidFill>
                <a:latin typeface="DejaVu Sans"/>
                <a:ea typeface="DejaVu Sans"/>
                <a:cs typeface="DejaVu Sans"/>
              </a:defRPr>
            </a:lvl2pPr>
            <a:lvl3pPr algn="l">
              <a:defRPr sz="2025" b="1">
                <a:solidFill>
                  <a:srgbClr val="1674D1"/>
                </a:solidFill>
                <a:latin typeface="DejaVu Sans"/>
                <a:ea typeface="DejaVu Sans"/>
                <a:cs typeface="DejaVu Sans"/>
              </a:defRPr>
            </a:lvl3pPr>
            <a:lvl4pPr algn="l">
              <a:defRPr sz="2025" b="1">
                <a:solidFill>
                  <a:srgbClr val="1674D1"/>
                </a:solidFill>
                <a:latin typeface="DejaVu Sans"/>
                <a:ea typeface="DejaVu Sans"/>
                <a:cs typeface="DejaVu Sans"/>
              </a:defRPr>
            </a:lvl4pPr>
            <a:lvl5pPr algn="l">
              <a:defRPr sz="2025" b="1">
                <a:solidFill>
                  <a:srgbClr val="1674D1"/>
                </a:solidFill>
                <a:latin typeface="DejaVu Sans"/>
                <a:ea typeface="DejaVu Sans"/>
                <a:cs typeface="DejaVu Sans"/>
              </a:defRPr>
            </a:lvl5pPr>
            <a:lvl6pPr algn="l">
              <a:defRPr sz="2025" b="1">
                <a:solidFill>
                  <a:srgbClr val="1674D1"/>
                </a:solidFill>
                <a:latin typeface="DejaVu Sans"/>
                <a:ea typeface="DejaVu Sans"/>
                <a:cs typeface="DejaVu Sans"/>
              </a:defRPr>
            </a:lvl6pPr>
            <a:lvl7pPr algn="l">
              <a:defRPr sz="2025" b="1">
                <a:solidFill>
                  <a:srgbClr val="1674D1"/>
                </a:solidFill>
                <a:latin typeface="DejaVu Sans"/>
                <a:ea typeface="DejaVu Sans"/>
                <a:cs typeface="DejaVu Sans"/>
              </a:defRPr>
            </a:lvl7pPr>
            <a:lvl8pPr algn="l">
              <a:defRPr sz="2025" b="1">
                <a:solidFill>
                  <a:srgbClr val="1674D1"/>
                </a:solidFill>
                <a:latin typeface="DejaVu Sans"/>
                <a:ea typeface="DejaVu Sans"/>
                <a:cs typeface="DejaVu Sans"/>
              </a:defRPr>
            </a:lvl8pPr>
            <a:lvl9pPr algn="l">
              <a:defRPr sz="2025" b="1">
                <a:solidFill>
                  <a:srgbClr val="1674D1"/>
                </a:solidFill>
                <a:latin typeface="DejaVu Sans"/>
                <a:ea typeface="DejaVu Sans"/>
                <a:cs typeface="DejaVu Sans"/>
              </a:defRPr>
            </a:lvl9pPr>
          </a:lstStyle>
          <a:p xmlns:a="http://schemas.openxmlformats.org/drawingml/2006/main">
            <a:pPr algn="l">
              <a:defRPr sz="2025" b="1">
                <a:solidFill>
                  <a:srgbClr val="1674D1"/>
                </a:solidFill>
                <a:latin typeface="DejaVu Sans"/>
                <a:ea typeface="DejaVu Sans"/>
                <a:cs typeface="DejaVu Sans"/>
              </a:defRPr>
            </a:pPr>
            <a:r>
              <a:rPr sz="2025" b="1">
                <a:solidFill>
                  <a:srgbClr val="1674D1"/>
                </a:solidFill>
                <a:latin typeface="DejaVu Sans"/>
                <a:ea typeface="DejaVu Sans"/>
                <a:cs typeface="DejaVu Sans"/>
              </a:rPr>
              <a:t>V(u, v, k) = pₖ(u, v) · f(u, v)</a:t>
            </a:r>
          </a:p>
        </p:txBody>
      </p:sp>
      <p:sp>
        <p:nvSpPr>
          <p:cNvPr id="66" name="path-420">
            <a:extLst xmlns:a="http://schemas.openxmlformats.org/drawingml/2006/main">
              <a:ext uri="{FF2B5EF4-FFF2-40B4-BE49-F238E27FC236}">
                <a16:creationId xmlns:a16="http://schemas.microsoft.com/office/drawing/2014/main" id="{78EF5C60-45DA-4CEE-AF16-62FB72F94A12}"/>
              </a:ext>
            </a:extLst>
          </p:cNvPr>
          <p:cNvSpPr>
            <a:spLocks xmlns:a="http://schemas.openxmlformats.org/drawingml/2006/main" noGrp="1"/>
          </p:cNvSpPr>
          <p:nvPr/>
        </p:nvSpPr>
        <p:spPr>
          <a:xfrm xmlns:a="http://schemas.openxmlformats.org/drawingml/2006/main">
            <a:off x="533400" y="6019800"/>
            <a:ext cx="11125200" cy="953"/>
          </a:xfrm>
          <a:custGeom xmlns:a="http://schemas.openxmlformats.org/drawingml/2006/main">
            <a:pathLst>
              <a:path w="11125200" h="953">
                <a:moveTo>
                  <a:pt x="0" y="0"/>
                </a:moveTo>
                <a:lnTo>
                  <a:pt x="11125200" y="0"/>
                </a:lnTo>
              </a:path>
            </a:pathLst>
          </a:custGeom>
          <a:noFill xmlns:a="http://schemas.openxmlformats.org/drawingml/2006/main"/>
          <a:ln xmlns:a="http://schemas.openxmlformats.org/drawingml/2006/main" w="9525">
            <a:solidFill>
              <a:srgbClr val="CFD7E2"/>
            </a:solidFill>
            <a:prstDash val="solid"/>
          </a:ln>
        </p:spPr>
      </p:sp>
      <p:sp>
        <p:nvSpPr>
          <p:cNvPr id="67" name="label-421">
            <a:extLst xmlns:a="http://schemas.openxmlformats.org/drawingml/2006/main">
              <a:ext uri="{FF2B5EF4-FFF2-40B4-BE49-F238E27FC236}">
                <a16:creationId xmlns:a16="http://schemas.microsoft.com/office/drawing/2014/main" id="{B37A481E-1017-4740-9ADC-B71D9139C5BC}"/>
              </a:ext>
            </a:extLst>
          </p:cNvPr>
          <p:cNvSpPr>
            <a:spLocks xmlns:a="http://schemas.openxmlformats.org/drawingml/2006/main" noGrp="1"/>
          </p:cNvSpPr>
          <p:nvPr/>
        </p:nvSpPr>
        <p:spPr>
          <a:xfrm xmlns:a="http://schemas.openxmlformats.org/drawingml/2006/main">
            <a:off x="533400" y="6181725"/>
            <a:ext cx="10334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6253B"/>
                </a:solidFill>
                <a:latin typeface="DejaVu Sans"/>
                <a:ea typeface="DejaVu Sans"/>
                <a:cs typeface="DejaVu Sans"/>
              </a:defRPr>
            </a:defPPr>
            <a:lvl1pPr algn="l">
              <a:defRPr sz="1725" b="0">
                <a:solidFill>
                  <a:srgbClr val="16253B"/>
                </a:solidFill>
                <a:latin typeface="DejaVu Sans"/>
                <a:ea typeface="DejaVu Sans"/>
                <a:cs typeface="DejaVu Sans"/>
              </a:defRPr>
            </a:lvl1pPr>
            <a:lvl2pPr algn="l">
              <a:defRPr sz="1725" b="0">
                <a:solidFill>
                  <a:srgbClr val="16253B"/>
                </a:solidFill>
                <a:latin typeface="DejaVu Sans"/>
                <a:ea typeface="DejaVu Sans"/>
                <a:cs typeface="DejaVu Sans"/>
              </a:defRPr>
            </a:lvl2pPr>
            <a:lvl3pPr algn="l">
              <a:defRPr sz="1725" b="0">
                <a:solidFill>
                  <a:srgbClr val="16253B"/>
                </a:solidFill>
                <a:latin typeface="DejaVu Sans"/>
                <a:ea typeface="DejaVu Sans"/>
                <a:cs typeface="DejaVu Sans"/>
              </a:defRPr>
            </a:lvl3pPr>
            <a:lvl4pPr algn="l">
              <a:defRPr sz="1725" b="0">
                <a:solidFill>
                  <a:srgbClr val="16253B"/>
                </a:solidFill>
                <a:latin typeface="DejaVu Sans"/>
                <a:ea typeface="DejaVu Sans"/>
                <a:cs typeface="DejaVu Sans"/>
              </a:defRPr>
            </a:lvl4pPr>
            <a:lvl5pPr algn="l">
              <a:defRPr sz="1725" b="0">
                <a:solidFill>
                  <a:srgbClr val="16253B"/>
                </a:solidFill>
                <a:latin typeface="DejaVu Sans"/>
                <a:ea typeface="DejaVu Sans"/>
                <a:cs typeface="DejaVu Sans"/>
              </a:defRPr>
            </a:lvl5pPr>
            <a:lvl6pPr algn="l">
              <a:defRPr sz="1725" b="0">
                <a:solidFill>
                  <a:srgbClr val="16253B"/>
                </a:solidFill>
                <a:latin typeface="DejaVu Sans"/>
                <a:ea typeface="DejaVu Sans"/>
                <a:cs typeface="DejaVu Sans"/>
              </a:defRPr>
            </a:lvl6pPr>
            <a:lvl7pPr algn="l">
              <a:defRPr sz="1725" b="0">
                <a:solidFill>
                  <a:srgbClr val="16253B"/>
                </a:solidFill>
                <a:latin typeface="DejaVu Sans"/>
                <a:ea typeface="DejaVu Sans"/>
                <a:cs typeface="DejaVu Sans"/>
              </a:defRPr>
            </a:lvl7pPr>
            <a:lvl8pPr algn="l">
              <a:defRPr sz="1725" b="0">
                <a:solidFill>
                  <a:srgbClr val="16253B"/>
                </a:solidFill>
                <a:latin typeface="DejaVu Sans"/>
                <a:ea typeface="DejaVu Sans"/>
                <a:cs typeface="DejaVu Sans"/>
              </a:defRPr>
            </a:lvl8pPr>
            <a:lvl9pPr algn="l">
              <a:defRPr sz="1725" b="0">
                <a:solidFill>
                  <a:srgbClr val="16253B"/>
                </a:solidFill>
                <a:latin typeface="DejaVu Sans"/>
                <a:ea typeface="DejaVu Sans"/>
                <a:cs typeface="DejaVu Sans"/>
              </a:defRPr>
            </a:lvl9pPr>
          </a:lstStyle>
          <a:p xmlns:a="http://schemas.openxmlformats.org/drawingml/2006/main">
            <a:pPr algn="l">
              <a:defRPr sz="1725" b="0">
                <a:solidFill>
                  <a:srgbClr val="16253B"/>
                </a:solidFill>
                <a:latin typeface="DejaVu Sans"/>
                <a:ea typeface="DejaVu Sans"/>
                <a:cs typeface="DejaVu Sans"/>
              </a:defRPr>
            </a:pPr>
            <a:r>
              <a:rPr sz="1725" b="0">
                <a:solidFill>
                  <a:srgbClr val="16253B"/>
                </a:solidFill>
                <a:latin typeface="DejaVu Sans"/>
                <a:ea typeface="DejaVu Sans"/>
                <a:cs typeface="DejaVu Sans"/>
              </a:rPr>
              <a:t>Depth hypotheses become 3D points, then pool into metric BEV cells.</a:t>
            </a:r>
          </a:p>
        </p:txBody>
      </p:sp>
    </p:spTree>
    <p:extLst>
      <p:ext uri="{BB962C8B-B14F-4D97-AF65-F5344CB8AC3E}">
        <p14:creationId xmlns:p14="http://schemas.microsoft.com/office/powerpoint/2010/main" val="935994198"/>
      </p:ext>
    </p:extLst>
  </p:cSld>
</p:sld>
</file>

<file path=ppt/slides/slide7.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218" name="slide-title">
            <a:extLst xmlns:a="http://schemas.openxmlformats.org/drawingml/2006/main">
              <a:ext uri="{FF2B5EF4-FFF2-40B4-BE49-F238E27FC236}">
                <a16:creationId xmlns:a16="http://schemas.microsoft.com/office/drawing/2014/main" id="{DE761715-E79C-46E9-996C-40DBDDBA1C90}"/>
              </a:ext>
            </a:extLst>
          </p:cNvPr>
          <p:cNvSpPr>
            <a:spLocks xmlns:a="http://schemas.openxmlformats.org/drawingml/2006/main" noGrp="1"/>
          </p:cNvSpPr>
          <p:nvPr/>
        </p:nvSpPr>
        <p:spPr>
          <a:xfrm xmlns:a="http://schemas.openxmlformats.org/drawingml/2006/main">
            <a:off x="533400" y="361950"/>
            <a:ext cx="1112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6253B"/>
                </a:solidFill>
                <a:latin typeface="DejaVu Sans"/>
                <a:ea typeface="DejaVu Sans"/>
                <a:cs typeface="DejaVu Sans"/>
              </a:defRPr>
            </a:defPPr>
            <a:lvl1pPr algn="l">
              <a:defRPr sz="3300" b="1">
                <a:solidFill>
                  <a:srgbClr val="16253B"/>
                </a:solidFill>
                <a:latin typeface="DejaVu Sans"/>
                <a:ea typeface="DejaVu Sans"/>
                <a:cs typeface="DejaVu Sans"/>
              </a:defRPr>
            </a:lvl1pPr>
            <a:lvl2pPr algn="l">
              <a:defRPr sz="3300" b="1">
                <a:solidFill>
                  <a:srgbClr val="16253B"/>
                </a:solidFill>
                <a:latin typeface="DejaVu Sans"/>
                <a:ea typeface="DejaVu Sans"/>
                <a:cs typeface="DejaVu Sans"/>
              </a:defRPr>
            </a:lvl2pPr>
            <a:lvl3pPr algn="l">
              <a:defRPr sz="3300" b="1">
                <a:solidFill>
                  <a:srgbClr val="16253B"/>
                </a:solidFill>
                <a:latin typeface="DejaVu Sans"/>
                <a:ea typeface="DejaVu Sans"/>
                <a:cs typeface="DejaVu Sans"/>
              </a:defRPr>
            </a:lvl3pPr>
            <a:lvl4pPr algn="l">
              <a:defRPr sz="3300" b="1">
                <a:solidFill>
                  <a:srgbClr val="16253B"/>
                </a:solidFill>
                <a:latin typeface="DejaVu Sans"/>
                <a:ea typeface="DejaVu Sans"/>
                <a:cs typeface="DejaVu Sans"/>
              </a:defRPr>
            </a:lvl4pPr>
            <a:lvl5pPr algn="l">
              <a:defRPr sz="3300" b="1">
                <a:solidFill>
                  <a:srgbClr val="16253B"/>
                </a:solidFill>
                <a:latin typeface="DejaVu Sans"/>
                <a:ea typeface="DejaVu Sans"/>
                <a:cs typeface="DejaVu Sans"/>
              </a:defRPr>
            </a:lvl5pPr>
            <a:lvl6pPr algn="l">
              <a:defRPr sz="3300" b="1">
                <a:solidFill>
                  <a:srgbClr val="16253B"/>
                </a:solidFill>
                <a:latin typeface="DejaVu Sans"/>
                <a:ea typeface="DejaVu Sans"/>
                <a:cs typeface="DejaVu Sans"/>
              </a:defRPr>
            </a:lvl6pPr>
            <a:lvl7pPr algn="l">
              <a:defRPr sz="3300" b="1">
                <a:solidFill>
                  <a:srgbClr val="16253B"/>
                </a:solidFill>
                <a:latin typeface="DejaVu Sans"/>
                <a:ea typeface="DejaVu Sans"/>
                <a:cs typeface="DejaVu Sans"/>
              </a:defRPr>
            </a:lvl7pPr>
            <a:lvl8pPr algn="l">
              <a:defRPr sz="3300" b="1">
                <a:solidFill>
                  <a:srgbClr val="16253B"/>
                </a:solidFill>
                <a:latin typeface="DejaVu Sans"/>
                <a:ea typeface="DejaVu Sans"/>
                <a:cs typeface="DejaVu Sans"/>
              </a:defRPr>
            </a:lvl8pPr>
            <a:lvl9pPr algn="l">
              <a:defRPr sz="3300" b="1">
                <a:solidFill>
                  <a:srgbClr val="16253B"/>
                </a:solidFill>
                <a:latin typeface="DejaVu Sans"/>
                <a:ea typeface="DejaVu Sans"/>
                <a:cs typeface="DejaVu Sans"/>
              </a:defRPr>
            </a:lvl9pPr>
          </a:lstStyle>
          <a:p xmlns:a="http://schemas.openxmlformats.org/drawingml/2006/main">
            <a:pPr algn="l">
              <a:defRPr sz="3300" b="1">
                <a:solidFill>
                  <a:srgbClr val="16253B"/>
                </a:solidFill>
                <a:latin typeface="DejaVu Sans"/>
                <a:ea typeface="DejaVu Sans"/>
                <a:cs typeface="DejaVu Sans"/>
              </a:defRPr>
            </a:pPr>
            <a:r>
              <a:rPr sz="3300" b="1">
                <a:solidFill>
                  <a:srgbClr val="16253B"/>
                </a:solidFill>
                <a:latin typeface="DejaVu Sans"/>
                <a:ea typeface="DejaVu Sans"/>
                <a:cs typeface="DejaVu Sans"/>
              </a:rPr>
              <a:t>LiDAR points become a sparse BEV tensor</a:t>
            </a:r>
          </a:p>
        </p:txBody>
      </p:sp>
      <p:sp>
        <p:nvSpPr>
          <p:cNvPr id="2" name="label-422">
            <a:extLst xmlns:a="http://schemas.openxmlformats.org/drawingml/2006/main">
              <a:ext uri="{FF2B5EF4-FFF2-40B4-BE49-F238E27FC236}">
                <a16:creationId xmlns:a16="http://schemas.microsoft.com/office/drawing/2014/main" id="{4BB43FAA-50D7-4B23-952B-AAE7816A2872}"/>
              </a:ext>
            </a:extLst>
          </p:cNvPr>
          <p:cNvSpPr>
            <a:spLocks xmlns:a="http://schemas.openxmlformats.org/drawingml/2006/main" noGrp="1"/>
          </p:cNvSpPr>
          <p:nvPr/>
        </p:nvSpPr>
        <p:spPr>
          <a:xfrm xmlns:a="http://schemas.openxmlformats.org/drawingml/2006/main">
            <a:off x="11144250" y="64674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77C"/>
                </a:solidFill>
                <a:latin typeface="DejaVu Sans"/>
                <a:ea typeface="DejaVu Sans"/>
                <a:cs typeface="DejaVu Sans"/>
              </a:defRPr>
            </a:defPPr>
            <a:lvl1pPr algn="r">
              <a:defRPr sz="1200" b="0">
                <a:solidFill>
                  <a:srgbClr val="58677C"/>
                </a:solidFill>
                <a:latin typeface="DejaVu Sans"/>
                <a:ea typeface="DejaVu Sans"/>
                <a:cs typeface="DejaVu Sans"/>
              </a:defRPr>
            </a:lvl1pPr>
            <a:lvl2pPr algn="r">
              <a:defRPr sz="1200" b="0">
                <a:solidFill>
                  <a:srgbClr val="58677C"/>
                </a:solidFill>
                <a:latin typeface="DejaVu Sans"/>
                <a:ea typeface="DejaVu Sans"/>
                <a:cs typeface="DejaVu Sans"/>
              </a:defRPr>
            </a:lvl2pPr>
            <a:lvl3pPr algn="r">
              <a:defRPr sz="1200" b="0">
                <a:solidFill>
                  <a:srgbClr val="58677C"/>
                </a:solidFill>
                <a:latin typeface="DejaVu Sans"/>
                <a:ea typeface="DejaVu Sans"/>
                <a:cs typeface="DejaVu Sans"/>
              </a:defRPr>
            </a:lvl3pPr>
            <a:lvl4pPr algn="r">
              <a:defRPr sz="1200" b="0">
                <a:solidFill>
                  <a:srgbClr val="58677C"/>
                </a:solidFill>
                <a:latin typeface="DejaVu Sans"/>
                <a:ea typeface="DejaVu Sans"/>
                <a:cs typeface="DejaVu Sans"/>
              </a:defRPr>
            </a:lvl4pPr>
            <a:lvl5pPr algn="r">
              <a:defRPr sz="1200" b="0">
                <a:solidFill>
                  <a:srgbClr val="58677C"/>
                </a:solidFill>
                <a:latin typeface="DejaVu Sans"/>
                <a:ea typeface="DejaVu Sans"/>
                <a:cs typeface="DejaVu Sans"/>
              </a:defRPr>
            </a:lvl5pPr>
            <a:lvl6pPr algn="r">
              <a:defRPr sz="1200" b="0">
                <a:solidFill>
                  <a:srgbClr val="58677C"/>
                </a:solidFill>
                <a:latin typeface="DejaVu Sans"/>
                <a:ea typeface="DejaVu Sans"/>
                <a:cs typeface="DejaVu Sans"/>
              </a:defRPr>
            </a:lvl6pPr>
            <a:lvl7pPr algn="r">
              <a:defRPr sz="1200" b="0">
                <a:solidFill>
                  <a:srgbClr val="58677C"/>
                </a:solidFill>
                <a:latin typeface="DejaVu Sans"/>
                <a:ea typeface="DejaVu Sans"/>
                <a:cs typeface="DejaVu Sans"/>
              </a:defRPr>
            </a:lvl7pPr>
            <a:lvl8pPr algn="r">
              <a:defRPr sz="1200" b="0">
                <a:solidFill>
                  <a:srgbClr val="58677C"/>
                </a:solidFill>
                <a:latin typeface="DejaVu Sans"/>
                <a:ea typeface="DejaVu Sans"/>
                <a:cs typeface="DejaVu Sans"/>
              </a:defRPr>
            </a:lvl8pPr>
            <a:lvl9pPr algn="r">
              <a:defRPr sz="1200" b="0">
                <a:solidFill>
                  <a:srgbClr val="58677C"/>
                </a:solidFill>
                <a:latin typeface="DejaVu Sans"/>
                <a:ea typeface="DejaVu Sans"/>
                <a:cs typeface="DejaVu Sans"/>
              </a:defRPr>
            </a:lvl9pPr>
          </a:lstStyle>
          <a:p xmlns:a="http://schemas.openxmlformats.org/drawingml/2006/main">
            <a:pPr algn="r">
              <a:defRPr sz="1200" b="0">
                <a:solidFill>
                  <a:srgbClr val="58677C"/>
                </a:solidFill>
                <a:latin typeface="DejaVu Sans"/>
                <a:ea typeface="DejaVu Sans"/>
                <a:cs typeface="DejaVu Sans"/>
              </a:defRPr>
            </a:pPr>
            <a:r>
              <a:rPr sz="1200" b="0">
                <a:solidFill>
                  <a:srgbClr val="58677C"/>
                </a:solidFill>
                <a:latin typeface="DejaVu Sans"/>
                <a:ea typeface="DejaVu Sans"/>
                <a:cs typeface="DejaVu Sans"/>
              </a:rPr>
              <a:t>07</a:t>
            </a:r>
          </a:p>
        </p:txBody>
      </p:sp>
      <p:sp>
        <p:nvSpPr>
          <p:cNvPr id="3" name="label-423">
            <a:extLst xmlns:a="http://schemas.openxmlformats.org/drawingml/2006/main">
              <a:ext uri="{FF2B5EF4-FFF2-40B4-BE49-F238E27FC236}">
                <a16:creationId xmlns:a16="http://schemas.microsoft.com/office/drawing/2014/main" id="{E65D83B4-9847-4D2F-8CD7-779B2B98B0EB}"/>
              </a:ext>
            </a:extLst>
          </p:cNvPr>
          <p:cNvSpPr>
            <a:spLocks xmlns:a="http://schemas.openxmlformats.org/drawingml/2006/main" noGrp="1"/>
          </p:cNvSpPr>
          <p:nvPr/>
        </p:nvSpPr>
        <p:spPr>
          <a:xfrm xmlns:a="http://schemas.openxmlformats.org/drawingml/2006/main">
            <a:off x="533400" y="1381125"/>
            <a:ext cx="2571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C86A1B"/>
                </a:solidFill>
                <a:latin typeface="DejaVu Sans"/>
                <a:ea typeface="DejaVu Sans"/>
                <a:cs typeface="DejaVu Sans"/>
              </a:defRPr>
            </a:defPPr>
            <a:lvl1pPr algn="l">
              <a:defRPr sz="2175" b="1">
                <a:solidFill>
                  <a:srgbClr val="C86A1B"/>
                </a:solidFill>
                <a:latin typeface="DejaVu Sans"/>
                <a:ea typeface="DejaVu Sans"/>
                <a:cs typeface="DejaVu Sans"/>
              </a:defRPr>
            </a:lvl1pPr>
            <a:lvl2pPr algn="l">
              <a:defRPr sz="2175" b="1">
                <a:solidFill>
                  <a:srgbClr val="C86A1B"/>
                </a:solidFill>
                <a:latin typeface="DejaVu Sans"/>
                <a:ea typeface="DejaVu Sans"/>
                <a:cs typeface="DejaVu Sans"/>
              </a:defRPr>
            </a:lvl2pPr>
            <a:lvl3pPr algn="l">
              <a:defRPr sz="2175" b="1">
                <a:solidFill>
                  <a:srgbClr val="C86A1B"/>
                </a:solidFill>
                <a:latin typeface="DejaVu Sans"/>
                <a:ea typeface="DejaVu Sans"/>
                <a:cs typeface="DejaVu Sans"/>
              </a:defRPr>
            </a:lvl3pPr>
            <a:lvl4pPr algn="l">
              <a:defRPr sz="2175" b="1">
                <a:solidFill>
                  <a:srgbClr val="C86A1B"/>
                </a:solidFill>
                <a:latin typeface="DejaVu Sans"/>
                <a:ea typeface="DejaVu Sans"/>
                <a:cs typeface="DejaVu Sans"/>
              </a:defRPr>
            </a:lvl4pPr>
            <a:lvl5pPr algn="l">
              <a:defRPr sz="2175" b="1">
                <a:solidFill>
                  <a:srgbClr val="C86A1B"/>
                </a:solidFill>
                <a:latin typeface="DejaVu Sans"/>
                <a:ea typeface="DejaVu Sans"/>
                <a:cs typeface="DejaVu Sans"/>
              </a:defRPr>
            </a:lvl5pPr>
            <a:lvl6pPr algn="l">
              <a:defRPr sz="2175" b="1">
                <a:solidFill>
                  <a:srgbClr val="C86A1B"/>
                </a:solidFill>
                <a:latin typeface="DejaVu Sans"/>
                <a:ea typeface="DejaVu Sans"/>
                <a:cs typeface="DejaVu Sans"/>
              </a:defRPr>
            </a:lvl6pPr>
            <a:lvl7pPr algn="l">
              <a:defRPr sz="2175" b="1">
                <a:solidFill>
                  <a:srgbClr val="C86A1B"/>
                </a:solidFill>
                <a:latin typeface="DejaVu Sans"/>
                <a:ea typeface="DejaVu Sans"/>
                <a:cs typeface="DejaVu Sans"/>
              </a:defRPr>
            </a:lvl7pPr>
            <a:lvl8pPr algn="l">
              <a:defRPr sz="2175" b="1">
                <a:solidFill>
                  <a:srgbClr val="C86A1B"/>
                </a:solidFill>
                <a:latin typeface="DejaVu Sans"/>
                <a:ea typeface="DejaVu Sans"/>
                <a:cs typeface="DejaVu Sans"/>
              </a:defRPr>
            </a:lvl8pPr>
            <a:lvl9pPr algn="l">
              <a:defRPr sz="2175" b="1">
                <a:solidFill>
                  <a:srgbClr val="C86A1B"/>
                </a:solidFill>
                <a:latin typeface="DejaVu Sans"/>
                <a:ea typeface="DejaVu Sans"/>
                <a:cs typeface="DejaVu Sans"/>
              </a:defRPr>
            </a:lvl9pPr>
          </a:lstStyle>
          <a:p xmlns:a="http://schemas.openxmlformats.org/drawingml/2006/main">
            <a:pPr algn="l">
              <a:defRPr sz="2175" b="1">
                <a:solidFill>
                  <a:srgbClr val="C86A1B"/>
                </a:solidFill>
                <a:latin typeface="DejaVu Sans"/>
                <a:ea typeface="DejaVu Sans"/>
                <a:cs typeface="DejaVu Sans"/>
              </a:defRPr>
            </a:pPr>
            <a:r>
              <a:rPr sz="2175" b="1">
                <a:solidFill>
                  <a:srgbClr val="C86A1B"/>
                </a:solidFill>
                <a:latin typeface="DejaVu Sans"/>
                <a:ea typeface="DejaVu Sans"/>
                <a:cs typeface="DejaVu Sans"/>
              </a:rPr>
              <a:t>Points</a:t>
            </a:r>
          </a:p>
        </p:txBody>
      </p:sp>
      <p:sp>
        <p:nvSpPr>
          <p:cNvPr id="4" name="shape-424">
            <a:extLst xmlns:a="http://schemas.openxmlformats.org/drawingml/2006/main">
              <a:ext uri="{FF2B5EF4-FFF2-40B4-BE49-F238E27FC236}">
                <a16:creationId xmlns:a16="http://schemas.microsoft.com/office/drawing/2014/main" id="{81292F1A-1CD4-4340-B189-B4EEAED7BE5C}"/>
              </a:ext>
            </a:extLst>
          </p:cNvPr>
          <p:cNvSpPr>
            <a:spLocks xmlns:a="http://schemas.openxmlformats.org/drawingml/2006/main" noGrp="1"/>
          </p:cNvSpPr>
          <p:nvPr/>
        </p:nvSpPr>
        <p:spPr>
          <a:xfrm xmlns:a="http://schemas.openxmlformats.org/drawingml/2006/main" rot="0">
            <a:off x="638175" y="2190750"/>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5" name="shape-425">
            <a:extLst xmlns:a="http://schemas.openxmlformats.org/drawingml/2006/main">
              <a:ext uri="{FF2B5EF4-FFF2-40B4-BE49-F238E27FC236}">
                <a16:creationId xmlns:a16="http://schemas.microsoft.com/office/drawing/2014/main" id="{1F4B80CF-D271-4FCB-B266-4B31BB20AE49}"/>
              </a:ext>
            </a:extLst>
          </p:cNvPr>
          <p:cNvSpPr>
            <a:spLocks xmlns:a="http://schemas.openxmlformats.org/drawingml/2006/main" noGrp="1"/>
          </p:cNvSpPr>
          <p:nvPr/>
        </p:nvSpPr>
        <p:spPr>
          <a:xfrm xmlns:a="http://schemas.openxmlformats.org/drawingml/2006/main" rot="0">
            <a:off x="1378268" y="3038078"/>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6" name="shape-426">
            <a:extLst xmlns:a="http://schemas.openxmlformats.org/drawingml/2006/main">
              <a:ext uri="{FF2B5EF4-FFF2-40B4-BE49-F238E27FC236}">
                <a16:creationId xmlns:a16="http://schemas.microsoft.com/office/drawing/2014/main" id="{2F4BD634-0813-4ADF-86CA-FC54BAC7F69B}"/>
              </a:ext>
            </a:extLst>
          </p:cNvPr>
          <p:cNvSpPr>
            <a:spLocks xmlns:a="http://schemas.openxmlformats.org/drawingml/2006/main" noGrp="1"/>
          </p:cNvSpPr>
          <p:nvPr/>
        </p:nvSpPr>
        <p:spPr>
          <a:xfrm xmlns:a="http://schemas.openxmlformats.org/drawingml/2006/main" rot="0">
            <a:off x="2118360" y="2538016"/>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7" name="shape-427">
            <a:extLst xmlns:a="http://schemas.openxmlformats.org/drawingml/2006/main">
              <a:ext uri="{FF2B5EF4-FFF2-40B4-BE49-F238E27FC236}">
                <a16:creationId xmlns:a16="http://schemas.microsoft.com/office/drawing/2014/main" id="{E9FBC37D-C90B-4204-9AED-3490F3905A16}"/>
              </a:ext>
            </a:extLst>
          </p:cNvPr>
          <p:cNvSpPr>
            <a:spLocks xmlns:a="http://schemas.openxmlformats.org/drawingml/2006/main" noGrp="1"/>
          </p:cNvSpPr>
          <p:nvPr/>
        </p:nvSpPr>
        <p:spPr>
          <a:xfrm xmlns:a="http://schemas.openxmlformats.org/drawingml/2006/main" rot="0">
            <a:off x="838200" y="3385344"/>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8" name="shape-428">
            <a:extLst xmlns:a="http://schemas.openxmlformats.org/drawingml/2006/main">
              <a:ext uri="{FF2B5EF4-FFF2-40B4-BE49-F238E27FC236}">
                <a16:creationId xmlns:a16="http://schemas.microsoft.com/office/drawing/2014/main" id="{0BFE5DE1-D607-47FA-A620-6349D5841E6E}"/>
              </a:ext>
            </a:extLst>
          </p:cNvPr>
          <p:cNvSpPr>
            <a:spLocks xmlns:a="http://schemas.openxmlformats.org/drawingml/2006/main" noGrp="1"/>
          </p:cNvSpPr>
          <p:nvPr/>
        </p:nvSpPr>
        <p:spPr>
          <a:xfrm xmlns:a="http://schemas.openxmlformats.org/drawingml/2006/main" rot="0">
            <a:off x="1578293" y="2885281"/>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9" name="shape-429">
            <a:extLst xmlns:a="http://schemas.openxmlformats.org/drawingml/2006/main">
              <a:ext uri="{FF2B5EF4-FFF2-40B4-BE49-F238E27FC236}">
                <a16:creationId xmlns:a16="http://schemas.microsoft.com/office/drawing/2014/main" id="{12BBA998-8A58-4692-A18B-4240182B975A}"/>
              </a:ext>
            </a:extLst>
          </p:cNvPr>
          <p:cNvSpPr>
            <a:spLocks xmlns:a="http://schemas.openxmlformats.org/drawingml/2006/main" noGrp="1"/>
          </p:cNvSpPr>
          <p:nvPr/>
        </p:nvSpPr>
        <p:spPr>
          <a:xfrm xmlns:a="http://schemas.openxmlformats.org/drawingml/2006/main" rot="0">
            <a:off x="2318385" y="2385219"/>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10" name="shape-430">
            <a:extLst xmlns:a="http://schemas.openxmlformats.org/drawingml/2006/main">
              <a:ext uri="{FF2B5EF4-FFF2-40B4-BE49-F238E27FC236}">
                <a16:creationId xmlns:a16="http://schemas.microsoft.com/office/drawing/2014/main" id="{694924EF-431E-40E2-8B1A-F6EA5EF96AD0}"/>
              </a:ext>
            </a:extLst>
          </p:cNvPr>
          <p:cNvSpPr>
            <a:spLocks xmlns:a="http://schemas.openxmlformats.org/drawingml/2006/main" noGrp="1"/>
          </p:cNvSpPr>
          <p:nvPr/>
        </p:nvSpPr>
        <p:spPr>
          <a:xfrm xmlns:a="http://schemas.openxmlformats.org/drawingml/2006/main" rot="0">
            <a:off x="1038225" y="3232547"/>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11" name="shape-431">
            <a:extLst xmlns:a="http://schemas.openxmlformats.org/drawingml/2006/main">
              <a:ext uri="{FF2B5EF4-FFF2-40B4-BE49-F238E27FC236}">
                <a16:creationId xmlns:a16="http://schemas.microsoft.com/office/drawing/2014/main" id="{219BBB31-DD6A-4EC3-9C0E-CF67EC69696F}"/>
              </a:ext>
            </a:extLst>
          </p:cNvPr>
          <p:cNvSpPr>
            <a:spLocks xmlns:a="http://schemas.openxmlformats.org/drawingml/2006/main" noGrp="1"/>
          </p:cNvSpPr>
          <p:nvPr/>
        </p:nvSpPr>
        <p:spPr>
          <a:xfrm xmlns:a="http://schemas.openxmlformats.org/drawingml/2006/main" rot="0">
            <a:off x="1778318" y="2732484"/>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12" name="shape-432">
            <a:extLst xmlns:a="http://schemas.openxmlformats.org/drawingml/2006/main">
              <a:ext uri="{FF2B5EF4-FFF2-40B4-BE49-F238E27FC236}">
                <a16:creationId xmlns:a16="http://schemas.microsoft.com/office/drawing/2014/main" id="{FA068B84-B859-43D2-A84E-9A1892662C80}"/>
              </a:ext>
            </a:extLst>
          </p:cNvPr>
          <p:cNvSpPr>
            <a:spLocks xmlns:a="http://schemas.openxmlformats.org/drawingml/2006/main" noGrp="1"/>
          </p:cNvSpPr>
          <p:nvPr/>
        </p:nvSpPr>
        <p:spPr>
          <a:xfrm xmlns:a="http://schemas.openxmlformats.org/drawingml/2006/main" rot="0">
            <a:off x="2518410" y="2232422"/>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13" name="shape-433">
            <a:extLst xmlns:a="http://schemas.openxmlformats.org/drawingml/2006/main">
              <a:ext uri="{FF2B5EF4-FFF2-40B4-BE49-F238E27FC236}">
                <a16:creationId xmlns:a16="http://schemas.microsoft.com/office/drawing/2014/main" id="{3D10B80F-737A-46AD-B1E1-89D24736170E}"/>
              </a:ext>
            </a:extLst>
          </p:cNvPr>
          <p:cNvSpPr>
            <a:spLocks xmlns:a="http://schemas.openxmlformats.org/drawingml/2006/main" noGrp="1"/>
          </p:cNvSpPr>
          <p:nvPr/>
        </p:nvSpPr>
        <p:spPr>
          <a:xfrm xmlns:a="http://schemas.openxmlformats.org/drawingml/2006/main" rot="0">
            <a:off x="1238250" y="3079750"/>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14" name="shape-434">
            <a:extLst xmlns:a="http://schemas.openxmlformats.org/drawingml/2006/main">
              <a:ext uri="{FF2B5EF4-FFF2-40B4-BE49-F238E27FC236}">
                <a16:creationId xmlns:a16="http://schemas.microsoft.com/office/drawing/2014/main" id="{CE7D8B9B-BE9D-44E6-8CE0-71C369E4E428}"/>
              </a:ext>
            </a:extLst>
          </p:cNvPr>
          <p:cNvSpPr>
            <a:spLocks xmlns:a="http://schemas.openxmlformats.org/drawingml/2006/main" noGrp="1"/>
          </p:cNvSpPr>
          <p:nvPr/>
        </p:nvSpPr>
        <p:spPr>
          <a:xfrm xmlns:a="http://schemas.openxmlformats.org/drawingml/2006/main" rot="0">
            <a:off x="1978343" y="2579688"/>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15" name="shape-435">
            <a:extLst xmlns:a="http://schemas.openxmlformats.org/drawingml/2006/main">
              <a:ext uri="{FF2B5EF4-FFF2-40B4-BE49-F238E27FC236}">
                <a16:creationId xmlns:a16="http://schemas.microsoft.com/office/drawing/2014/main" id="{739CE77E-81FA-4F7B-9B42-C3923DD82710}"/>
              </a:ext>
            </a:extLst>
          </p:cNvPr>
          <p:cNvSpPr>
            <a:spLocks xmlns:a="http://schemas.openxmlformats.org/drawingml/2006/main" noGrp="1"/>
          </p:cNvSpPr>
          <p:nvPr/>
        </p:nvSpPr>
        <p:spPr>
          <a:xfrm xmlns:a="http://schemas.openxmlformats.org/drawingml/2006/main" rot="0">
            <a:off x="698183" y="3427016"/>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16" name="shape-436">
            <a:extLst xmlns:a="http://schemas.openxmlformats.org/drawingml/2006/main">
              <a:ext uri="{FF2B5EF4-FFF2-40B4-BE49-F238E27FC236}">
                <a16:creationId xmlns:a16="http://schemas.microsoft.com/office/drawing/2014/main" id="{A80C5663-D755-445E-B54A-3E6D226A6788}"/>
              </a:ext>
            </a:extLst>
          </p:cNvPr>
          <p:cNvSpPr>
            <a:spLocks xmlns:a="http://schemas.openxmlformats.org/drawingml/2006/main" noGrp="1"/>
          </p:cNvSpPr>
          <p:nvPr/>
        </p:nvSpPr>
        <p:spPr>
          <a:xfrm xmlns:a="http://schemas.openxmlformats.org/drawingml/2006/main" rot="0">
            <a:off x="1438275" y="2926953"/>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17" name="shape-437">
            <a:extLst xmlns:a="http://schemas.openxmlformats.org/drawingml/2006/main">
              <a:ext uri="{FF2B5EF4-FFF2-40B4-BE49-F238E27FC236}">
                <a16:creationId xmlns:a16="http://schemas.microsoft.com/office/drawing/2014/main" id="{606E09D2-370E-496F-B29B-B6260018FCD0}"/>
              </a:ext>
            </a:extLst>
          </p:cNvPr>
          <p:cNvSpPr>
            <a:spLocks xmlns:a="http://schemas.openxmlformats.org/drawingml/2006/main" noGrp="1"/>
          </p:cNvSpPr>
          <p:nvPr/>
        </p:nvSpPr>
        <p:spPr>
          <a:xfrm xmlns:a="http://schemas.openxmlformats.org/drawingml/2006/main" rot="0">
            <a:off x="2178368" y="2426891"/>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18" name="shape-438">
            <a:extLst xmlns:a="http://schemas.openxmlformats.org/drawingml/2006/main">
              <a:ext uri="{FF2B5EF4-FFF2-40B4-BE49-F238E27FC236}">
                <a16:creationId xmlns:a16="http://schemas.microsoft.com/office/drawing/2014/main" id="{155933C3-7F8E-4230-BB4F-695BD7C4498D}"/>
              </a:ext>
            </a:extLst>
          </p:cNvPr>
          <p:cNvSpPr>
            <a:spLocks xmlns:a="http://schemas.openxmlformats.org/drawingml/2006/main" noGrp="1"/>
          </p:cNvSpPr>
          <p:nvPr/>
        </p:nvSpPr>
        <p:spPr>
          <a:xfrm xmlns:a="http://schemas.openxmlformats.org/drawingml/2006/main" rot="0">
            <a:off x="898208" y="3274219"/>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19" name="shape-439">
            <a:extLst xmlns:a="http://schemas.openxmlformats.org/drawingml/2006/main">
              <a:ext uri="{FF2B5EF4-FFF2-40B4-BE49-F238E27FC236}">
                <a16:creationId xmlns:a16="http://schemas.microsoft.com/office/drawing/2014/main" id="{146FD84F-DAAA-460B-A96B-93D374473A9C}"/>
              </a:ext>
            </a:extLst>
          </p:cNvPr>
          <p:cNvSpPr>
            <a:spLocks xmlns:a="http://schemas.openxmlformats.org/drawingml/2006/main" noGrp="1"/>
          </p:cNvSpPr>
          <p:nvPr/>
        </p:nvSpPr>
        <p:spPr>
          <a:xfrm xmlns:a="http://schemas.openxmlformats.org/drawingml/2006/main" rot="0">
            <a:off x="1638300" y="2774156"/>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20" name="shape-440">
            <a:extLst xmlns:a="http://schemas.openxmlformats.org/drawingml/2006/main">
              <a:ext uri="{FF2B5EF4-FFF2-40B4-BE49-F238E27FC236}">
                <a16:creationId xmlns:a16="http://schemas.microsoft.com/office/drawing/2014/main" id="{83B52247-8AC1-4D6F-88CD-9E1B961CBBAF}"/>
              </a:ext>
            </a:extLst>
          </p:cNvPr>
          <p:cNvSpPr>
            <a:spLocks xmlns:a="http://schemas.openxmlformats.org/drawingml/2006/main" noGrp="1"/>
          </p:cNvSpPr>
          <p:nvPr/>
        </p:nvSpPr>
        <p:spPr>
          <a:xfrm xmlns:a="http://schemas.openxmlformats.org/drawingml/2006/main" rot="0">
            <a:off x="2378393" y="2274094"/>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21" name="shape-441">
            <a:extLst xmlns:a="http://schemas.openxmlformats.org/drawingml/2006/main">
              <a:ext uri="{FF2B5EF4-FFF2-40B4-BE49-F238E27FC236}">
                <a16:creationId xmlns:a16="http://schemas.microsoft.com/office/drawing/2014/main" id="{8DF6FD63-A94A-4DBC-BAD6-465A0A975246}"/>
              </a:ext>
            </a:extLst>
          </p:cNvPr>
          <p:cNvSpPr>
            <a:spLocks xmlns:a="http://schemas.openxmlformats.org/drawingml/2006/main" noGrp="1"/>
          </p:cNvSpPr>
          <p:nvPr/>
        </p:nvSpPr>
        <p:spPr>
          <a:xfrm xmlns:a="http://schemas.openxmlformats.org/drawingml/2006/main" rot="0">
            <a:off x="1098233" y="3121422"/>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22" name="shape-442">
            <a:extLst xmlns:a="http://schemas.openxmlformats.org/drawingml/2006/main">
              <a:ext uri="{FF2B5EF4-FFF2-40B4-BE49-F238E27FC236}">
                <a16:creationId xmlns:a16="http://schemas.microsoft.com/office/drawing/2014/main" id="{B22D48B6-74FD-43D0-B32D-E4955D56DC74}"/>
              </a:ext>
            </a:extLst>
          </p:cNvPr>
          <p:cNvSpPr>
            <a:spLocks xmlns:a="http://schemas.openxmlformats.org/drawingml/2006/main" noGrp="1"/>
          </p:cNvSpPr>
          <p:nvPr/>
        </p:nvSpPr>
        <p:spPr>
          <a:xfrm xmlns:a="http://schemas.openxmlformats.org/drawingml/2006/main" rot="0">
            <a:off x="1838325" y="2621359"/>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23" name="shape-443">
            <a:extLst xmlns:a="http://schemas.openxmlformats.org/drawingml/2006/main">
              <a:ext uri="{FF2B5EF4-FFF2-40B4-BE49-F238E27FC236}">
                <a16:creationId xmlns:a16="http://schemas.microsoft.com/office/drawing/2014/main" id="{75B65600-5DFA-42B5-9FCC-2F5ABF4CD722}"/>
              </a:ext>
            </a:extLst>
          </p:cNvPr>
          <p:cNvSpPr>
            <a:spLocks xmlns:a="http://schemas.openxmlformats.org/drawingml/2006/main" noGrp="1"/>
          </p:cNvSpPr>
          <p:nvPr/>
        </p:nvSpPr>
        <p:spPr>
          <a:xfrm xmlns:a="http://schemas.openxmlformats.org/drawingml/2006/main" rot="0">
            <a:off x="2578418" y="3468688"/>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24" name="shape-444">
            <a:extLst xmlns:a="http://schemas.openxmlformats.org/drawingml/2006/main">
              <a:ext uri="{FF2B5EF4-FFF2-40B4-BE49-F238E27FC236}">
                <a16:creationId xmlns:a16="http://schemas.microsoft.com/office/drawing/2014/main" id="{53B657F4-F0DE-4482-9FFA-86084D5BBA42}"/>
              </a:ext>
            </a:extLst>
          </p:cNvPr>
          <p:cNvSpPr>
            <a:spLocks xmlns:a="http://schemas.openxmlformats.org/drawingml/2006/main" noGrp="1"/>
          </p:cNvSpPr>
          <p:nvPr/>
        </p:nvSpPr>
        <p:spPr>
          <a:xfrm xmlns:a="http://schemas.openxmlformats.org/drawingml/2006/main" rot="0">
            <a:off x="1298258" y="2968625"/>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25" name="shape-445">
            <a:extLst xmlns:a="http://schemas.openxmlformats.org/drawingml/2006/main">
              <a:ext uri="{FF2B5EF4-FFF2-40B4-BE49-F238E27FC236}">
                <a16:creationId xmlns:a16="http://schemas.microsoft.com/office/drawing/2014/main" id="{3B9292CA-7630-48D1-9A78-92AD67D9F673}"/>
              </a:ext>
            </a:extLst>
          </p:cNvPr>
          <p:cNvSpPr>
            <a:spLocks xmlns:a="http://schemas.openxmlformats.org/drawingml/2006/main" noGrp="1"/>
          </p:cNvSpPr>
          <p:nvPr/>
        </p:nvSpPr>
        <p:spPr>
          <a:xfrm xmlns:a="http://schemas.openxmlformats.org/drawingml/2006/main" rot="0">
            <a:off x="2038350" y="2468563"/>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26" name="shape-446">
            <a:extLst xmlns:a="http://schemas.openxmlformats.org/drawingml/2006/main">
              <a:ext uri="{FF2B5EF4-FFF2-40B4-BE49-F238E27FC236}">
                <a16:creationId xmlns:a16="http://schemas.microsoft.com/office/drawing/2014/main" id="{CFFFB048-8EF3-43A0-9B0F-FB5131DE0E43}"/>
              </a:ext>
            </a:extLst>
          </p:cNvPr>
          <p:cNvSpPr>
            <a:spLocks xmlns:a="http://schemas.openxmlformats.org/drawingml/2006/main" noGrp="1"/>
          </p:cNvSpPr>
          <p:nvPr/>
        </p:nvSpPr>
        <p:spPr>
          <a:xfrm xmlns:a="http://schemas.openxmlformats.org/drawingml/2006/main" rot="0">
            <a:off x="758190" y="3315891"/>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27" name="shape-447">
            <a:extLst xmlns:a="http://schemas.openxmlformats.org/drawingml/2006/main">
              <a:ext uri="{FF2B5EF4-FFF2-40B4-BE49-F238E27FC236}">
                <a16:creationId xmlns:a16="http://schemas.microsoft.com/office/drawing/2014/main" id="{A55630B3-122F-4EA7-AB3C-A0CEC5D37A9E}"/>
              </a:ext>
            </a:extLst>
          </p:cNvPr>
          <p:cNvSpPr>
            <a:spLocks xmlns:a="http://schemas.openxmlformats.org/drawingml/2006/main" noGrp="1"/>
          </p:cNvSpPr>
          <p:nvPr/>
        </p:nvSpPr>
        <p:spPr>
          <a:xfrm xmlns:a="http://schemas.openxmlformats.org/drawingml/2006/main" rot="0">
            <a:off x="1498283" y="2815828"/>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28" name="shape-448">
            <a:extLst xmlns:a="http://schemas.openxmlformats.org/drawingml/2006/main">
              <a:ext uri="{FF2B5EF4-FFF2-40B4-BE49-F238E27FC236}">
                <a16:creationId xmlns:a16="http://schemas.microsoft.com/office/drawing/2014/main" id="{5433C219-FDF9-4217-9777-C353C4CA9232}"/>
              </a:ext>
            </a:extLst>
          </p:cNvPr>
          <p:cNvSpPr>
            <a:spLocks xmlns:a="http://schemas.openxmlformats.org/drawingml/2006/main" noGrp="1"/>
          </p:cNvSpPr>
          <p:nvPr/>
        </p:nvSpPr>
        <p:spPr>
          <a:xfrm xmlns:a="http://schemas.openxmlformats.org/drawingml/2006/main" rot="0">
            <a:off x="2238375" y="2315766"/>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29" name="shape-449">
            <a:extLst xmlns:a="http://schemas.openxmlformats.org/drawingml/2006/main">
              <a:ext uri="{FF2B5EF4-FFF2-40B4-BE49-F238E27FC236}">
                <a16:creationId xmlns:a16="http://schemas.microsoft.com/office/drawing/2014/main" id="{6EF50563-9117-49B7-A428-BFADE6CD0EB1}"/>
              </a:ext>
            </a:extLst>
          </p:cNvPr>
          <p:cNvSpPr>
            <a:spLocks xmlns:a="http://schemas.openxmlformats.org/drawingml/2006/main" noGrp="1"/>
          </p:cNvSpPr>
          <p:nvPr/>
        </p:nvSpPr>
        <p:spPr>
          <a:xfrm xmlns:a="http://schemas.openxmlformats.org/drawingml/2006/main" rot="0">
            <a:off x="958215" y="3163094"/>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30" name="shape-450">
            <a:extLst xmlns:a="http://schemas.openxmlformats.org/drawingml/2006/main">
              <a:ext uri="{FF2B5EF4-FFF2-40B4-BE49-F238E27FC236}">
                <a16:creationId xmlns:a16="http://schemas.microsoft.com/office/drawing/2014/main" id="{51EC8095-AA2D-4374-9685-32963813117E}"/>
              </a:ext>
            </a:extLst>
          </p:cNvPr>
          <p:cNvSpPr>
            <a:spLocks xmlns:a="http://schemas.openxmlformats.org/drawingml/2006/main" noGrp="1"/>
          </p:cNvSpPr>
          <p:nvPr/>
        </p:nvSpPr>
        <p:spPr>
          <a:xfrm xmlns:a="http://schemas.openxmlformats.org/drawingml/2006/main" rot="0">
            <a:off x="1698308" y="2663031"/>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31" name="shape-451">
            <a:extLst xmlns:a="http://schemas.openxmlformats.org/drawingml/2006/main">
              <a:ext uri="{FF2B5EF4-FFF2-40B4-BE49-F238E27FC236}">
                <a16:creationId xmlns:a16="http://schemas.microsoft.com/office/drawing/2014/main" id="{326E78B2-150A-44C1-B19B-4141C30CA29C}"/>
              </a:ext>
            </a:extLst>
          </p:cNvPr>
          <p:cNvSpPr>
            <a:spLocks xmlns:a="http://schemas.openxmlformats.org/drawingml/2006/main" noGrp="1"/>
          </p:cNvSpPr>
          <p:nvPr/>
        </p:nvSpPr>
        <p:spPr>
          <a:xfrm xmlns:a="http://schemas.openxmlformats.org/drawingml/2006/main" rot="0">
            <a:off x="2438400" y="3510359"/>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32" name="shape-452">
            <a:extLst xmlns:a="http://schemas.openxmlformats.org/drawingml/2006/main">
              <a:ext uri="{FF2B5EF4-FFF2-40B4-BE49-F238E27FC236}">
                <a16:creationId xmlns:a16="http://schemas.microsoft.com/office/drawing/2014/main" id="{B27F86D6-0C20-45EE-AB9B-9314B478C6C4}"/>
              </a:ext>
            </a:extLst>
          </p:cNvPr>
          <p:cNvSpPr>
            <a:spLocks xmlns:a="http://schemas.openxmlformats.org/drawingml/2006/main" noGrp="1"/>
          </p:cNvSpPr>
          <p:nvPr/>
        </p:nvSpPr>
        <p:spPr>
          <a:xfrm xmlns:a="http://schemas.openxmlformats.org/drawingml/2006/main" rot="0">
            <a:off x="1158240" y="3010297"/>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33" name="shape-453">
            <a:extLst xmlns:a="http://schemas.openxmlformats.org/drawingml/2006/main">
              <a:ext uri="{FF2B5EF4-FFF2-40B4-BE49-F238E27FC236}">
                <a16:creationId xmlns:a16="http://schemas.microsoft.com/office/drawing/2014/main" id="{8FDD83B3-C1CC-4A50-96BB-6CD103E252BD}"/>
              </a:ext>
            </a:extLst>
          </p:cNvPr>
          <p:cNvSpPr>
            <a:spLocks xmlns:a="http://schemas.openxmlformats.org/drawingml/2006/main" noGrp="1"/>
          </p:cNvSpPr>
          <p:nvPr/>
        </p:nvSpPr>
        <p:spPr>
          <a:xfrm xmlns:a="http://schemas.openxmlformats.org/drawingml/2006/main" rot="0">
            <a:off x="1898333" y="2510234"/>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34" name="shape-454">
            <a:extLst xmlns:a="http://schemas.openxmlformats.org/drawingml/2006/main">
              <a:ext uri="{FF2B5EF4-FFF2-40B4-BE49-F238E27FC236}">
                <a16:creationId xmlns:a16="http://schemas.microsoft.com/office/drawing/2014/main" id="{EC045979-F61E-4653-95B5-465A0B65A52E}"/>
              </a:ext>
            </a:extLst>
          </p:cNvPr>
          <p:cNvSpPr>
            <a:spLocks xmlns:a="http://schemas.openxmlformats.org/drawingml/2006/main" noGrp="1"/>
          </p:cNvSpPr>
          <p:nvPr/>
        </p:nvSpPr>
        <p:spPr>
          <a:xfrm xmlns:a="http://schemas.openxmlformats.org/drawingml/2006/main" rot="0">
            <a:off x="2638425" y="3357563"/>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35" name="shape-455">
            <a:extLst xmlns:a="http://schemas.openxmlformats.org/drawingml/2006/main">
              <a:ext uri="{FF2B5EF4-FFF2-40B4-BE49-F238E27FC236}">
                <a16:creationId xmlns:a16="http://schemas.microsoft.com/office/drawing/2014/main" id="{5F792027-5DD8-4C09-84AE-E904C1CEFFB4}"/>
              </a:ext>
            </a:extLst>
          </p:cNvPr>
          <p:cNvSpPr>
            <a:spLocks xmlns:a="http://schemas.openxmlformats.org/drawingml/2006/main" noGrp="1"/>
          </p:cNvSpPr>
          <p:nvPr/>
        </p:nvSpPr>
        <p:spPr>
          <a:xfrm xmlns:a="http://schemas.openxmlformats.org/drawingml/2006/main" rot="0">
            <a:off x="1358265" y="2857500"/>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36" name="shape-456">
            <a:extLst xmlns:a="http://schemas.openxmlformats.org/drawingml/2006/main">
              <a:ext uri="{FF2B5EF4-FFF2-40B4-BE49-F238E27FC236}">
                <a16:creationId xmlns:a16="http://schemas.microsoft.com/office/drawing/2014/main" id="{9451E6AB-C98E-4272-94CB-4E5ED148EC51}"/>
              </a:ext>
            </a:extLst>
          </p:cNvPr>
          <p:cNvSpPr>
            <a:spLocks xmlns:a="http://schemas.openxmlformats.org/drawingml/2006/main" noGrp="1"/>
          </p:cNvSpPr>
          <p:nvPr/>
        </p:nvSpPr>
        <p:spPr>
          <a:xfrm xmlns:a="http://schemas.openxmlformats.org/drawingml/2006/main" rot="0">
            <a:off x="2098358" y="2357438"/>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37" name="shape-457">
            <a:extLst xmlns:a="http://schemas.openxmlformats.org/drawingml/2006/main">
              <a:ext uri="{FF2B5EF4-FFF2-40B4-BE49-F238E27FC236}">
                <a16:creationId xmlns:a16="http://schemas.microsoft.com/office/drawing/2014/main" id="{76980207-39A9-4350-8BEA-495784579635}"/>
              </a:ext>
            </a:extLst>
          </p:cNvPr>
          <p:cNvSpPr>
            <a:spLocks xmlns:a="http://schemas.openxmlformats.org/drawingml/2006/main" noGrp="1"/>
          </p:cNvSpPr>
          <p:nvPr/>
        </p:nvSpPr>
        <p:spPr>
          <a:xfrm xmlns:a="http://schemas.openxmlformats.org/drawingml/2006/main" rot="0">
            <a:off x="818198" y="3204766"/>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38" name="shape-458">
            <a:extLst xmlns:a="http://schemas.openxmlformats.org/drawingml/2006/main">
              <a:ext uri="{FF2B5EF4-FFF2-40B4-BE49-F238E27FC236}">
                <a16:creationId xmlns:a16="http://schemas.microsoft.com/office/drawing/2014/main" id="{50A48828-E21D-4E70-AFC1-690B826D8EE7}"/>
              </a:ext>
            </a:extLst>
          </p:cNvPr>
          <p:cNvSpPr>
            <a:spLocks xmlns:a="http://schemas.openxmlformats.org/drawingml/2006/main" noGrp="1"/>
          </p:cNvSpPr>
          <p:nvPr/>
        </p:nvSpPr>
        <p:spPr>
          <a:xfrm xmlns:a="http://schemas.openxmlformats.org/drawingml/2006/main" rot="0">
            <a:off x="1558290" y="2704703"/>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39" name="shape-459">
            <a:extLst xmlns:a="http://schemas.openxmlformats.org/drawingml/2006/main">
              <a:ext uri="{FF2B5EF4-FFF2-40B4-BE49-F238E27FC236}">
                <a16:creationId xmlns:a16="http://schemas.microsoft.com/office/drawing/2014/main" id="{07937EC0-05FE-4B6A-981E-20BA7699F7DD}"/>
              </a:ext>
            </a:extLst>
          </p:cNvPr>
          <p:cNvSpPr>
            <a:spLocks xmlns:a="http://schemas.openxmlformats.org/drawingml/2006/main" noGrp="1"/>
          </p:cNvSpPr>
          <p:nvPr/>
        </p:nvSpPr>
        <p:spPr>
          <a:xfrm xmlns:a="http://schemas.openxmlformats.org/drawingml/2006/main" rot="0">
            <a:off x="2298383" y="2204641"/>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40" name="shape-460">
            <a:extLst xmlns:a="http://schemas.openxmlformats.org/drawingml/2006/main">
              <a:ext uri="{FF2B5EF4-FFF2-40B4-BE49-F238E27FC236}">
                <a16:creationId xmlns:a16="http://schemas.microsoft.com/office/drawing/2014/main" id="{8E534AD1-AF03-4069-BAA1-8B04391DDCF2}"/>
              </a:ext>
            </a:extLst>
          </p:cNvPr>
          <p:cNvSpPr>
            <a:spLocks xmlns:a="http://schemas.openxmlformats.org/drawingml/2006/main" noGrp="1"/>
          </p:cNvSpPr>
          <p:nvPr/>
        </p:nvSpPr>
        <p:spPr>
          <a:xfrm xmlns:a="http://schemas.openxmlformats.org/drawingml/2006/main" rot="0">
            <a:off x="1018223" y="3051969"/>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41" name="shape-461">
            <a:extLst xmlns:a="http://schemas.openxmlformats.org/drawingml/2006/main">
              <a:ext uri="{FF2B5EF4-FFF2-40B4-BE49-F238E27FC236}">
                <a16:creationId xmlns:a16="http://schemas.microsoft.com/office/drawing/2014/main" id="{CD6DB53D-48E7-4758-B743-42F0D0B22FC3}"/>
              </a:ext>
            </a:extLst>
          </p:cNvPr>
          <p:cNvSpPr>
            <a:spLocks xmlns:a="http://schemas.openxmlformats.org/drawingml/2006/main" noGrp="1"/>
          </p:cNvSpPr>
          <p:nvPr/>
        </p:nvSpPr>
        <p:spPr>
          <a:xfrm xmlns:a="http://schemas.openxmlformats.org/drawingml/2006/main" rot="0">
            <a:off x="1758315" y="2551906"/>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42" name="shape-462">
            <a:extLst xmlns:a="http://schemas.openxmlformats.org/drawingml/2006/main">
              <a:ext uri="{FF2B5EF4-FFF2-40B4-BE49-F238E27FC236}">
                <a16:creationId xmlns:a16="http://schemas.microsoft.com/office/drawing/2014/main" id="{8CEBBCE3-8891-4C78-AE1E-6CAE0891BF9A}"/>
              </a:ext>
            </a:extLst>
          </p:cNvPr>
          <p:cNvSpPr>
            <a:spLocks xmlns:a="http://schemas.openxmlformats.org/drawingml/2006/main" noGrp="1"/>
          </p:cNvSpPr>
          <p:nvPr/>
        </p:nvSpPr>
        <p:spPr>
          <a:xfrm xmlns:a="http://schemas.openxmlformats.org/drawingml/2006/main" rot="0">
            <a:off x="2498408" y="3399234"/>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43" name="shape-463">
            <a:extLst xmlns:a="http://schemas.openxmlformats.org/drawingml/2006/main">
              <a:ext uri="{FF2B5EF4-FFF2-40B4-BE49-F238E27FC236}">
                <a16:creationId xmlns:a16="http://schemas.microsoft.com/office/drawing/2014/main" id="{CC5D82AA-A6ED-4878-859E-1FE22C20D273}"/>
              </a:ext>
            </a:extLst>
          </p:cNvPr>
          <p:cNvSpPr>
            <a:spLocks xmlns:a="http://schemas.openxmlformats.org/drawingml/2006/main" noGrp="1"/>
          </p:cNvSpPr>
          <p:nvPr/>
        </p:nvSpPr>
        <p:spPr>
          <a:xfrm xmlns:a="http://schemas.openxmlformats.org/drawingml/2006/main" rot="0">
            <a:off x="1218248" y="2899172"/>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44" name="shape-464">
            <a:extLst xmlns:a="http://schemas.openxmlformats.org/drawingml/2006/main">
              <a:ext uri="{FF2B5EF4-FFF2-40B4-BE49-F238E27FC236}">
                <a16:creationId xmlns:a16="http://schemas.microsoft.com/office/drawing/2014/main" id="{1BB40C94-369E-40DD-97E5-40EDBA9506E5}"/>
              </a:ext>
            </a:extLst>
          </p:cNvPr>
          <p:cNvSpPr>
            <a:spLocks xmlns:a="http://schemas.openxmlformats.org/drawingml/2006/main" noGrp="1"/>
          </p:cNvSpPr>
          <p:nvPr/>
        </p:nvSpPr>
        <p:spPr>
          <a:xfrm xmlns:a="http://schemas.openxmlformats.org/drawingml/2006/main" rot="0">
            <a:off x="1958340" y="2399109"/>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45" name="shape-465">
            <a:extLst xmlns:a="http://schemas.openxmlformats.org/drawingml/2006/main">
              <a:ext uri="{FF2B5EF4-FFF2-40B4-BE49-F238E27FC236}">
                <a16:creationId xmlns:a16="http://schemas.microsoft.com/office/drawing/2014/main" id="{838743D1-85A8-4FA4-B132-8CBC4A65B0AC}"/>
              </a:ext>
            </a:extLst>
          </p:cNvPr>
          <p:cNvSpPr>
            <a:spLocks xmlns:a="http://schemas.openxmlformats.org/drawingml/2006/main" noGrp="1"/>
          </p:cNvSpPr>
          <p:nvPr/>
        </p:nvSpPr>
        <p:spPr>
          <a:xfrm xmlns:a="http://schemas.openxmlformats.org/drawingml/2006/main" rot="0">
            <a:off x="678180" y="3246438"/>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46" name="shape-466">
            <a:extLst xmlns:a="http://schemas.openxmlformats.org/drawingml/2006/main">
              <a:ext uri="{FF2B5EF4-FFF2-40B4-BE49-F238E27FC236}">
                <a16:creationId xmlns:a16="http://schemas.microsoft.com/office/drawing/2014/main" id="{462F88C5-F693-4D2F-B9BC-239FA7F60B48}"/>
              </a:ext>
            </a:extLst>
          </p:cNvPr>
          <p:cNvSpPr>
            <a:spLocks xmlns:a="http://schemas.openxmlformats.org/drawingml/2006/main" noGrp="1"/>
          </p:cNvSpPr>
          <p:nvPr/>
        </p:nvSpPr>
        <p:spPr>
          <a:xfrm xmlns:a="http://schemas.openxmlformats.org/drawingml/2006/main" rot="0">
            <a:off x="1418273" y="2746375"/>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47" name="shape-467">
            <a:extLst xmlns:a="http://schemas.openxmlformats.org/drawingml/2006/main">
              <a:ext uri="{FF2B5EF4-FFF2-40B4-BE49-F238E27FC236}">
                <a16:creationId xmlns:a16="http://schemas.microsoft.com/office/drawing/2014/main" id="{4AD4CBFC-D074-429B-9661-15A1E90A0000}"/>
              </a:ext>
            </a:extLst>
          </p:cNvPr>
          <p:cNvSpPr>
            <a:spLocks xmlns:a="http://schemas.openxmlformats.org/drawingml/2006/main" noGrp="1"/>
          </p:cNvSpPr>
          <p:nvPr/>
        </p:nvSpPr>
        <p:spPr>
          <a:xfrm xmlns:a="http://schemas.openxmlformats.org/drawingml/2006/main" rot="0">
            <a:off x="2158365" y="2246313"/>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48" name="shape-468">
            <a:extLst xmlns:a="http://schemas.openxmlformats.org/drawingml/2006/main">
              <a:ext uri="{FF2B5EF4-FFF2-40B4-BE49-F238E27FC236}">
                <a16:creationId xmlns:a16="http://schemas.microsoft.com/office/drawing/2014/main" id="{8292045A-77E7-4B67-A91E-311608AE01C7}"/>
              </a:ext>
            </a:extLst>
          </p:cNvPr>
          <p:cNvSpPr>
            <a:spLocks xmlns:a="http://schemas.openxmlformats.org/drawingml/2006/main" noGrp="1"/>
          </p:cNvSpPr>
          <p:nvPr/>
        </p:nvSpPr>
        <p:spPr>
          <a:xfrm xmlns:a="http://schemas.openxmlformats.org/drawingml/2006/main" rot="0">
            <a:off x="878205" y="3093641"/>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49" name="shape-469">
            <a:extLst xmlns:a="http://schemas.openxmlformats.org/drawingml/2006/main">
              <a:ext uri="{FF2B5EF4-FFF2-40B4-BE49-F238E27FC236}">
                <a16:creationId xmlns:a16="http://schemas.microsoft.com/office/drawing/2014/main" id="{C2C7FB49-1419-4334-93DF-0FDF4ACA98FA}"/>
              </a:ext>
            </a:extLst>
          </p:cNvPr>
          <p:cNvSpPr>
            <a:spLocks xmlns:a="http://schemas.openxmlformats.org/drawingml/2006/main" noGrp="1"/>
          </p:cNvSpPr>
          <p:nvPr/>
        </p:nvSpPr>
        <p:spPr>
          <a:xfrm xmlns:a="http://schemas.openxmlformats.org/drawingml/2006/main" rot="0">
            <a:off x="1618297" y="2593578"/>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50" name="shape-470">
            <a:extLst xmlns:a="http://schemas.openxmlformats.org/drawingml/2006/main">
              <a:ext uri="{FF2B5EF4-FFF2-40B4-BE49-F238E27FC236}">
                <a16:creationId xmlns:a16="http://schemas.microsoft.com/office/drawing/2014/main" id="{6ACF9DD7-A3B3-435B-AA4A-66582F8F9FFD}"/>
              </a:ext>
            </a:extLst>
          </p:cNvPr>
          <p:cNvSpPr>
            <a:spLocks xmlns:a="http://schemas.openxmlformats.org/drawingml/2006/main" noGrp="1"/>
          </p:cNvSpPr>
          <p:nvPr/>
        </p:nvSpPr>
        <p:spPr>
          <a:xfrm xmlns:a="http://schemas.openxmlformats.org/drawingml/2006/main" rot="0">
            <a:off x="2358390" y="3440906"/>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51" name="shape-471">
            <a:extLst xmlns:a="http://schemas.openxmlformats.org/drawingml/2006/main">
              <a:ext uri="{FF2B5EF4-FFF2-40B4-BE49-F238E27FC236}">
                <a16:creationId xmlns:a16="http://schemas.microsoft.com/office/drawing/2014/main" id="{E37E27D3-4E0B-4927-BBF7-9BB69B45763A}"/>
              </a:ext>
            </a:extLst>
          </p:cNvPr>
          <p:cNvSpPr>
            <a:spLocks xmlns:a="http://schemas.openxmlformats.org/drawingml/2006/main" noGrp="1"/>
          </p:cNvSpPr>
          <p:nvPr/>
        </p:nvSpPr>
        <p:spPr>
          <a:xfrm xmlns:a="http://schemas.openxmlformats.org/drawingml/2006/main" rot="0">
            <a:off x="1078230" y="2940844"/>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52" name="shape-472">
            <a:extLst xmlns:a="http://schemas.openxmlformats.org/drawingml/2006/main">
              <a:ext uri="{FF2B5EF4-FFF2-40B4-BE49-F238E27FC236}">
                <a16:creationId xmlns:a16="http://schemas.microsoft.com/office/drawing/2014/main" id="{A4F83B74-C87E-4E7E-B6CE-C693E2CEC483}"/>
              </a:ext>
            </a:extLst>
          </p:cNvPr>
          <p:cNvSpPr>
            <a:spLocks xmlns:a="http://schemas.openxmlformats.org/drawingml/2006/main" noGrp="1"/>
          </p:cNvSpPr>
          <p:nvPr/>
        </p:nvSpPr>
        <p:spPr>
          <a:xfrm xmlns:a="http://schemas.openxmlformats.org/drawingml/2006/main" rot="0">
            <a:off x="1818322" y="2440781"/>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53" name="shape-473">
            <a:extLst xmlns:a="http://schemas.openxmlformats.org/drawingml/2006/main">
              <a:ext uri="{FF2B5EF4-FFF2-40B4-BE49-F238E27FC236}">
                <a16:creationId xmlns:a16="http://schemas.microsoft.com/office/drawing/2014/main" id="{6102FC82-A267-4435-AE87-A5AF100C795E}"/>
              </a:ext>
            </a:extLst>
          </p:cNvPr>
          <p:cNvSpPr>
            <a:spLocks xmlns:a="http://schemas.openxmlformats.org/drawingml/2006/main" noGrp="1"/>
          </p:cNvSpPr>
          <p:nvPr/>
        </p:nvSpPr>
        <p:spPr>
          <a:xfrm xmlns:a="http://schemas.openxmlformats.org/drawingml/2006/main" rot="0">
            <a:off x="2558415" y="3288109"/>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54" name="shape-474">
            <a:extLst xmlns:a="http://schemas.openxmlformats.org/drawingml/2006/main">
              <a:ext uri="{FF2B5EF4-FFF2-40B4-BE49-F238E27FC236}">
                <a16:creationId xmlns:a16="http://schemas.microsoft.com/office/drawing/2014/main" id="{D703CE5A-51C1-46FA-93DA-6786C21789CF}"/>
              </a:ext>
            </a:extLst>
          </p:cNvPr>
          <p:cNvSpPr>
            <a:spLocks xmlns:a="http://schemas.openxmlformats.org/drawingml/2006/main" noGrp="1"/>
          </p:cNvSpPr>
          <p:nvPr/>
        </p:nvSpPr>
        <p:spPr>
          <a:xfrm xmlns:a="http://schemas.openxmlformats.org/drawingml/2006/main" rot="0">
            <a:off x="1278255" y="2788047"/>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55" name="shape-475">
            <a:extLst xmlns:a="http://schemas.openxmlformats.org/drawingml/2006/main">
              <a:ext uri="{FF2B5EF4-FFF2-40B4-BE49-F238E27FC236}">
                <a16:creationId xmlns:a16="http://schemas.microsoft.com/office/drawing/2014/main" id="{828A2F4B-8673-45DE-9478-69657AF2ADDA}"/>
              </a:ext>
            </a:extLst>
          </p:cNvPr>
          <p:cNvSpPr>
            <a:spLocks xmlns:a="http://schemas.openxmlformats.org/drawingml/2006/main" noGrp="1"/>
          </p:cNvSpPr>
          <p:nvPr/>
        </p:nvSpPr>
        <p:spPr>
          <a:xfrm xmlns:a="http://schemas.openxmlformats.org/drawingml/2006/main" rot="0">
            <a:off x="2018347" y="2287984"/>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56" name="shape-476">
            <a:extLst xmlns:a="http://schemas.openxmlformats.org/drawingml/2006/main">
              <a:ext uri="{FF2B5EF4-FFF2-40B4-BE49-F238E27FC236}">
                <a16:creationId xmlns:a16="http://schemas.microsoft.com/office/drawing/2014/main" id="{D42CE9D7-89B9-49E3-ACD4-1E4E0777AC15}"/>
              </a:ext>
            </a:extLst>
          </p:cNvPr>
          <p:cNvSpPr>
            <a:spLocks xmlns:a="http://schemas.openxmlformats.org/drawingml/2006/main" noGrp="1"/>
          </p:cNvSpPr>
          <p:nvPr/>
        </p:nvSpPr>
        <p:spPr>
          <a:xfrm xmlns:a="http://schemas.openxmlformats.org/drawingml/2006/main" rot="0">
            <a:off x="738188" y="3135313"/>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57" name="shape-477">
            <a:extLst xmlns:a="http://schemas.openxmlformats.org/drawingml/2006/main">
              <a:ext uri="{FF2B5EF4-FFF2-40B4-BE49-F238E27FC236}">
                <a16:creationId xmlns:a16="http://schemas.microsoft.com/office/drawing/2014/main" id="{21DB2F72-BF3F-4302-A708-BD695F637631}"/>
              </a:ext>
            </a:extLst>
          </p:cNvPr>
          <p:cNvSpPr>
            <a:spLocks xmlns:a="http://schemas.openxmlformats.org/drawingml/2006/main" noGrp="1"/>
          </p:cNvSpPr>
          <p:nvPr/>
        </p:nvSpPr>
        <p:spPr>
          <a:xfrm xmlns:a="http://schemas.openxmlformats.org/drawingml/2006/main" rot="0">
            <a:off x="1478280" y="2635250"/>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58" name="shape-478">
            <a:extLst xmlns:a="http://schemas.openxmlformats.org/drawingml/2006/main">
              <a:ext uri="{FF2B5EF4-FFF2-40B4-BE49-F238E27FC236}">
                <a16:creationId xmlns:a16="http://schemas.microsoft.com/office/drawing/2014/main" id="{AC83CD43-153A-4A84-9C38-DEC1B9CAACCA}"/>
              </a:ext>
            </a:extLst>
          </p:cNvPr>
          <p:cNvSpPr>
            <a:spLocks xmlns:a="http://schemas.openxmlformats.org/drawingml/2006/main" noGrp="1"/>
          </p:cNvSpPr>
          <p:nvPr/>
        </p:nvSpPr>
        <p:spPr>
          <a:xfrm xmlns:a="http://schemas.openxmlformats.org/drawingml/2006/main" rot="0">
            <a:off x="2218373" y="3482578"/>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59" name="shape-479">
            <a:extLst xmlns:a="http://schemas.openxmlformats.org/drawingml/2006/main">
              <a:ext uri="{FF2B5EF4-FFF2-40B4-BE49-F238E27FC236}">
                <a16:creationId xmlns:a16="http://schemas.microsoft.com/office/drawing/2014/main" id="{1CEEBC60-D35E-4834-9277-5C5B578FF48A}"/>
              </a:ext>
            </a:extLst>
          </p:cNvPr>
          <p:cNvSpPr>
            <a:spLocks xmlns:a="http://schemas.openxmlformats.org/drawingml/2006/main" noGrp="1"/>
          </p:cNvSpPr>
          <p:nvPr/>
        </p:nvSpPr>
        <p:spPr>
          <a:xfrm xmlns:a="http://schemas.openxmlformats.org/drawingml/2006/main" rot="0">
            <a:off x="938213" y="2982516"/>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60" name="shape-480">
            <a:extLst xmlns:a="http://schemas.openxmlformats.org/drawingml/2006/main">
              <a:ext uri="{FF2B5EF4-FFF2-40B4-BE49-F238E27FC236}">
                <a16:creationId xmlns:a16="http://schemas.microsoft.com/office/drawing/2014/main" id="{FBF4929C-8F80-43F8-AE51-E9A503278317}"/>
              </a:ext>
            </a:extLst>
          </p:cNvPr>
          <p:cNvSpPr>
            <a:spLocks xmlns:a="http://schemas.openxmlformats.org/drawingml/2006/main" noGrp="1"/>
          </p:cNvSpPr>
          <p:nvPr/>
        </p:nvSpPr>
        <p:spPr>
          <a:xfrm xmlns:a="http://schemas.openxmlformats.org/drawingml/2006/main" rot="0">
            <a:off x="1678305" y="2482453"/>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61" name="shape-481">
            <a:extLst xmlns:a="http://schemas.openxmlformats.org/drawingml/2006/main">
              <a:ext uri="{FF2B5EF4-FFF2-40B4-BE49-F238E27FC236}">
                <a16:creationId xmlns:a16="http://schemas.microsoft.com/office/drawing/2014/main" id="{F289DE84-287F-48E5-BCA8-F79B72986107}"/>
              </a:ext>
            </a:extLst>
          </p:cNvPr>
          <p:cNvSpPr>
            <a:spLocks xmlns:a="http://schemas.openxmlformats.org/drawingml/2006/main" noGrp="1"/>
          </p:cNvSpPr>
          <p:nvPr/>
        </p:nvSpPr>
        <p:spPr>
          <a:xfrm xmlns:a="http://schemas.openxmlformats.org/drawingml/2006/main" rot="0">
            <a:off x="2418398" y="3329781"/>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62" name="shape-482">
            <a:extLst xmlns:a="http://schemas.openxmlformats.org/drawingml/2006/main">
              <a:ext uri="{FF2B5EF4-FFF2-40B4-BE49-F238E27FC236}">
                <a16:creationId xmlns:a16="http://schemas.microsoft.com/office/drawing/2014/main" id="{4F241867-4518-4D45-9F3D-E2983493678D}"/>
              </a:ext>
            </a:extLst>
          </p:cNvPr>
          <p:cNvSpPr>
            <a:spLocks xmlns:a="http://schemas.openxmlformats.org/drawingml/2006/main" noGrp="1"/>
          </p:cNvSpPr>
          <p:nvPr/>
        </p:nvSpPr>
        <p:spPr>
          <a:xfrm xmlns:a="http://schemas.openxmlformats.org/drawingml/2006/main" rot="0">
            <a:off x="1138238" y="2829719"/>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63" name="shape-483">
            <a:extLst xmlns:a="http://schemas.openxmlformats.org/drawingml/2006/main">
              <a:ext uri="{FF2B5EF4-FFF2-40B4-BE49-F238E27FC236}">
                <a16:creationId xmlns:a16="http://schemas.microsoft.com/office/drawing/2014/main" id="{D292A092-CCA3-433F-B61C-8AA071E4B90F}"/>
              </a:ext>
            </a:extLst>
          </p:cNvPr>
          <p:cNvSpPr>
            <a:spLocks xmlns:a="http://schemas.openxmlformats.org/drawingml/2006/main" noGrp="1"/>
          </p:cNvSpPr>
          <p:nvPr/>
        </p:nvSpPr>
        <p:spPr>
          <a:xfrm xmlns:a="http://schemas.openxmlformats.org/drawingml/2006/main" rot="0">
            <a:off x="1878330" y="2329656"/>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64" name="shape-484">
            <a:extLst xmlns:a="http://schemas.openxmlformats.org/drawingml/2006/main">
              <a:ext uri="{FF2B5EF4-FFF2-40B4-BE49-F238E27FC236}">
                <a16:creationId xmlns:a16="http://schemas.microsoft.com/office/drawing/2014/main" id="{F9A5FC8A-AD0C-4A03-B773-23C76E76265A}"/>
              </a:ext>
            </a:extLst>
          </p:cNvPr>
          <p:cNvSpPr>
            <a:spLocks xmlns:a="http://schemas.openxmlformats.org/drawingml/2006/main" noGrp="1"/>
          </p:cNvSpPr>
          <p:nvPr/>
        </p:nvSpPr>
        <p:spPr>
          <a:xfrm xmlns:a="http://schemas.openxmlformats.org/drawingml/2006/main" rot="0">
            <a:off x="2618423" y="3176984"/>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65" name="shape-485">
            <a:extLst xmlns:a="http://schemas.openxmlformats.org/drawingml/2006/main">
              <a:ext uri="{FF2B5EF4-FFF2-40B4-BE49-F238E27FC236}">
                <a16:creationId xmlns:a16="http://schemas.microsoft.com/office/drawing/2014/main" id="{FDDC71C5-055D-425F-A4CB-2F21F5801D64}"/>
              </a:ext>
            </a:extLst>
          </p:cNvPr>
          <p:cNvSpPr>
            <a:spLocks xmlns:a="http://schemas.openxmlformats.org/drawingml/2006/main" noGrp="1"/>
          </p:cNvSpPr>
          <p:nvPr/>
        </p:nvSpPr>
        <p:spPr>
          <a:xfrm xmlns:a="http://schemas.openxmlformats.org/drawingml/2006/main" rot="0">
            <a:off x="1338263" y="2676922"/>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66" name="shape-486">
            <a:extLst xmlns:a="http://schemas.openxmlformats.org/drawingml/2006/main">
              <a:ext uri="{FF2B5EF4-FFF2-40B4-BE49-F238E27FC236}">
                <a16:creationId xmlns:a16="http://schemas.microsoft.com/office/drawing/2014/main" id="{35068551-B23A-4B30-9703-3BA79EAD8FD8}"/>
              </a:ext>
            </a:extLst>
          </p:cNvPr>
          <p:cNvSpPr>
            <a:spLocks xmlns:a="http://schemas.openxmlformats.org/drawingml/2006/main" noGrp="1"/>
          </p:cNvSpPr>
          <p:nvPr/>
        </p:nvSpPr>
        <p:spPr>
          <a:xfrm xmlns:a="http://schemas.openxmlformats.org/drawingml/2006/main" rot="0">
            <a:off x="2078355" y="3524250"/>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67" name="shape-487">
            <a:extLst xmlns:a="http://schemas.openxmlformats.org/drawingml/2006/main">
              <a:ext uri="{FF2B5EF4-FFF2-40B4-BE49-F238E27FC236}">
                <a16:creationId xmlns:a16="http://schemas.microsoft.com/office/drawing/2014/main" id="{B7BCAA78-19E3-42C3-B8B4-B95937D7DDDF}"/>
              </a:ext>
            </a:extLst>
          </p:cNvPr>
          <p:cNvSpPr>
            <a:spLocks xmlns:a="http://schemas.openxmlformats.org/drawingml/2006/main" noGrp="1"/>
          </p:cNvSpPr>
          <p:nvPr/>
        </p:nvSpPr>
        <p:spPr>
          <a:xfrm xmlns:a="http://schemas.openxmlformats.org/drawingml/2006/main" rot="0">
            <a:off x="798195" y="3024188"/>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68" name="shape-488">
            <a:extLst xmlns:a="http://schemas.openxmlformats.org/drawingml/2006/main">
              <a:ext uri="{FF2B5EF4-FFF2-40B4-BE49-F238E27FC236}">
                <a16:creationId xmlns:a16="http://schemas.microsoft.com/office/drawing/2014/main" id="{906B7011-2BC8-4B42-92EB-DDF901A0FD59}"/>
              </a:ext>
            </a:extLst>
          </p:cNvPr>
          <p:cNvSpPr>
            <a:spLocks xmlns:a="http://schemas.openxmlformats.org/drawingml/2006/main" noGrp="1"/>
          </p:cNvSpPr>
          <p:nvPr/>
        </p:nvSpPr>
        <p:spPr>
          <a:xfrm xmlns:a="http://schemas.openxmlformats.org/drawingml/2006/main" rot="0">
            <a:off x="1538288" y="2524125"/>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69" name="shape-489">
            <a:extLst xmlns:a="http://schemas.openxmlformats.org/drawingml/2006/main">
              <a:ext uri="{FF2B5EF4-FFF2-40B4-BE49-F238E27FC236}">
                <a16:creationId xmlns:a16="http://schemas.microsoft.com/office/drawing/2014/main" id="{E18C0D14-3979-47B1-992F-CD54E2873FEC}"/>
              </a:ext>
            </a:extLst>
          </p:cNvPr>
          <p:cNvSpPr>
            <a:spLocks xmlns:a="http://schemas.openxmlformats.org/drawingml/2006/main" noGrp="1"/>
          </p:cNvSpPr>
          <p:nvPr/>
        </p:nvSpPr>
        <p:spPr>
          <a:xfrm xmlns:a="http://schemas.openxmlformats.org/drawingml/2006/main" rot="0">
            <a:off x="2278380" y="3371453"/>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70" name="shape-490">
            <a:extLst xmlns:a="http://schemas.openxmlformats.org/drawingml/2006/main">
              <a:ext uri="{FF2B5EF4-FFF2-40B4-BE49-F238E27FC236}">
                <a16:creationId xmlns:a16="http://schemas.microsoft.com/office/drawing/2014/main" id="{81626438-460E-4502-9A9B-143060D8091E}"/>
              </a:ext>
            </a:extLst>
          </p:cNvPr>
          <p:cNvSpPr>
            <a:spLocks xmlns:a="http://schemas.openxmlformats.org/drawingml/2006/main" noGrp="1"/>
          </p:cNvSpPr>
          <p:nvPr/>
        </p:nvSpPr>
        <p:spPr>
          <a:xfrm xmlns:a="http://schemas.openxmlformats.org/drawingml/2006/main" rot="0">
            <a:off x="998220" y="2871391"/>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71" name="shape-491">
            <a:extLst xmlns:a="http://schemas.openxmlformats.org/drawingml/2006/main">
              <a:ext uri="{FF2B5EF4-FFF2-40B4-BE49-F238E27FC236}">
                <a16:creationId xmlns:a16="http://schemas.microsoft.com/office/drawing/2014/main" id="{26C78919-58A1-4AA4-8B36-3892BCAE9685}"/>
              </a:ext>
            </a:extLst>
          </p:cNvPr>
          <p:cNvSpPr>
            <a:spLocks xmlns:a="http://schemas.openxmlformats.org/drawingml/2006/main" noGrp="1"/>
          </p:cNvSpPr>
          <p:nvPr/>
        </p:nvSpPr>
        <p:spPr>
          <a:xfrm xmlns:a="http://schemas.openxmlformats.org/drawingml/2006/main" rot="0">
            <a:off x="1738313" y="2371328"/>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72" name="shape-492">
            <a:extLst xmlns:a="http://schemas.openxmlformats.org/drawingml/2006/main">
              <a:ext uri="{FF2B5EF4-FFF2-40B4-BE49-F238E27FC236}">
                <a16:creationId xmlns:a16="http://schemas.microsoft.com/office/drawing/2014/main" id="{E33B673E-CDA3-4DF5-BE17-3B2114E23C9C}"/>
              </a:ext>
            </a:extLst>
          </p:cNvPr>
          <p:cNvSpPr>
            <a:spLocks xmlns:a="http://schemas.openxmlformats.org/drawingml/2006/main" noGrp="1"/>
          </p:cNvSpPr>
          <p:nvPr/>
        </p:nvSpPr>
        <p:spPr>
          <a:xfrm xmlns:a="http://schemas.openxmlformats.org/drawingml/2006/main" rot="0">
            <a:off x="2478405" y="3218656"/>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73" name="shape-493">
            <a:extLst xmlns:a="http://schemas.openxmlformats.org/drawingml/2006/main">
              <a:ext uri="{FF2B5EF4-FFF2-40B4-BE49-F238E27FC236}">
                <a16:creationId xmlns:a16="http://schemas.microsoft.com/office/drawing/2014/main" id="{2252B9E9-283F-4832-8AC3-46EFACE8638B}"/>
              </a:ext>
            </a:extLst>
          </p:cNvPr>
          <p:cNvSpPr>
            <a:spLocks xmlns:a="http://schemas.openxmlformats.org/drawingml/2006/main" noGrp="1"/>
          </p:cNvSpPr>
          <p:nvPr/>
        </p:nvSpPr>
        <p:spPr>
          <a:xfrm xmlns:a="http://schemas.openxmlformats.org/drawingml/2006/main" rot="0">
            <a:off x="1198245" y="2718594"/>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74" name="shape-494">
            <a:extLst xmlns:a="http://schemas.openxmlformats.org/drawingml/2006/main">
              <a:ext uri="{FF2B5EF4-FFF2-40B4-BE49-F238E27FC236}">
                <a16:creationId xmlns:a16="http://schemas.microsoft.com/office/drawing/2014/main" id="{D01BFCA6-42CF-44CB-836E-C9466F7E154A}"/>
              </a:ext>
            </a:extLst>
          </p:cNvPr>
          <p:cNvSpPr>
            <a:spLocks xmlns:a="http://schemas.openxmlformats.org/drawingml/2006/main" noGrp="1"/>
          </p:cNvSpPr>
          <p:nvPr/>
        </p:nvSpPr>
        <p:spPr>
          <a:xfrm xmlns:a="http://schemas.openxmlformats.org/drawingml/2006/main" rot="0">
            <a:off x="1938338" y="2218531"/>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75" name="shape-495">
            <a:extLst xmlns:a="http://schemas.openxmlformats.org/drawingml/2006/main">
              <a:ext uri="{FF2B5EF4-FFF2-40B4-BE49-F238E27FC236}">
                <a16:creationId xmlns:a16="http://schemas.microsoft.com/office/drawing/2014/main" id="{729BD4C4-B93F-4C1E-B1A4-DD8CEEE54985}"/>
              </a:ext>
            </a:extLst>
          </p:cNvPr>
          <p:cNvSpPr>
            <a:spLocks xmlns:a="http://schemas.openxmlformats.org/drawingml/2006/main" noGrp="1"/>
          </p:cNvSpPr>
          <p:nvPr/>
        </p:nvSpPr>
        <p:spPr>
          <a:xfrm xmlns:a="http://schemas.openxmlformats.org/drawingml/2006/main" rot="0">
            <a:off x="658178" y="3065859"/>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76" name="shape-496">
            <a:extLst xmlns:a="http://schemas.openxmlformats.org/drawingml/2006/main">
              <a:ext uri="{FF2B5EF4-FFF2-40B4-BE49-F238E27FC236}">
                <a16:creationId xmlns:a16="http://schemas.microsoft.com/office/drawing/2014/main" id="{FD717CD7-B597-4E83-8515-008E92C76476}"/>
              </a:ext>
            </a:extLst>
          </p:cNvPr>
          <p:cNvSpPr>
            <a:spLocks xmlns:a="http://schemas.openxmlformats.org/drawingml/2006/main" noGrp="1"/>
          </p:cNvSpPr>
          <p:nvPr/>
        </p:nvSpPr>
        <p:spPr>
          <a:xfrm xmlns:a="http://schemas.openxmlformats.org/drawingml/2006/main" rot="0">
            <a:off x="1398270" y="2565797"/>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77" name="shape-497">
            <a:extLst xmlns:a="http://schemas.openxmlformats.org/drawingml/2006/main">
              <a:ext uri="{FF2B5EF4-FFF2-40B4-BE49-F238E27FC236}">
                <a16:creationId xmlns:a16="http://schemas.microsoft.com/office/drawing/2014/main" id="{03A8E20C-4321-4B7E-804E-22097AD5AEFE}"/>
              </a:ext>
            </a:extLst>
          </p:cNvPr>
          <p:cNvSpPr>
            <a:spLocks xmlns:a="http://schemas.openxmlformats.org/drawingml/2006/main" noGrp="1"/>
          </p:cNvSpPr>
          <p:nvPr/>
        </p:nvSpPr>
        <p:spPr>
          <a:xfrm xmlns:a="http://schemas.openxmlformats.org/drawingml/2006/main" rot="0">
            <a:off x="2138363" y="3413125"/>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78" name="shape-498">
            <a:extLst xmlns:a="http://schemas.openxmlformats.org/drawingml/2006/main">
              <a:ext uri="{FF2B5EF4-FFF2-40B4-BE49-F238E27FC236}">
                <a16:creationId xmlns:a16="http://schemas.microsoft.com/office/drawing/2014/main" id="{53254741-B48F-47E9-A062-5D925F42164D}"/>
              </a:ext>
            </a:extLst>
          </p:cNvPr>
          <p:cNvSpPr>
            <a:spLocks xmlns:a="http://schemas.openxmlformats.org/drawingml/2006/main" noGrp="1"/>
          </p:cNvSpPr>
          <p:nvPr/>
        </p:nvSpPr>
        <p:spPr>
          <a:xfrm xmlns:a="http://schemas.openxmlformats.org/drawingml/2006/main" rot="0">
            <a:off x="858203" y="2913063"/>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79" name="shape-499">
            <a:extLst xmlns:a="http://schemas.openxmlformats.org/drawingml/2006/main">
              <a:ext uri="{FF2B5EF4-FFF2-40B4-BE49-F238E27FC236}">
                <a16:creationId xmlns:a16="http://schemas.microsoft.com/office/drawing/2014/main" id="{3F4CEDF2-7E7F-4FE6-A269-9E471659C4BF}"/>
              </a:ext>
            </a:extLst>
          </p:cNvPr>
          <p:cNvSpPr>
            <a:spLocks xmlns:a="http://schemas.openxmlformats.org/drawingml/2006/main" noGrp="1"/>
          </p:cNvSpPr>
          <p:nvPr/>
        </p:nvSpPr>
        <p:spPr>
          <a:xfrm xmlns:a="http://schemas.openxmlformats.org/drawingml/2006/main" rot="0">
            <a:off x="1598295" y="2413000"/>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80" name="shape-500">
            <a:extLst xmlns:a="http://schemas.openxmlformats.org/drawingml/2006/main">
              <a:ext uri="{FF2B5EF4-FFF2-40B4-BE49-F238E27FC236}">
                <a16:creationId xmlns:a16="http://schemas.microsoft.com/office/drawing/2014/main" id="{DF9DCB74-4CC9-4074-A368-FBEAEF68D419}"/>
              </a:ext>
            </a:extLst>
          </p:cNvPr>
          <p:cNvSpPr>
            <a:spLocks xmlns:a="http://schemas.openxmlformats.org/drawingml/2006/main" noGrp="1"/>
          </p:cNvSpPr>
          <p:nvPr/>
        </p:nvSpPr>
        <p:spPr>
          <a:xfrm xmlns:a="http://schemas.openxmlformats.org/drawingml/2006/main" rot="0">
            <a:off x="2338388" y="3260328"/>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81" name="shape-501">
            <a:extLst xmlns:a="http://schemas.openxmlformats.org/drawingml/2006/main">
              <a:ext uri="{FF2B5EF4-FFF2-40B4-BE49-F238E27FC236}">
                <a16:creationId xmlns:a16="http://schemas.microsoft.com/office/drawing/2014/main" id="{E4AEE773-5C84-4AA9-A4E6-7CC5DCEA11A3}"/>
              </a:ext>
            </a:extLst>
          </p:cNvPr>
          <p:cNvSpPr>
            <a:spLocks xmlns:a="http://schemas.openxmlformats.org/drawingml/2006/main" noGrp="1"/>
          </p:cNvSpPr>
          <p:nvPr/>
        </p:nvSpPr>
        <p:spPr>
          <a:xfrm xmlns:a="http://schemas.openxmlformats.org/drawingml/2006/main" rot="0">
            <a:off x="1058228" y="2760266"/>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82" name="shape-502">
            <a:extLst xmlns:a="http://schemas.openxmlformats.org/drawingml/2006/main">
              <a:ext uri="{FF2B5EF4-FFF2-40B4-BE49-F238E27FC236}">
                <a16:creationId xmlns:a16="http://schemas.microsoft.com/office/drawing/2014/main" id="{572990F6-E8B4-4B5C-A59F-F317012DE7DA}"/>
              </a:ext>
            </a:extLst>
          </p:cNvPr>
          <p:cNvSpPr>
            <a:spLocks xmlns:a="http://schemas.openxmlformats.org/drawingml/2006/main" noGrp="1"/>
          </p:cNvSpPr>
          <p:nvPr/>
        </p:nvSpPr>
        <p:spPr>
          <a:xfrm xmlns:a="http://schemas.openxmlformats.org/drawingml/2006/main" rot="0">
            <a:off x="1798320" y="2260203"/>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83" name="shape-503">
            <a:extLst xmlns:a="http://schemas.openxmlformats.org/drawingml/2006/main">
              <a:ext uri="{FF2B5EF4-FFF2-40B4-BE49-F238E27FC236}">
                <a16:creationId xmlns:a16="http://schemas.microsoft.com/office/drawing/2014/main" id="{3052463A-05B0-4DE5-AE50-66873239C9EB}"/>
              </a:ext>
            </a:extLst>
          </p:cNvPr>
          <p:cNvSpPr>
            <a:spLocks xmlns:a="http://schemas.openxmlformats.org/drawingml/2006/main" noGrp="1"/>
          </p:cNvSpPr>
          <p:nvPr/>
        </p:nvSpPr>
        <p:spPr>
          <a:xfrm xmlns:a="http://schemas.openxmlformats.org/drawingml/2006/main" rot="0">
            <a:off x="2538413" y="3107531"/>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84" name="shape-504">
            <a:extLst xmlns:a="http://schemas.openxmlformats.org/drawingml/2006/main">
              <a:ext uri="{FF2B5EF4-FFF2-40B4-BE49-F238E27FC236}">
                <a16:creationId xmlns:a16="http://schemas.microsoft.com/office/drawing/2014/main" id="{EE84EFA4-D507-448D-B6C9-8CD924B13F85}"/>
              </a:ext>
            </a:extLst>
          </p:cNvPr>
          <p:cNvSpPr>
            <a:spLocks xmlns:a="http://schemas.openxmlformats.org/drawingml/2006/main" noGrp="1"/>
          </p:cNvSpPr>
          <p:nvPr/>
        </p:nvSpPr>
        <p:spPr>
          <a:xfrm xmlns:a="http://schemas.openxmlformats.org/drawingml/2006/main" rot="0">
            <a:off x="1258253" y="2607469"/>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85" name="shape-505">
            <a:extLst xmlns:a="http://schemas.openxmlformats.org/drawingml/2006/main">
              <a:ext uri="{FF2B5EF4-FFF2-40B4-BE49-F238E27FC236}">
                <a16:creationId xmlns:a16="http://schemas.microsoft.com/office/drawing/2014/main" id="{37449BA2-C08C-4359-8E96-C96E1A30C945}"/>
              </a:ext>
            </a:extLst>
          </p:cNvPr>
          <p:cNvSpPr>
            <a:spLocks xmlns:a="http://schemas.openxmlformats.org/drawingml/2006/main" noGrp="1"/>
          </p:cNvSpPr>
          <p:nvPr/>
        </p:nvSpPr>
        <p:spPr>
          <a:xfrm xmlns:a="http://schemas.openxmlformats.org/drawingml/2006/main" rot="0">
            <a:off x="1998345" y="3454797"/>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86" name="shape-506">
            <a:extLst xmlns:a="http://schemas.openxmlformats.org/drawingml/2006/main">
              <a:ext uri="{FF2B5EF4-FFF2-40B4-BE49-F238E27FC236}">
                <a16:creationId xmlns:a16="http://schemas.microsoft.com/office/drawing/2014/main" id="{6E171818-21B7-4126-B84F-89670DEF968D}"/>
              </a:ext>
            </a:extLst>
          </p:cNvPr>
          <p:cNvSpPr>
            <a:spLocks xmlns:a="http://schemas.openxmlformats.org/drawingml/2006/main" noGrp="1"/>
          </p:cNvSpPr>
          <p:nvPr/>
        </p:nvSpPr>
        <p:spPr>
          <a:xfrm xmlns:a="http://schemas.openxmlformats.org/drawingml/2006/main" rot="0">
            <a:off x="718185" y="2954734"/>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87" name="shape-507">
            <a:extLst xmlns:a="http://schemas.openxmlformats.org/drawingml/2006/main">
              <a:ext uri="{FF2B5EF4-FFF2-40B4-BE49-F238E27FC236}">
                <a16:creationId xmlns:a16="http://schemas.microsoft.com/office/drawing/2014/main" id="{84AA0DD7-7CEE-4C46-97F6-32A1CF34A546}"/>
              </a:ext>
            </a:extLst>
          </p:cNvPr>
          <p:cNvSpPr>
            <a:spLocks xmlns:a="http://schemas.openxmlformats.org/drawingml/2006/main" noGrp="1"/>
          </p:cNvSpPr>
          <p:nvPr/>
        </p:nvSpPr>
        <p:spPr>
          <a:xfrm xmlns:a="http://schemas.openxmlformats.org/drawingml/2006/main" rot="0">
            <a:off x="1458278" y="2454672"/>
            <a:ext cx="45720" cy="45720"/>
          </a:xfrm>
          <a:prstGeom xmlns:a="http://schemas.openxmlformats.org/drawingml/2006/main" prst="ellipse">
            <a:avLst/>
          </a:prstGeom>
          <a:solidFill xmlns:a="http://schemas.openxmlformats.org/drawingml/2006/main">
            <a:srgbClr val="C86A1B"/>
          </a:solidFill>
          <a:ln xmlns:a="http://schemas.openxmlformats.org/drawingml/2006/main" w="0">
            <a:noFill/>
            <a:prstDash val="solid"/>
          </a:ln>
        </p:spPr>
      </p:sp>
      <p:sp>
        <p:nvSpPr>
          <p:cNvPr id="88" name="label-508">
            <a:extLst xmlns:a="http://schemas.openxmlformats.org/drawingml/2006/main">
              <a:ext uri="{FF2B5EF4-FFF2-40B4-BE49-F238E27FC236}">
                <a16:creationId xmlns:a16="http://schemas.microsoft.com/office/drawing/2014/main" id="{48577D90-31FB-4DBE-A3BB-E7B2B65092D8}"/>
              </a:ext>
            </a:extLst>
          </p:cNvPr>
          <p:cNvSpPr>
            <a:spLocks xmlns:a="http://schemas.openxmlformats.org/drawingml/2006/main" noGrp="1"/>
          </p:cNvSpPr>
          <p:nvPr/>
        </p:nvSpPr>
        <p:spPr>
          <a:xfrm xmlns:a="http://schemas.openxmlformats.org/drawingml/2006/main">
            <a:off x="419100" y="3762375"/>
            <a:ext cx="27717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0">
                <a:solidFill>
                  <a:srgbClr val="C86A1B"/>
                </a:solidFill>
                <a:latin typeface="DejaVu Sans"/>
                <a:ea typeface="DejaVu Sans"/>
                <a:cs typeface="DejaVu Sans"/>
              </a:defRPr>
            </a:defPPr>
            <a:lvl1pPr algn="ctr">
              <a:defRPr sz="1650" b="0">
                <a:solidFill>
                  <a:srgbClr val="C86A1B"/>
                </a:solidFill>
                <a:latin typeface="DejaVu Sans"/>
                <a:ea typeface="DejaVu Sans"/>
                <a:cs typeface="DejaVu Sans"/>
              </a:defRPr>
            </a:lvl1pPr>
            <a:lvl2pPr algn="ctr">
              <a:defRPr sz="1650" b="0">
                <a:solidFill>
                  <a:srgbClr val="C86A1B"/>
                </a:solidFill>
                <a:latin typeface="DejaVu Sans"/>
                <a:ea typeface="DejaVu Sans"/>
                <a:cs typeface="DejaVu Sans"/>
              </a:defRPr>
            </a:lvl2pPr>
            <a:lvl3pPr algn="ctr">
              <a:defRPr sz="1650" b="0">
                <a:solidFill>
                  <a:srgbClr val="C86A1B"/>
                </a:solidFill>
                <a:latin typeface="DejaVu Sans"/>
                <a:ea typeface="DejaVu Sans"/>
                <a:cs typeface="DejaVu Sans"/>
              </a:defRPr>
            </a:lvl3pPr>
            <a:lvl4pPr algn="ctr">
              <a:defRPr sz="1650" b="0">
                <a:solidFill>
                  <a:srgbClr val="C86A1B"/>
                </a:solidFill>
                <a:latin typeface="DejaVu Sans"/>
                <a:ea typeface="DejaVu Sans"/>
                <a:cs typeface="DejaVu Sans"/>
              </a:defRPr>
            </a:lvl4pPr>
            <a:lvl5pPr algn="ctr">
              <a:defRPr sz="1650" b="0">
                <a:solidFill>
                  <a:srgbClr val="C86A1B"/>
                </a:solidFill>
                <a:latin typeface="DejaVu Sans"/>
                <a:ea typeface="DejaVu Sans"/>
                <a:cs typeface="DejaVu Sans"/>
              </a:defRPr>
            </a:lvl5pPr>
            <a:lvl6pPr algn="ctr">
              <a:defRPr sz="1650" b="0">
                <a:solidFill>
                  <a:srgbClr val="C86A1B"/>
                </a:solidFill>
                <a:latin typeface="DejaVu Sans"/>
                <a:ea typeface="DejaVu Sans"/>
                <a:cs typeface="DejaVu Sans"/>
              </a:defRPr>
            </a:lvl6pPr>
            <a:lvl7pPr algn="ctr">
              <a:defRPr sz="1650" b="0">
                <a:solidFill>
                  <a:srgbClr val="C86A1B"/>
                </a:solidFill>
                <a:latin typeface="DejaVu Sans"/>
                <a:ea typeface="DejaVu Sans"/>
                <a:cs typeface="DejaVu Sans"/>
              </a:defRPr>
            </a:lvl7pPr>
            <a:lvl8pPr algn="ctr">
              <a:defRPr sz="1650" b="0">
                <a:solidFill>
                  <a:srgbClr val="C86A1B"/>
                </a:solidFill>
                <a:latin typeface="DejaVu Sans"/>
                <a:ea typeface="DejaVu Sans"/>
                <a:cs typeface="DejaVu Sans"/>
              </a:defRPr>
            </a:lvl8pPr>
            <a:lvl9pPr algn="ctr">
              <a:defRPr sz="1650" b="0">
                <a:solidFill>
                  <a:srgbClr val="C86A1B"/>
                </a:solidFill>
                <a:latin typeface="DejaVu Sans"/>
                <a:ea typeface="DejaVu Sans"/>
                <a:cs typeface="DejaVu Sans"/>
              </a:defRPr>
            </a:lvl9pPr>
          </a:lstStyle>
          <a:p xmlns:a="http://schemas.openxmlformats.org/drawingml/2006/main">
            <a:pPr algn="ctr">
              <a:defRPr sz="1650" b="0">
                <a:solidFill>
                  <a:srgbClr val="C86A1B"/>
                </a:solidFill>
                <a:latin typeface="DejaVu Sans"/>
                <a:ea typeface="DejaVu Sans"/>
                <a:cs typeface="DejaVu Sans"/>
              </a:defRPr>
            </a:pPr>
            <a:r>
              <a:rPr sz="1650" b="0">
                <a:solidFill>
                  <a:srgbClr val="C86A1B"/>
                </a:solidFill>
                <a:latin typeface="DejaVu Sans"/>
                <a:ea typeface="DejaVu Sans"/>
                <a:cs typeface="DejaVu Sans"/>
              </a:rPr>
              <a:t>x, y, z, intensity, time</a:t>
            </a:r>
          </a:p>
        </p:txBody>
      </p:sp>
      <p:sp>
        <p:nvSpPr>
          <p:cNvPr id="89" name="label-509">
            <a:extLst xmlns:a="http://schemas.openxmlformats.org/drawingml/2006/main">
              <a:ext uri="{FF2B5EF4-FFF2-40B4-BE49-F238E27FC236}">
                <a16:creationId xmlns:a16="http://schemas.microsoft.com/office/drawing/2014/main" id="{17252016-3402-4AE0-A78F-3C3DE114A10C}"/>
              </a:ext>
            </a:extLst>
          </p:cNvPr>
          <p:cNvSpPr>
            <a:spLocks xmlns:a="http://schemas.openxmlformats.org/drawingml/2006/main" noGrp="1"/>
          </p:cNvSpPr>
          <p:nvPr/>
        </p:nvSpPr>
        <p:spPr>
          <a:xfrm xmlns:a="http://schemas.openxmlformats.org/drawingml/2006/main">
            <a:off x="419100" y="4114800"/>
            <a:ext cx="27717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58677C"/>
                </a:solidFill>
                <a:latin typeface="DejaVu Sans"/>
                <a:ea typeface="DejaVu Sans"/>
                <a:cs typeface="DejaVu Sans"/>
              </a:defRPr>
            </a:defPPr>
            <a:lvl1pPr algn="ctr">
              <a:defRPr sz="1500" b="0">
                <a:solidFill>
                  <a:srgbClr val="58677C"/>
                </a:solidFill>
                <a:latin typeface="DejaVu Sans"/>
                <a:ea typeface="DejaVu Sans"/>
                <a:cs typeface="DejaVu Sans"/>
              </a:defRPr>
            </a:lvl1pPr>
            <a:lvl2pPr algn="ctr">
              <a:defRPr sz="1500" b="0">
                <a:solidFill>
                  <a:srgbClr val="58677C"/>
                </a:solidFill>
                <a:latin typeface="DejaVu Sans"/>
                <a:ea typeface="DejaVu Sans"/>
                <a:cs typeface="DejaVu Sans"/>
              </a:defRPr>
            </a:lvl2pPr>
            <a:lvl3pPr algn="ctr">
              <a:defRPr sz="1500" b="0">
                <a:solidFill>
                  <a:srgbClr val="58677C"/>
                </a:solidFill>
                <a:latin typeface="DejaVu Sans"/>
                <a:ea typeface="DejaVu Sans"/>
                <a:cs typeface="DejaVu Sans"/>
              </a:defRPr>
            </a:lvl3pPr>
            <a:lvl4pPr algn="ctr">
              <a:defRPr sz="1500" b="0">
                <a:solidFill>
                  <a:srgbClr val="58677C"/>
                </a:solidFill>
                <a:latin typeface="DejaVu Sans"/>
                <a:ea typeface="DejaVu Sans"/>
                <a:cs typeface="DejaVu Sans"/>
              </a:defRPr>
            </a:lvl4pPr>
            <a:lvl5pPr algn="ctr">
              <a:defRPr sz="1500" b="0">
                <a:solidFill>
                  <a:srgbClr val="58677C"/>
                </a:solidFill>
                <a:latin typeface="DejaVu Sans"/>
                <a:ea typeface="DejaVu Sans"/>
                <a:cs typeface="DejaVu Sans"/>
              </a:defRPr>
            </a:lvl5pPr>
            <a:lvl6pPr algn="ctr">
              <a:defRPr sz="1500" b="0">
                <a:solidFill>
                  <a:srgbClr val="58677C"/>
                </a:solidFill>
                <a:latin typeface="DejaVu Sans"/>
                <a:ea typeface="DejaVu Sans"/>
                <a:cs typeface="DejaVu Sans"/>
              </a:defRPr>
            </a:lvl6pPr>
            <a:lvl7pPr algn="ctr">
              <a:defRPr sz="1500" b="0">
                <a:solidFill>
                  <a:srgbClr val="58677C"/>
                </a:solidFill>
                <a:latin typeface="DejaVu Sans"/>
                <a:ea typeface="DejaVu Sans"/>
                <a:cs typeface="DejaVu Sans"/>
              </a:defRPr>
            </a:lvl7pPr>
            <a:lvl8pPr algn="ctr">
              <a:defRPr sz="1500" b="0">
                <a:solidFill>
                  <a:srgbClr val="58677C"/>
                </a:solidFill>
                <a:latin typeface="DejaVu Sans"/>
                <a:ea typeface="DejaVu Sans"/>
                <a:cs typeface="DejaVu Sans"/>
              </a:defRPr>
            </a:lvl8pPr>
            <a:lvl9pPr algn="ctr">
              <a:defRPr sz="1500" b="0">
                <a:solidFill>
                  <a:srgbClr val="58677C"/>
                </a:solidFill>
                <a:latin typeface="DejaVu Sans"/>
                <a:ea typeface="DejaVu Sans"/>
                <a:cs typeface="DejaVu Sans"/>
              </a:defRPr>
            </a:lvl9pPr>
          </a:lstStyle>
          <a:p xmlns:a="http://schemas.openxmlformats.org/drawingml/2006/main">
            <a:pPr algn="ctr">
              <a:defRPr sz="1500" b="0">
                <a:solidFill>
                  <a:srgbClr val="58677C"/>
                </a:solidFill>
                <a:latin typeface="DejaVu Sans"/>
                <a:ea typeface="DejaVu Sans"/>
                <a:cs typeface="DejaVu Sans"/>
              </a:defRPr>
            </a:pPr>
            <a:r>
              <a:rPr sz="1500" b="0">
                <a:solidFill>
                  <a:srgbClr val="58677C"/>
                </a:solidFill>
                <a:latin typeface="DejaVu Sans"/>
                <a:ea typeface="DejaVu Sans"/>
                <a:cs typeface="DejaVu Sans"/>
              </a:rPr>
              <a:t>Current + 9 prior sweeps</a:t>
            </a:r>
          </a:p>
        </p:txBody>
      </p:sp>
      <p:sp>
        <p:nvSpPr>
          <p:cNvPr id="90" name="label-510">
            <a:extLst xmlns:a="http://schemas.openxmlformats.org/drawingml/2006/main">
              <a:ext uri="{FF2B5EF4-FFF2-40B4-BE49-F238E27FC236}">
                <a16:creationId xmlns:a16="http://schemas.microsoft.com/office/drawing/2014/main" id="{1F098AB4-C52A-4291-98F0-C1DBCA3283FB}"/>
              </a:ext>
            </a:extLst>
          </p:cNvPr>
          <p:cNvSpPr>
            <a:spLocks xmlns:a="http://schemas.openxmlformats.org/drawingml/2006/main" noGrp="1"/>
          </p:cNvSpPr>
          <p:nvPr/>
        </p:nvSpPr>
        <p:spPr>
          <a:xfrm xmlns:a="http://schemas.openxmlformats.org/drawingml/2006/main">
            <a:off x="3629025" y="1381125"/>
            <a:ext cx="3143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C86A1B"/>
                </a:solidFill>
                <a:latin typeface="DejaVu Sans"/>
                <a:ea typeface="DejaVu Sans"/>
                <a:cs typeface="DejaVu Sans"/>
              </a:defRPr>
            </a:defPPr>
            <a:lvl1pPr algn="l">
              <a:defRPr sz="2175" b="1">
                <a:solidFill>
                  <a:srgbClr val="C86A1B"/>
                </a:solidFill>
                <a:latin typeface="DejaVu Sans"/>
                <a:ea typeface="DejaVu Sans"/>
                <a:cs typeface="DejaVu Sans"/>
              </a:defRPr>
            </a:lvl1pPr>
            <a:lvl2pPr algn="l">
              <a:defRPr sz="2175" b="1">
                <a:solidFill>
                  <a:srgbClr val="C86A1B"/>
                </a:solidFill>
                <a:latin typeface="DejaVu Sans"/>
                <a:ea typeface="DejaVu Sans"/>
                <a:cs typeface="DejaVu Sans"/>
              </a:defRPr>
            </a:lvl2pPr>
            <a:lvl3pPr algn="l">
              <a:defRPr sz="2175" b="1">
                <a:solidFill>
                  <a:srgbClr val="C86A1B"/>
                </a:solidFill>
                <a:latin typeface="DejaVu Sans"/>
                <a:ea typeface="DejaVu Sans"/>
                <a:cs typeface="DejaVu Sans"/>
              </a:defRPr>
            </a:lvl3pPr>
            <a:lvl4pPr algn="l">
              <a:defRPr sz="2175" b="1">
                <a:solidFill>
                  <a:srgbClr val="C86A1B"/>
                </a:solidFill>
                <a:latin typeface="DejaVu Sans"/>
                <a:ea typeface="DejaVu Sans"/>
                <a:cs typeface="DejaVu Sans"/>
              </a:defRPr>
            </a:lvl4pPr>
            <a:lvl5pPr algn="l">
              <a:defRPr sz="2175" b="1">
                <a:solidFill>
                  <a:srgbClr val="C86A1B"/>
                </a:solidFill>
                <a:latin typeface="DejaVu Sans"/>
                <a:ea typeface="DejaVu Sans"/>
                <a:cs typeface="DejaVu Sans"/>
              </a:defRPr>
            </a:lvl5pPr>
            <a:lvl6pPr algn="l">
              <a:defRPr sz="2175" b="1">
                <a:solidFill>
                  <a:srgbClr val="C86A1B"/>
                </a:solidFill>
                <a:latin typeface="DejaVu Sans"/>
                <a:ea typeface="DejaVu Sans"/>
                <a:cs typeface="DejaVu Sans"/>
              </a:defRPr>
            </a:lvl6pPr>
            <a:lvl7pPr algn="l">
              <a:defRPr sz="2175" b="1">
                <a:solidFill>
                  <a:srgbClr val="C86A1B"/>
                </a:solidFill>
                <a:latin typeface="DejaVu Sans"/>
                <a:ea typeface="DejaVu Sans"/>
                <a:cs typeface="DejaVu Sans"/>
              </a:defRPr>
            </a:lvl7pPr>
            <a:lvl8pPr algn="l">
              <a:defRPr sz="2175" b="1">
                <a:solidFill>
                  <a:srgbClr val="C86A1B"/>
                </a:solidFill>
                <a:latin typeface="DejaVu Sans"/>
                <a:ea typeface="DejaVu Sans"/>
                <a:cs typeface="DejaVu Sans"/>
              </a:defRPr>
            </a:lvl8pPr>
            <a:lvl9pPr algn="l">
              <a:defRPr sz="2175" b="1">
                <a:solidFill>
                  <a:srgbClr val="C86A1B"/>
                </a:solidFill>
                <a:latin typeface="DejaVu Sans"/>
                <a:ea typeface="DejaVu Sans"/>
                <a:cs typeface="DejaVu Sans"/>
              </a:defRPr>
            </a:lvl9pPr>
          </a:lstStyle>
          <a:p xmlns:a="http://schemas.openxmlformats.org/drawingml/2006/main">
            <a:pPr algn="l">
              <a:defRPr sz="2175" b="1">
                <a:solidFill>
                  <a:srgbClr val="C86A1B"/>
                </a:solidFill>
                <a:latin typeface="DejaVu Sans"/>
                <a:ea typeface="DejaVu Sans"/>
                <a:cs typeface="DejaVu Sans"/>
              </a:defRPr>
            </a:pPr>
            <a:r>
              <a:rPr sz="2175" b="1">
                <a:solidFill>
                  <a:srgbClr val="C86A1B"/>
                </a:solidFill>
                <a:latin typeface="DejaVu Sans"/>
                <a:ea typeface="DejaVu Sans"/>
                <a:cs typeface="DejaVu Sans"/>
              </a:rPr>
              <a:t>Hard voxels</a:t>
            </a:r>
          </a:p>
        </p:txBody>
      </p:sp>
      <p:sp>
        <p:nvSpPr>
          <p:cNvPr id="91" name="path-511">
            <a:extLst xmlns:a="http://schemas.openxmlformats.org/drawingml/2006/main">
              <a:ext uri="{FF2B5EF4-FFF2-40B4-BE49-F238E27FC236}">
                <a16:creationId xmlns:a16="http://schemas.microsoft.com/office/drawing/2014/main" id="{A6C9C2D9-6EE9-4860-8877-14A6AA8A09F0}"/>
              </a:ext>
            </a:extLst>
          </p:cNvPr>
          <p:cNvSpPr>
            <a:spLocks xmlns:a="http://schemas.openxmlformats.org/drawingml/2006/main" noGrp="1"/>
          </p:cNvSpPr>
          <p:nvPr/>
        </p:nvSpPr>
        <p:spPr>
          <a:xfrm xmlns:a="http://schemas.openxmlformats.org/drawingml/2006/main">
            <a:off x="3943350" y="2857500"/>
            <a:ext cx="419100" cy="409575"/>
          </a:xfrm>
          <a:custGeom xmlns:a="http://schemas.openxmlformats.org/drawingml/2006/main">
            <a:pathLst>
              <a:path w="419100" h="409575">
                <a:moveTo>
                  <a:pt x="0" y="0"/>
                </a:moveTo>
                <a:lnTo>
                  <a:pt x="419100" y="0"/>
                </a:lnTo>
                <a:lnTo>
                  <a:pt x="419100" y="409575"/>
                </a:lnTo>
                <a:lnTo>
                  <a:pt x="0" y="409575"/>
                </a:lnTo>
                <a:close/>
              </a:path>
            </a:pathLst>
          </a:custGeom>
          <a:noFill xmlns:a="http://schemas.openxmlformats.org/drawingml/2006/main"/>
          <a:ln xmlns:a="http://schemas.openxmlformats.org/drawingml/2006/main" w="23813">
            <a:solidFill>
              <a:srgbClr val="D49B67"/>
            </a:solidFill>
            <a:prstDash val="solid"/>
          </a:ln>
        </p:spPr>
      </p:sp>
      <p:sp>
        <p:nvSpPr>
          <p:cNvPr id="92" name="path-512">
            <a:extLst xmlns:a="http://schemas.openxmlformats.org/drawingml/2006/main">
              <a:ext uri="{FF2B5EF4-FFF2-40B4-BE49-F238E27FC236}">
                <a16:creationId xmlns:a16="http://schemas.microsoft.com/office/drawing/2014/main" id="{DE4F30AB-849A-46C3-BB90-82CEB32B9F5D}"/>
              </a:ext>
            </a:extLst>
          </p:cNvPr>
          <p:cNvSpPr>
            <a:spLocks xmlns:a="http://schemas.openxmlformats.org/drawingml/2006/main" noGrp="1"/>
          </p:cNvSpPr>
          <p:nvPr/>
        </p:nvSpPr>
        <p:spPr>
          <a:xfrm xmlns:a="http://schemas.openxmlformats.org/drawingml/2006/main">
            <a:off x="4105275" y="2695575"/>
            <a:ext cx="419100" cy="409575"/>
          </a:xfrm>
          <a:custGeom xmlns:a="http://schemas.openxmlformats.org/drawingml/2006/main">
            <a:pathLst>
              <a:path w="419100" h="409575">
                <a:moveTo>
                  <a:pt x="0" y="0"/>
                </a:moveTo>
                <a:lnTo>
                  <a:pt x="419100" y="0"/>
                </a:lnTo>
                <a:lnTo>
                  <a:pt x="419100" y="409575"/>
                </a:lnTo>
                <a:lnTo>
                  <a:pt x="0" y="409575"/>
                </a:lnTo>
                <a:close/>
              </a:path>
            </a:pathLst>
          </a:custGeom>
          <a:noFill xmlns:a="http://schemas.openxmlformats.org/drawingml/2006/main"/>
          <a:ln xmlns:a="http://schemas.openxmlformats.org/drawingml/2006/main" w="23813">
            <a:solidFill>
              <a:srgbClr val="D49B67"/>
            </a:solidFill>
            <a:prstDash val="solid"/>
          </a:ln>
        </p:spPr>
      </p:sp>
      <p:sp>
        <p:nvSpPr>
          <p:cNvPr id="93" name="path-513">
            <a:extLst xmlns:a="http://schemas.openxmlformats.org/drawingml/2006/main">
              <a:ext uri="{FF2B5EF4-FFF2-40B4-BE49-F238E27FC236}">
                <a16:creationId xmlns:a16="http://schemas.microsoft.com/office/drawing/2014/main" id="{5BF8A2F5-0D31-47CE-B8EA-A088D82A4378}"/>
              </a:ext>
            </a:extLst>
          </p:cNvPr>
          <p:cNvSpPr>
            <a:spLocks xmlns:a="http://schemas.openxmlformats.org/drawingml/2006/main" noGrp="1"/>
          </p:cNvSpPr>
          <p:nvPr/>
        </p:nvSpPr>
        <p:spPr>
          <a:xfrm xmlns:a="http://schemas.openxmlformats.org/drawingml/2006/main">
            <a:off x="3943350" y="2695575"/>
            <a:ext cx="161925" cy="161925"/>
          </a:xfrm>
          <a:custGeom xmlns:a="http://schemas.openxmlformats.org/drawingml/2006/main">
            <a:pathLst>
              <a:path w="161925" h="161925">
                <a:moveTo>
                  <a:pt x="0" y="161925"/>
                </a:moveTo>
                <a:lnTo>
                  <a:pt x="161925" y="0"/>
                </a:lnTo>
              </a:path>
            </a:pathLst>
          </a:custGeom>
          <a:noFill xmlns:a="http://schemas.openxmlformats.org/drawingml/2006/main"/>
          <a:ln xmlns:a="http://schemas.openxmlformats.org/drawingml/2006/main" w="23813">
            <a:solidFill>
              <a:srgbClr val="D49B67"/>
            </a:solidFill>
            <a:prstDash val="solid"/>
          </a:ln>
        </p:spPr>
      </p:sp>
      <p:sp>
        <p:nvSpPr>
          <p:cNvPr id="94" name="path-514">
            <a:extLst xmlns:a="http://schemas.openxmlformats.org/drawingml/2006/main">
              <a:ext uri="{FF2B5EF4-FFF2-40B4-BE49-F238E27FC236}">
                <a16:creationId xmlns:a16="http://schemas.microsoft.com/office/drawing/2014/main" id="{E9AF03D2-4EB4-4546-B239-FF3819447698}"/>
              </a:ext>
            </a:extLst>
          </p:cNvPr>
          <p:cNvSpPr>
            <a:spLocks xmlns:a="http://schemas.openxmlformats.org/drawingml/2006/main" noGrp="1"/>
          </p:cNvSpPr>
          <p:nvPr/>
        </p:nvSpPr>
        <p:spPr>
          <a:xfrm xmlns:a="http://schemas.openxmlformats.org/drawingml/2006/main">
            <a:off x="4362450" y="2695575"/>
            <a:ext cx="161925" cy="161925"/>
          </a:xfrm>
          <a:custGeom xmlns:a="http://schemas.openxmlformats.org/drawingml/2006/main">
            <a:pathLst>
              <a:path w="161925" h="161925">
                <a:moveTo>
                  <a:pt x="0" y="161925"/>
                </a:moveTo>
                <a:lnTo>
                  <a:pt x="161925" y="0"/>
                </a:lnTo>
              </a:path>
            </a:pathLst>
          </a:custGeom>
          <a:noFill xmlns:a="http://schemas.openxmlformats.org/drawingml/2006/main"/>
          <a:ln xmlns:a="http://schemas.openxmlformats.org/drawingml/2006/main" w="23813">
            <a:solidFill>
              <a:srgbClr val="D49B67"/>
            </a:solidFill>
            <a:prstDash val="solid"/>
          </a:ln>
        </p:spPr>
      </p:sp>
      <p:sp>
        <p:nvSpPr>
          <p:cNvPr id="95" name="path-515">
            <a:extLst xmlns:a="http://schemas.openxmlformats.org/drawingml/2006/main">
              <a:ext uri="{FF2B5EF4-FFF2-40B4-BE49-F238E27FC236}">
                <a16:creationId xmlns:a16="http://schemas.microsoft.com/office/drawing/2014/main" id="{8AB1295E-488F-4F8C-801F-DA824B1B7EDC}"/>
              </a:ext>
            </a:extLst>
          </p:cNvPr>
          <p:cNvSpPr>
            <a:spLocks xmlns:a="http://schemas.openxmlformats.org/drawingml/2006/main" noGrp="1"/>
          </p:cNvSpPr>
          <p:nvPr/>
        </p:nvSpPr>
        <p:spPr>
          <a:xfrm xmlns:a="http://schemas.openxmlformats.org/drawingml/2006/main">
            <a:off x="4362450" y="3105150"/>
            <a:ext cx="161925" cy="161925"/>
          </a:xfrm>
          <a:custGeom xmlns:a="http://schemas.openxmlformats.org/drawingml/2006/main">
            <a:pathLst>
              <a:path w="161925" h="161925">
                <a:moveTo>
                  <a:pt x="0" y="161925"/>
                </a:moveTo>
                <a:lnTo>
                  <a:pt x="161925" y="0"/>
                </a:lnTo>
              </a:path>
            </a:pathLst>
          </a:custGeom>
          <a:noFill xmlns:a="http://schemas.openxmlformats.org/drawingml/2006/main"/>
          <a:ln xmlns:a="http://schemas.openxmlformats.org/drawingml/2006/main" w="23813">
            <a:solidFill>
              <a:srgbClr val="D49B67"/>
            </a:solidFill>
            <a:prstDash val="solid"/>
          </a:ln>
        </p:spPr>
      </p:sp>
      <p:sp>
        <p:nvSpPr>
          <p:cNvPr id="96" name="path-516">
            <a:extLst xmlns:a="http://schemas.openxmlformats.org/drawingml/2006/main">
              <a:ext uri="{FF2B5EF4-FFF2-40B4-BE49-F238E27FC236}">
                <a16:creationId xmlns:a16="http://schemas.microsoft.com/office/drawing/2014/main" id="{C6121276-296F-4BF9-B460-67FC90F0108F}"/>
              </a:ext>
            </a:extLst>
          </p:cNvPr>
          <p:cNvSpPr>
            <a:spLocks xmlns:a="http://schemas.openxmlformats.org/drawingml/2006/main" noGrp="1"/>
          </p:cNvSpPr>
          <p:nvPr/>
        </p:nvSpPr>
        <p:spPr>
          <a:xfrm xmlns:a="http://schemas.openxmlformats.org/drawingml/2006/main">
            <a:off x="3943350" y="3105150"/>
            <a:ext cx="161925" cy="161925"/>
          </a:xfrm>
          <a:custGeom xmlns:a="http://schemas.openxmlformats.org/drawingml/2006/main">
            <a:pathLst>
              <a:path w="161925" h="161925">
                <a:moveTo>
                  <a:pt x="0" y="161925"/>
                </a:moveTo>
                <a:lnTo>
                  <a:pt x="161925" y="0"/>
                </a:lnTo>
              </a:path>
            </a:pathLst>
          </a:custGeom>
          <a:noFill xmlns:a="http://schemas.openxmlformats.org/drawingml/2006/main"/>
          <a:ln xmlns:a="http://schemas.openxmlformats.org/drawingml/2006/main" w="23813">
            <a:solidFill>
              <a:srgbClr val="D49B67"/>
            </a:solidFill>
            <a:prstDash val="solid"/>
          </a:ln>
        </p:spPr>
      </p:sp>
      <p:sp>
        <p:nvSpPr>
          <p:cNvPr id="97" name="path-517">
            <a:extLst xmlns:a="http://schemas.openxmlformats.org/drawingml/2006/main">
              <a:ext uri="{FF2B5EF4-FFF2-40B4-BE49-F238E27FC236}">
                <a16:creationId xmlns:a16="http://schemas.microsoft.com/office/drawing/2014/main" id="{78758863-BBA0-46E8-A7CA-15B9675CBE76}"/>
              </a:ext>
            </a:extLst>
          </p:cNvPr>
          <p:cNvSpPr>
            <a:spLocks xmlns:a="http://schemas.openxmlformats.org/drawingml/2006/main" noGrp="1"/>
          </p:cNvSpPr>
          <p:nvPr/>
        </p:nvSpPr>
        <p:spPr>
          <a:xfrm xmlns:a="http://schemas.openxmlformats.org/drawingml/2006/main">
            <a:off x="4105275" y="2657475"/>
            <a:ext cx="419100" cy="409575"/>
          </a:xfrm>
          <a:custGeom xmlns:a="http://schemas.openxmlformats.org/drawingml/2006/main">
            <a:pathLst>
              <a:path w="419100" h="409575">
                <a:moveTo>
                  <a:pt x="0" y="0"/>
                </a:moveTo>
                <a:lnTo>
                  <a:pt x="419100" y="0"/>
                </a:lnTo>
                <a:lnTo>
                  <a:pt x="419100" y="409575"/>
                </a:lnTo>
                <a:lnTo>
                  <a:pt x="0" y="409575"/>
                </a:lnTo>
                <a:close/>
              </a:path>
            </a:pathLst>
          </a:custGeom>
          <a:noFill xmlns:a="http://schemas.openxmlformats.org/drawingml/2006/main"/>
          <a:ln xmlns:a="http://schemas.openxmlformats.org/drawingml/2006/main" w="23813">
            <a:solidFill>
              <a:srgbClr val="D49B67"/>
            </a:solidFill>
            <a:prstDash val="solid"/>
          </a:ln>
        </p:spPr>
      </p:sp>
      <p:sp>
        <p:nvSpPr>
          <p:cNvPr id="98" name="path-518">
            <a:extLst xmlns:a="http://schemas.openxmlformats.org/drawingml/2006/main">
              <a:ext uri="{FF2B5EF4-FFF2-40B4-BE49-F238E27FC236}">
                <a16:creationId xmlns:a16="http://schemas.microsoft.com/office/drawing/2014/main" id="{9338194A-54AE-464F-AF9B-05F4866D9189}"/>
              </a:ext>
            </a:extLst>
          </p:cNvPr>
          <p:cNvSpPr>
            <a:spLocks xmlns:a="http://schemas.openxmlformats.org/drawingml/2006/main" noGrp="1"/>
          </p:cNvSpPr>
          <p:nvPr/>
        </p:nvSpPr>
        <p:spPr>
          <a:xfrm xmlns:a="http://schemas.openxmlformats.org/drawingml/2006/main">
            <a:off x="4267200" y="2495550"/>
            <a:ext cx="419100" cy="409575"/>
          </a:xfrm>
          <a:custGeom xmlns:a="http://schemas.openxmlformats.org/drawingml/2006/main">
            <a:pathLst>
              <a:path w="419100" h="409575">
                <a:moveTo>
                  <a:pt x="0" y="0"/>
                </a:moveTo>
                <a:lnTo>
                  <a:pt x="419100" y="0"/>
                </a:lnTo>
                <a:lnTo>
                  <a:pt x="419100" y="409575"/>
                </a:lnTo>
                <a:lnTo>
                  <a:pt x="0" y="409575"/>
                </a:lnTo>
                <a:close/>
              </a:path>
            </a:pathLst>
          </a:custGeom>
          <a:noFill xmlns:a="http://schemas.openxmlformats.org/drawingml/2006/main"/>
          <a:ln xmlns:a="http://schemas.openxmlformats.org/drawingml/2006/main" w="23813">
            <a:solidFill>
              <a:srgbClr val="D49B67"/>
            </a:solidFill>
            <a:prstDash val="solid"/>
          </a:ln>
        </p:spPr>
      </p:sp>
      <p:sp>
        <p:nvSpPr>
          <p:cNvPr id="99" name="path-519">
            <a:extLst xmlns:a="http://schemas.openxmlformats.org/drawingml/2006/main">
              <a:ext uri="{FF2B5EF4-FFF2-40B4-BE49-F238E27FC236}">
                <a16:creationId xmlns:a16="http://schemas.microsoft.com/office/drawing/2014/main" id="{0D0CEEE6-312E-449B-9845-4104B1AB2502}"/>
              </a:ext>
            </a:extLst>
          </p:cNvPr>
          <p:cNvSpPr>
            <a:spLocks xmlns:a="http://schemas.openxmlformats.org/drawingml/2006/main" noGrp="1"/>
          </p:cNvSpPr>
          <p:nvPr/>
        </p:nvSpPr>
        <p:spPr>
          <a:xfrm xmlns:a="http://schemas.openxmlformats.org/drawingml/2006/main">
            <a:off x="4105275" y="2495550"/>
            <a:ext cx="161925" cy="161925"/>
          </a:xfrm>
          <a:custGeom xmlns:a="http://schemas.openxmlformats.org/drawingml/2006/main">
            <a:pathLst>
              <a:path w="161925" h="161925">
                <a:moveTo>
                  <a:pt x="0" y="161925"/>
                </a:moveTo>
                <a:lnTo>
                  <a:pt x="161925" y="0"/>
                </a:lnTo>
              </a:path>
            </a:pathLst>
          </a:custGeom>
          <a:noFill xmlns:a="http://schemas.openxmlformats.org/drawingml/2006/main"/>
          <a:ln xmlns:a="http://schemas.openxmlformats.org/drawingml/2006/main" w="23813">
            <a:solidFill>
              <a:srgbClr val="D49B67"/>
            </a:solidFill>
            <a:prstDash val="solid"/>
          </a:ln>
        </p:spPr>
      </p:sp>
      <p:sp>
        <p:nvSpPr>
          <p:cNvPr id="100" name="path-520">
            <a:extLst xmlns:a="http://schemas.openxmlformats.org/drawingml/2006/main">
              <a:ext uri="{FF2B5EF4-FFF2-40B4-BE49-F238E27FC236}">
                <a16:creationId xmlns:a16="http://schemas.microsoft.com/office/drawing/2014/main" id="{C182B2FC-9121-4322-86C6-6165845457EF}"/>
              </a:ext>
            </a:extLst>
          </p:cNvPr>
          <p:cNvSpPr>
            <a:spLocks xmlns:a="http://schemas.openxmlformats.org/drawingml/2006/main" noGrp="1"/>
          </p:cNvSpPr>
          <p:nvPr/>
        </p:nvSpPr>
        <p:spPr>
          <a:xfrm xmlns:a="http://schemas.openxmlformats.org/drawingml/2006/main">
            <a:off x="4524375" y="2495550"/>
            <a:ext cx="161925" cy="161925"/>
          </a:xfrm>
          <a:custGeom xmlns:a="http://schemas.openxmlformats.org/drawingml/2006/main">
            <a:pathLst>
              <a:path w="161925" h="161925">
                <a:moveTo>
                  <a:pt x="0" y="161925"/>
                </a:moveTo>
                <a:lnTo>
                  <a:pt x="161925" y="0"/>
                </a:lnTo>
              </a:path>
            </a:pathLst>
          </a:custGeom>
          <a:noFill xmlns:a="http://schemas.openxmlformats.org/drawingml/2006/main"/>
          <a:ln xmlns:a="http://schemas.openxmlformats.org/drawingml/2006/main" w="23813">
            <a:solidFill>
              <a:srgbClr val="D49B67"/>
            </a:solidFill>
            <a:prstDash val="solid"/>
          </a:ln>
        </p:spPr>
      </p:sp>
      <p:sp>
        <p:nvSpPr>
          <p:cNvPr id="101" name="path-521">
            <a:extLst xmlns:a="http://schemas.openxmlformats.org/drawingml/2006/main">
              <a:ext uri="{FF2B5EF4-FFF2-40B4-BE49-F238E27FC236}">
                <a16:creationId xmlns:a16="http://schemas.microsoft.com/office/drawing/2014/main" id="{B499B1C5-63A5-4C40-8D6D-DE7D51D4FBA3}"/>
              </a:ext>
            </a:extLst>
          </p:cNvPr>
          <p:cNvSpPr>
            <a:spLocks xmlns:a="http://schemas.openxmlformats.org/drawingml/2006/main" noGrp="1"/>
          </p:cNvSpPr>
          <p:nvPr/>
        </p:nvSpPr>
        <p:spPr>
          <a:xfrm xmlns:a="http://schemas.openxmlformats.org/drawingml/2006/main">
            <a:off x="4524375" y="2905125"/>
            <a:ext cx="161925" cy="161925"/>
          </a:xfrm>
          <a:custGeom xmlns:a="http://schemas.openxmlformats.org/drawingml/2006/main">
            <a:pathLst>
              <a:path w="161925" h="161925">
                <a:moveTo>
                  <a:pt x="0" y="161925"/>
                </a:moveTo>
                <a:lnTo>
                  <a:pt x="161925" y="0"/>
                </a:lnTo>
              </a:path>
            </a:pathLst>
          </a:custGeom>
          <a:noFill xmlns:a="http://schemas.openxmlformats.org/drawingml/2006/main"/>
          <a:ln xmlns:a="http://schemas.openxmlformats.org/drawingml/2006/main" w="23813">
            <a:solidFill>
              <a:srgbClr val="D49B67"/>
            </a:solidFill>
            <a:prstDash val="solid"/>
          </a:ln>
        </p:spPr>
      </p:sp>
      <p:sp>
        <p:nvSpPr>
          <p:cNvPr id="102" name="path-522">
            <a:extLst xmlns:a="http://schemas.openxmlformats.org/drawingml/2006/main">
              <a:ext uri="{FF2B5EF4-FFF2-40B4-BE49-F238E27FC236}">
                <a16:creationId xmlns:a16="http://schemas.microsoft.com/office/drawing/2014/main" id="{24782F39-EB3E-4705-9C0A-6BB51F20339B}"/>
              </a:ext>
            </a:extLst>
          </p:cNvPr>
          <p:cNvSpPr>
            <a:spLocks xmlns:a="http://schemas.openxmlformats.org/drawingml/2006/main" noGrp="1"/>
          </p:cNvSpPr>
          <p:nvPr/>
        </p:nvSpPr>
        <p:spPr>
          <a:xfrm xmlns:a="http://schemas.openxmlformats.org/drawingml/2006/main">
            <a:off x="4105275" y="2905125"/>
            <a:ext cx="161925" cy="161925"/>
          </a:xfrm>
          <a:custGeom xmlns:a="http://schemas.openxmlformats.org/drawingml/2006/main">
            <a:pathLst>
              <a:path w="161925" h="161925">
                <a:moveTo>
                  <a:pt x="0" y="161925"/>
                </a:moveTo>
                <a:lnTo>
                  <a:pt x="161925" y="0"/>
                </a:lnTo>
              </a:path>
            </a:pathLst>
          </a:custGeom>
          <a:noFill xmlns:a="http://schemas.openxmlformats.org/drawingml/2006/main"/>
          <a:ln xmlns:a="http://schemas.openxmlformats.org/drawingml/2006/main" w="23813">
            <a:solidFill>
              <a:srgbClr val="D49B67"/>
            </a:solidFill>
            <a:prstDash val="solid"/>
          </a:ln>
        </p:spPr>
      </p:sp>
      <p:sp>
        <p:nvSpPr>
          <p:cNvPr id="103" name="path-523">
            <a:extLst xmlns:a="http://schemas.openxmlformats.org/drawingml/2006/main">
              <a:ext uri="{FF2B5EF4-FFF2-40B4-BE49-F238E27FC236}">
                <a16:creationId xmlns:a16="http://schemas.microsoft.com/office/drawing/2014/main" id="{9BB061BA-A82E-4E77-B95F-85BEFB408F45}"/>
              </a:ext>
            </a:extLst>
          </p:cNvPr>
          <p:cNvSpPr>
            <a:spLocks xmlns:a="http://schemas.openxmlformats.org/drawingml/2006/main" noGrp="1"/>
          </p:cNvSpPr>
          <p:nvPr/>
        </p:nvSpPr>
        <p:spPr>
          <a:xfrm xmlns:a="http://schemas.openxmlformats.org/drawingml/2006/main">
            <a:off x="4267200" y="2457450"/>
            <a:ext cx="419100" cy="409575"/>
          </a:xfrm>
          <a:custGeom xmlns:a="http://schemas.openxmlformats.org/drawingml/2006/main">
            <a:pathLst>
              <a:path w="419100" h="409575">
                <a:moveTo>
                  <a:pt x="0" y="0"/>
                </a:moveTo>
                <a:lnTo>
                  <a:pt x="419100" y="0"/>
                </a:lnTo>
                <a:lnTo>
                  <a:pt x="419100" y="409575"/>
                </a:lnTo>
                <a:lnTo>
                  <a:pt x="0" y="409575"/>
                </a:lnTo>
                <a:close/>
              </a:path>
            </a:pathLst>
          </a:custGeom>
          <a:noFill xmlns:a="http://schemas.openxmlformats.org/drawingml/2006/main"/>
          <a:ln xmlns:a="http://schemas.openxmlformats.org/drawingml/2006/main" w="23813">
            <a:solidFill>
              <a:srgbClr val="D49B67"/>
            </a:solidFill>
            <a:prstDash val="solid"/>
          </a:ln>
        </p:spPr>
      </p:sp>
      <p:sp>
        <p:nvSpPr>
          <p:cNvPr id="104" name="path-524">
            <a:extLst xmlns:a="http://schemas.openxmlformats.org/drawingml/2006/main">
              <a:ext uri="{FF2B5EF4-FFF2-40B4-BE49-F238E27FC236}">
                <a16:creationId xmlns:a16="http://schemas.microsoft.com/office/drawing/2014/main" id="{D491371A-404E-4531-A34A-C0D0727E695D}"/>
              </a:ext>
            </a:extLst>
          </p:cNvPr>
          <p:cNvSpPr>
            <a:spLocks xmlns:a="http://schemas.openxmlformats.org/drawingml/2006/main" noGrp="1"/>
          </p:cNvSpPr>
          <p:nvPr/>
        </p:nvSpPr>
        <p:spPr>
          <a:xfrm xmlns:a="http://schemas.openxmlformats.org/drawingml/2006/main">
            <a:off x="4429125" y="2295525"/>
            <a:ext cx="419100" cy="409575"/>
          </a:xfrm>
          <a:custGeom xmlns:a="http://schemas.openxmlformats.org/drawingml/2006/main">
            <a:pathLst>
              <a:path w="419100" h="409575">
                <a:moveTo>
                  <a:pt x="0" y="0"/>
                </a:moveTo>
                <a:lnTo>
                  <a:pt x="419100" y="0"/>
                </a:lnTo>
                <a:lnTo>
                  <a:pt x="419100" y="409575"/>
                </a:lnTo>
                <a:lnTo>
                  <a:pt x="0" y="409575"/>
                </a:lnTo>
                <a:close/>
              </a:path>
            </a:pathLst>
          </a:custGeom>
          <a:noFill xmlns:a="http://schemas.openxmlformats.org/drawingml/2006/main"/>
          <a:ln xmlns:a="http://schemas.openxmlformats.org/drawingml/2006/main" w="23813">
            <a:solidFill>
              <a:srgbClr val="D49B67"/>
            </a:solidFill>
            <a:prstDash val="solid"/>
          </a:ln>
        </p:spPr>
      </p:sp>
      <p:sp>
        <p:nvSpPr>
          <p:cNvPr id="105" name="path-525">
            <a:extLst xmlns:a="http://schemas.openxmlformats.org/drawingml/2006/main">
              <a:ext uri="{FF2B5EF4-FFF2-40B4-BE49-F238E27FC236}">
                <a16:creationId xmlns:a16="http://schemas.microsoft.com/office/drawing/2014/main" id="{82E58D5D-FCDA-454F-A7CC-CB994272259A}"/>
              </a:ext>
            </a:extLst>
          </p:cNvPr>
          <p:cNvSpPr>
            <a:spLocks xmlns:a="http://schemas.openxmlformats.org/drawingml/2006/main" noGrp="1"/>
          </p:cNvSpPr>
          <p:nvPr/>
        </p:nvSpPr>
        <p:spPr>
          <a:xfrm xmlns:a="http://schemas.openxmlformats.org/drawingml/2006/main">
            <a:off x="4267200" y="2295525"/>
            <a:ext cx="161925" cy="161925"/>
          </a:xfrm>
          <a:custGeom xmlns:a="http://schemas.openxmlformats.org/drawingml/2006/main">
            <a:pathLst>
              <a:path w="161925" h="161925">
                <a:moveTo>
                  <a:pt x="0" y="161925"/>
                </a:moveTo>
                <a:lnTo>
                  <a:pt x="161925" y="0"/>
                </a:lnTo>
              </a:path>
            </a:pathLst>
          </a:custGeom>
          <a:noFill xmlns:a="http://schemas.openxmlformats.org/drawingml/2006/main"/>
          <a:ln xmlns:a="http://schemas.openxmlformats.org/drawingml/2006/main" w="23813">
            <a:solidFill>
              <a:srgbClr val="D49B67"/>
            </a:solidFill>
            <a:prstDash val="solid"/>
          </a:ln>
        </p:spPr>
      </p:sp>
      <p:sp>
        <p:nvSpPr>
          <p:cNvPr id="106" name="path-526">
            <a:extLst xmlns:a="http://schemas.openxmlformats.org/drawingml/2006/main">
              <a:ext uri="{FF2B5EF4-FFF2-40B4-BE49-F238E27FC236}">
                <a16:creationId xmlns:a16="http://schemas.microsoft.com/office/drawing/2014/main" id="{6AAF677C-8A59-49E4-9BD3-427AEC146968}"/>
              </a:ext>
            </a:extLst>
          </p:cNvPr>
          <p:cNvSpPr>
            <a:spLocks xmlns:a="http://schemas.openxmlformats.org/drawingml/2006/main" noGrp="1"/>
          </p:cNvSpPr>
          <p:nvPr/>
        </p:nvSpPr>
        <p:spPr>
          <a:xfrm xmlns:a="http://schemas.openxmlformats.org/drawingml/2006/main">
            <a:off x="4686300" y="2295525"/>
            <a:ext cx="161925" cy="161925"/>
          </a:xfrm>
          <a:custGeom xmlns:a="http://schemas.openxmlformats.org/drawingml/2006/main">
            <a:pathLst>
              <a:path w="161925" h="161925">
                <a:moveTo>
                  <a:pt x="0" y="161925"/>
                </a:moveTo>
                <a:lnTo>
                  <a:pt x="161925" y="0"/>
                </a:lnTo>
              </a:path>
            </a:pathLst>
          </a:custGeom>
          <a:noFill xmlns:a="http://schemas.openxmlformats.org/drawingml/2006/main"/>
          <a:ln xmlns:a="http://schemas.openxmlformats.org/drawingml/2006/main" w="23813">
            <a:solidFill>
              <a:srgbClr val="D49B67"/>
            </a:solidFill>
            <a:prstDash val="solid"/>
          </a:ln>
        </p:spPr>
      </p:sp>
      <p:sp>
        <p:nvSpPr>
          <p:cNvPr id="107" name="path-527">
            <a:extLst xmlns:a="http://schemas.openxmlformats.org/drawingml/2006/main">
              <a:ext uri="{FF2B5EF4-FFF2-40B4-BE49-F238E27FC236}">
                <a16:creationId xmlns:a16="http://schemas.microsoft.com/office/drawing/2014/main" id="{71B51434-E486-4676-A4D0-DB412F4D4FDA}"/>
              </a:ext>
            </a:extLst>
          </p:cNvPr>
          <p:cNvSpPr>
            <a:spLocks xmlns:a="http://schemas.openxmlformats.org/drawingml/2006/main" noGrp="1"/>
          </p:cNvSpPr>
          <p:nvPr/>
        </p:nvSpPr>
        <p:spPr>
          <a:xfrm xmlns:a="http://schemas.openxmlformats.org/drawingml/2006/main">
            <a:off x="4686300" y="2705100"/>
            <a:ext cx="161925" cy="161925"/>
          </a:xfrm>
          <a:custGeom xmlns:a="http://schemas.openxmlformats.org/drawingml/2006/main">
            <a:pathLst>
              <a:path w="161925" h="161925">
                <a:moveTo>
                  <a:pt x="0" y="161925"/>
                </a:moveTo>
                <a:lnTo>
                  <a:pt x="161925" y="0"/>
                </a:lnTo>
              </a:path>
            </a:pathLst>
          </a:custGeom>
          <a:noFill xmlns:a="http://schemas.openxmlformats.org/drawingml/2006/main"/>
          <a:ln xmlns:a="http://schemas.openxmlformats.org/drawingml/2006/main" w="23813">
            <a:solidFill>
              <a:srgbClr val="D49B67"/>
            </a:solidFill>
            <a:prstDash val="solid"/>
          </a:ln>
        </p:spPr>
      </p:sp>
      <p:sp>
        <p:nvSpPr>
          <p:cNvPr id="108" name="path-528">
            <a:extLst xmlns:a="http://schemas.openxmlformats.org/drawingml/2006/main">
              <a:ext uri="{FF2B5EF4-FFF2-40B4-BE49-F238E27FC236}">
                <a16:creationId xmlns:a16="http://schemas.microsoft.com/office/drawing/2014/main" id="{9DBA8B01-5A01-4632-8159-CEED5BC6EB48}"/>
              </a:ext>
            </a:extLst>
          </p:cNvPr>
          <p:cNvSpPr>
            <a:spLocks xmlns:a="http://schemas.openxmlformats.org/drawingml/2006/main" noGrp="1"/>
          </p:cNvSpPr>
          <p:nvPr/>
        </p:nvSpPr>
        <p:spPr>
          <a:xfrm xmlns:a="http://schemas.openxmlformats.org/drawingml/2006/main">
            <a:off x="4267200" y="2705100"/>
            <a:ext cx="161925" cy="161925"/>
          </a:xfrm>
          <a:custGeom xmlns:a="http://schemas.openxmlformats.org/drawingml/2006/main">
            <a:pathLst>
              <a:path w="161925" h="161925">
                <a:moveTo>
                  <a:pt x="0" y="161925"/>
                </a:moveTo>
                <a:lnTo>
                  <a:pt x="161925" y="0"/>
                </a:lnTo>
              </a:path>
            </a:pathLst>
          </a:custGeom>
          <a:noFill xmlns:a="http://schemas.openxmlformats.org/drawingml/2006/main"/>
          <a:ln xmlns:a="http://schemas.openxmlformats.org/drawingml/2006/main" w="23813">
            <a:solidFill>
              <a:srgbClr val="D49B67"/>
            </a:solidFill>
            <a:prstDash val="solid"/>
          </a:ln>
        </p:spPr>
      </p:sp>
      <p:sp>
        <p:nvSpPr>
          <p:cNvPr id="109" name="path-529">
            <a:extLst xmlns:a="http://schemas.openxmlformats.org/drawingml/2006/main">
              <a:ext uri="{FF2B5EF4-FFF2-40B4-BE49-F238E27FC236}">
                <a16:creationId xmlns:a16="http://schemas.microsoft.com/office/drawing/2014/main" id="{B21FCDC5-427E-4594-8584-5B431313D4E5}"/>
              </a:ext>
            </a:extLst>
          </p:cNvPr>
          <p:cNvSpPr>
            <a:spLocks xmlns:a="http://schemas.openxmlformats.org/drawingml/2006/main" noGrp="1"/>
          </p:cNvSpPr>
          <p:nvPr/>
        </p:nvSpPr>
        <p:spPr>
          <a:xfrm xmlns:a="http://schemas.openxmlformats.org/drawingml/2006/main">
            <a:off x="4371975" y="2857500"/>
            <a:ext cx="419100" cy="409575"/>
          </a:xfrm>
          <a:custGeom xmlns:a="http://schemas.openxmlformats.org/drawingml/2006/main">
            <a:pathLst>
              <a:path w="419100" h="409575">
                <a:moveTo>
                  <a:pt x="0" y="0"/>
                </a:moveTo>
                <a:lnTo>
                  <a:pt x="419100" y="0"/>
                </a:lnTo>
                <a:lnTo>
                  <a:pt x="419100" y="409575"/>
                </a:lnTo>
                <a:lnTo>
                  <a:pt x="0" y="409575"/>
                </a:lnTo>
                <a:close/>
              </a:path>
            </a:pathLst>
          </a:custGeom>
          <a:noFill xmlns:a="http://schemas.openxmlformats.org/drawingml/2006/main"/>
          <a:ln xmlns:a="http://schemas.openxmlformats.org/drawingml/2006/main" w="23813">
            <a:solidFill>
              <a:srgbClr val="D49B67"/>
            </a:solidFill>
            <a:prstDash val="solid"/>
          </a:ln>
        </p:spPr>
      </p:sp>
      <p:sp>
        <p:nvSpPr>
          <p:cNvPr id="110" name="path-530">
            <a:extLst xmlns:a="http://schemas.openxmlformats.org/drawingml/2006/main">
              <a:ext uri="{FF2B5EF4-FFF2-40B4-BE49-F238E27FC236}">
                <a16:creationId xmlns:a16="http://schemas.microsoft.com/office/drawing/2014/main" id="{929E69C3-F1C5-465E-8D25-ED4DDCD8FF6B}"/>
              </a:ext>
            </a:extLst>
          </p:cNvPr>
          <p:cNvSpPr>
            <a:spLocks xmlns:a="http://schemas.openxmlformats.org/drawingml/2006/main" noGrp="1"/>
          </p:cNvSpPr>
          <p:nvPr/>
        </p:nvSpPr>
        <p:spPr>
          <a:xfrm xmlns:a="http://schemas.openxmlformats.org/drawingml/2006/main">
            <a:off x="4533900" y="2695575"/>
            <a:ext cx="419100" cy="409575"/>
          </a:xfrm>
          <a:custGeom xmlns:a="http://schemas.openxmlformats.org/drawingml/2006/main">
            <a:pathLst>
              <a:path w="419100" h="409575">
                <a:moveTo>
                  <a:pt x="0" y="0"/>
                </a:moveTo>
                <a:lnTo>
                  <a:pt x="419100" y="0"/>
                </a:lnTo>
                <a:lnTo>
                  <a:pt x="419100" y="409575"/>
                </a:lnTo>
                <a:lnTo>
                  <a:pt x="0" y="409575"/>
                </a:lnTo>
                <a:close/>
              </a:path>
            </a:pathLst>
          </a:custGeom>
          <a:noFill xmlns:a="http://schemas.openxmlformats.org/drawingml/2006/main"/>
          <a:ln xmlns:a="http://schemas.openxmlformats.org/drawingml/2006/main" w="23813">
            <a:solidFill>
              <a:srgbClr val="D49B67"/>
            </a:solidFill>
            <a:prstDash val="solid"/>
          </a:ln>
        </p:spPr>
      </p:sp>
      <p:sp>
        <p:nvSpPr>
          <p:cNvPr id="111" name="path-531">
            <a:extLst xmlns:a="http://schemas.openxmlformats.org/drawingml/2006/main">
              <a:ext uri="{FF2B5EF4-FFF2-40B4-BE49-F238E27FC236}">
                <a16:creationId xmlns:a16="http://schemas.microsoft.com/office/drawing/2014/main" id="{4895E027-C3EF-42BA-A73E-7914FA64B6CB}"/>
              </a:ext>
            </a:extLst>
          </p:cNvPr>
          <p:cNvSpPr>
            <a:spLocks xmlns:a="http://schemas.openxmlformats.org/drawingml/2006/main" noGrp="1"/>
          </p:cNvSpPr>
          <p:nvPr/>
        </p:nvSpPr>
        <p:spPr>
          <a:xfrm xmlns:a="http://schemas.openxmlformats.org/drawingml/2006/main">
            <a:off x="4371975" y="2695575"/>
            <a:ext cx="161925" cy="161925"/>
          </a:xfrm>
          <a:custGeom xmlns:a="http://schemas.openxmlformats.org/drawingml/2006/main">
            <a:pathLst>
              <a:path w="161925" h="161925">
                <a:moveTo>
                  <a:pt x="0" y="161925"/>
                </a:moveTo>
                <a:lnTo>
                  <a:pt x="161925" y="0"/>
                </a:lnTo>
              </a:path>
            </a:pathLst>
          </a:custGeom>
          <a:noFill xmlns:a="http://schemas.openxmlformats.org/drawingml/2006/main"/>
          <a:ln xmlns:a="http://schemas.openxmlformats.org/drawingml/2006/main" w="23813">
            <a:solidFill>
              <a:srgbClr val="D49B67"/>
            </a:solidFill>
            <a:prstDash val="solid"/>
          </a:ln>
        </p:spPr>
      </p:sp>
      <p:sp>
        <p:nvSpPr>
          <p:cNvPr id="112" name="path-532">
            <a:extLst xmlns:a="http://schemas.openxmlformats.org/drawingml/2006/main">
              <a:ext uri="{FF2B5EF4-FFF2-40B4-BE49-F238E27FC236}">
                <a16:creationId xmlns:a16="http://schemas.microsoft.com/office/drawing/2014/main" id="{A6966DB1-06C4-4A21-B342-2FFA5E82DFC1}"/>
              </a:ext>
            </a:extLst>
          </p:cNvPr>
          <p:cNvSpPr>
            <a:spLocks xmlns:a="http://schemas.openxmlformats.org/drawingml/2006/main" noGrp="1"/>
          </p:cNvSpPr>
          <p:nvPr/>
        </p:nvSpPr>
        <p:spPr>
          <a:xfrm xmlns:a="http://schemas.openxmlformats.org/drawingml/2006/main">
            <a:off x="4791075" y="2695575"/>
            <a:ext cx="161925" cy="161925"/>
          </a:xfrm>
          <a:custGeom xmlns:a="http://schemas.openxmlformats.org/drawingml/2006/main">
            <a:pathLst>
              <a:path w="161925" h="161925">
                <a:moveTo>
                  <a:pt x="0" y="161925"/>
                </a:moveTo>
                <a:lnTo>
                  <a:pt x="161925" y="0"/>
                </a:lnTo>
              </a:path>
            </a:pathLst>
          </a:custGeom>
          <a:noFill xmlns:a="http://schemas.openxmlformats.org/drawingml/2006/main"/>
          <a:ln xmlns:a="http://schemas.openxmlformats.org/drawingml/2006/main" w="23813">
            <a:solidFill>
              <a:srgbClr val="D49B67"/>
            </a:solidFill>
            <a:prstDash val="solid"/>
          </a:ln>
        </p:spPr>
      </p:sp>
      <p:sp>
        <p:nvSpPr>
          <p:cNvPr id="113" name="path-533">
            <a:extLst xmlns:a="http://schemas.openxmlformats.org/drawingml/2006/main">
              <a:ext uri="{FF2B5EF4-FFF2-40B4-BE49-F238E27FC236}">
                <a16:creationId xmlns:a16="http://schemas.microsoft.com/office/drawing/2014/main" id="{35030C19-953B-49C3-A9CC-8105771F0010}"/>
              </a:ext>
            </a:extLst>
          </p:cNvPr>
          <p:cNvSpPr>
            <a:spLocks xmlns:a="http://schemas.openxmlformats.org/drawingml/2006/main" noGrp="1"/>
          </p:cNvSpPr>
          <p:nvPr/>
        </p:nvSpPr>
        <p:spPr>
          <a:xfrm xmlns:a="http://schemas.openxmlformats.org/drawingml/2006/main">
            <a:off x="4791075" y="3105150"/>
            <a:ext cx="161925" cy="161925"/>
          </a:xfrm>
          <a:custGeom xmlns:a="http://schemas.openxmlformats.org/drawingml/2006/main">
            <a:pathLst>
              <a:path w="161925" h="161925">
                <a:moveTo>
                  <a:pt x="0" y="161925"/>
                </a:moveTo>
                <a:lnTo>
                  <a:pt x="161925" y="0"/>
                </a:lnTo>
              </a:path>
            </a:pathLst>
          </a:custGeom>
          <a:noFill xmlns:a="http://schemas.openxmlformats.org/drawingml/2006/main"/>
          <a:ln xmlns:a="http://schemas.openxmlformats.org/drawingml/2006/main" w="23813">
            <a:solidFill>
              <a:srgbClr val="D49B67"/>
            </a:solidFill>
            <a:prstDash val="solid"/>
          </a:ln>
        </p:spPr>
      </p:sp>
      <p:sp>
        <p:nvSpPr>
          <p:cNvPr id="114" name="path-534">
            <a:extLst xmlns:a="http://schemas.openxmlformats.org/drawingml/2006/main">
              <a:ext uri="{FF2B5EF4-FFF2-40B4-BE49-F238E27FC236}">
                <a16:creationId xmlns:a16="http://schemas.microsoft.com/office/drawing/2014/main" id="{46F29EB8-67C3-4B30-8F4E-F98DB10BF0C8}"/>
              </a:ext>
            </a:extLst>
          </p:cNvPr>
          <p:cNvSpPr>
            <a:spLocks xmlns:a="http://schemas.openxmlformats.org/drawingml/2006/main" noGrp="1"/>
          </p:cNvSpPr>
          <p:nvPr/>
        </p:nvSpPr>
        <p:spPr>
          <a:xfrm xmlns:a="http://schemas.openxmlformats.org/drawingml/2006/main">
            <a:off x="4371975" y="3105150"/>
            <a:ext cx="161925" cy="161925"/>
          </a:xfrm>
          <a:custGeom xmlns:a="http://schemas.openxmlformats.org/drawingml/2006/main">
            <a:pathLst>
              <a:path w="161925" h="161925">
                <a:moveTo>
                  <a:pt x="0" y="161925"/>
                </a:moveTo>
                <a:lnTo>
                  <a:pt x="161925" y="0"/>
                </a:lnTo>
              </a:path>
            </a:pathLst>
          </a:custGeom>
          <a:noFill xmlns:a="http://schemas.openxmlformats.org/drawingml/2006/main"/>
          <a:ln xmlns:a="http://schemas.openxmlformats.org/drawingml/2006/main" w="23813">
            <a:solidFill>
              <a:srgbClr val="D49B67"/>
            </a:solidFill>
            <a:prstDash val="solid"/>
          </a:ln>
        </p:spPr>
      </p:sp>
      <p:sp>
        <p:nvSpPr>
          <p:cNvPr id="115" name="path-535">
            <a:extLst xmlns:a="http://schemas.openxmlformats.org/drawingml/2006/main">
              <a:ext uri="{FF2B5EF4-FFF2-40B4-BE49-F238E27FC236}">
                <a16:creationId xmlns:a16="http://schemas.microsoft.com/office/drawing/2014/main" id="{356D97E4-0E4D-4873-BD61-0D5878392C8C}"/>
              </a:ext>
            </a:extLst>
          </p:cNvPr>
          <p:cNvSpPr>
            <a:spLocks xmlns:a="http://schemas.openxmlformats.org/drawingml/2006/main" noGrp="1"/>
          </p:cNvSpPr>
          <p:nvPr/>
        </p:nvSpPr>
        <p:spPr>
          <a:xfrm xmlns:a="http://schemas.openxmlformats.org/drawingml/2006/main">
            <a:off x="4533900" y="2657475"/>
            <a:ext cx="419100" cy="409575"/>
          </a:xfrm>
          <a:custGeom xmlns:a="http://schemas.openxmlformats.org/drawingml/2006/main">
            <a:pathLst>
              <a:path w="419100" h="409575">
                <a:moveTo>
                  <a:pt x="0" y="0"/>
                </a:moveTo>
                <a:lnTo>
                  <a:pt x="419100" y="0"/>
                </a:lnTo>
                <a:lnTo>
                  <a:pt x="419100" y="409575"/>
                </a:lnTo>
                <a:lnTo>
                  <a:pt x="0" y="409575"/>
                </a:lnTo>
                <a:close/>
              </a:path>
            </a:pathLst>
          </a:custGeom>
          <a:noFill xmlns:a="http://schemas.openxmlformats.org/drawingml/2006/main"/>
          <a:ln xmlns:a="http://schemas.openxmlformats.org/drawingml/2006/main" w="23813">
            <a:solidFill>
              <a:srgbClr val="D49B67"/>
            </a:solidFill>
            <a:prstDash val="solid"/>
          </a:ln>
        </p:spPr>
      </p:sp>
      <p:sp>
        <p:nvSpPr>
          <p:cNvPr id="116" name="path-536">
            <a:extLst xmlns:a="http://schemas.openxmlformats.org/drawingml/2006/main">
              <a:ext uri="{FF2B5EF4-FFF2-40B4-BE49-F238E27FC236}">
                <a16:creationId xmlns:a16="http://schemas.microsoft.com/office/drawing/2014/main" id="{A20CD6C8-638A-4953-BAE6-B1158697D96F}"/>
              </a:ext>
            </a:extLst>
          </p:cNvPr>
          <p:cNvSpPr>
            <a:spLocks xmlns:a="http://schemas.openxmlformats.org/drawingml/2006/main" noGrp="1"/>
          </p:cNvSpPr>
          <p:nvPr/>
        </p:nvSpPr>
        <p:spPr>
          <a:xfrm xmlns:a="http://schemas.openxmlformats.org/drawingml/2006/main">
            <a:off x="4695825" y="2495550"/>
            <a:ext cx="419100" cy="409575"/>
          </a:xfrm>
          <a:custGeom xmlns:a="http://schemas.openxmlformats.org/drawingml/2006/main">
            <a:pathLst>
              <a:path w="419100" h="409575">
                <a:moveTo>
                  <a:pt x="0" y="0"/>
                </a:moveTo>
                <a:lnTo>
                  <a:pt x="419100" y="0"/>
                </a:lnTo>
                <a:lnTo>
                  <a:pt x="419100" y="409575"/>
                </a:lnTo>
                <a:lnTo>
                  <a:pt x="0" y="409575"/>
                </a:lnTo>
                <a:close/>
              </a:path>
            </a:pathLst>
          </a:custGeom>
          <a:noFill xmlns:a="http://schemas.openxmlformats.org/drawingml/2006/main"/>
          <a:ln xmlns:a="http://schemas.openxmlformats.org/drawingml/2006/main" w="23813">
            <a:solidFill>
              <a:srgbClr val="D49B67"/>
            </a:solidFill>
            <a:prstDash val="solid"/>
          </a:ln>
        </p:spPr>
      </p:sp>
      <p:sp>
        <p:nvSpPr>
          <p:cNvPr id="117" name="path-537">
            <a:extLst xmlns:a="http://schemas.openxmlformats.org/drawingml/2006/main">
              <a:ext uri="{FF2B5EF4-FFF2-40B4-BE49-F238E27FC236}">
                <a16:creationId xmlns:a16="http://schemas.microsoft.com/office/drawing/2014/main" id="{4ACF2385-D306-452B-AB68-6CB772727207}"/>
              </a:ext>
            </a:extLst>
          </p:cNvPr>
          <p:cNvSpPr>
            <a:spLocks xmlns:a="http://schemas.openxmlformats.org/drawingml/2006/main" noGrp="1"/>
          </p:cNvSpPr>
          <p:nvPr/>
        </p:nvSpPr>
        <p:spPr>
          <a:xfrm xmlns:a="http://schemas.openxmlformats.org/drawingml/2006/main">
            <a:off x="4533900" y="2495550"/>
            <a:ext cx="161925" cy="161925"/>
          </a:xfrm>
          <a:custGeom xmlns:a="http://schemas.openxmlformats.org/drawingml/2006/main">
            <a:pathLst>
              <a:path w="161925" h="161925">
                <a:moveTo>
                  <a:pt x="0" y="161925"/>
                </a:moveTo>
                <a:lnTo>
                  <a:pt x="161925" y="0"/>
                </a:lnTo>
              </a:path>
            </a:pathLst>
          </a:custGeom>
          <a:noFill xmlns:a="http://schemas.openxmlformats.org/drawingml/2006/main"/>
          <a:ln xmlns:a="http://schemas.openxmlformats.org/drawingml/2006/main" w="23813">
            <a:solidFill>
              <a:srgbClr val="D49B67"/>
            </a:solidFill>
            <a:prstDash val="solid"/>
          </a:ln>
        </p:spPr>
      </p:sp>
      <p:sp>
        <p:nvSpPr>
          <p:cNvPr id="118" name="path-538">
            <a:extLst xmlns:a="http://schemas.openxmlformats.org/drawingml/2006/main">
              <a:ext uri="{FF2B5EF4-FFF2-40B4-BE49-F238E27FC236}">
                <a16:creationId xmlns:a16="http://schemas.microsoft.com/office/drawing/2014/main" id="{675D8330-C674-4BE4-82B7-1602A9D45DE9}"/>
              </a:ext>
            </a:extLst>
          </p:cNvPr>
          <p:cNvSpPr>
            <a:spLocks xmlns:a="http://schemas.openxmlformats.org/drawingml/2006/main" noGrp="1"/>
          </p:cNvSpPr>
          <p:nvPr/>
        </p:nvSpPr>
        <p:spPr>
          <a:xfrm xmlns:a="http://schemas.openxmlformats.org/drawingml/2006/main">
            <a:off x="4953000" y="2495550"/>
            <a:ext cx="161925" cy="161925"/>
          </a:xfrm>
          <a:custGeom xmlns:a="http://schemas.openxmlformats.org/drawingml/2006/main">
            <a:pathLst>
              <a:path w="161925" h="161925">
                <a:moveTo>
                  <a:pt x="0" y="161925"/>
                </a:moveTo>
                <a:lnTo>
                  <a:pt x="161925" y="0"/>
                </a:lnTo>
              </a:path>
            </a:pathLst>
          </a:custGeom>
          <a:noFill xmlns:a="http://schemas.openxmlformats.org/drawingml/2006/main"/>
          <a:ln xmlns:a="http://schemas.openxmlformats.org/drawingml/2006/main" w="23813">
            <a:solidFill>
              <a:srgbClr val="D49B67"/>
            </a:solidFill>
            <a:prstDash val="solid"/>
          </a:ln>
        </p:spPr>
      </p:sp>
      <p:sp>
        <p:nvSpPr>
          <p:cNvPr id="119" name="path-539">
            <a:extLst xmlns:a="http://schemas.openxmlformats.org/drawingml/2006/main">
              <a:ext uri="{FF2B5EF4-FFF2-40B4-BE49-F238E27FC236}">
                <a16:creationId xmlns:a16="http://schemas.microsoft.com/office/drawing/2014/main" id="{C5749DF0-6362-4B0A-B1A1-27F12F68A202}"/>
              </a:ext>
            </a:extLst>
          </p:cNvPr>
          <p:cNvSpPr>
            <a:spLocks xmlns:a="http://schemas.openxmlformats.org/drawingml/2006/main" noGrp="1"/>
          </p:cNvSpPr>
          <p:nvPr/>
        </p:nvSpPr>
        <p:spPr>
          <a:xfrm xmlns:a="http://schemas.openxmlformats.org/drawingml/2006/main">
            <a:off x="4953000" y="2905125"/>
            <a:ext cx="161925" cy="161925"/>
          </a:xfrm>
          <a:custGeom xmlns:a="http://schemas.openxmlformats.org/drawingml/2006/main">
            <a:pathLst>
              <a:path w="161925" h="161925">
                <a:moveTo>
                  <a:pt x="0" y="161925"/>
                </a:moveTo>
                <a:lnTo>
                  <a:pt x="161925" y="0"/>
                </a:lnTo>
              </a:path>
            </a:pathLst>
          </a:custGeom>
          <a:noFill xmlns:a="http://schemas.openxmlformats.org/drawingml/2006/main"/>
          <a:ln xmlns:a="http://schemas.openxmlformats.org/drawingml/2006/main" w="23813">
            <a:solidFill>
              <a:srgbClr val="D49B67"/>
            </a:solidFill>
            <a:prstDash val="solid"/>
          </a:ln>
        </p:spPr>
      </p:sp>
      <p:sp>
        <p:nvSpPr>
          <p:cNvPr id="120" name="path-540">
            <a:extLst xmlns:a="http://schemas.openxmlformats.org/drawingml/2006/main">
              <a:ext uri="{FF2B5EF4-FFF2-40B4-BE49-F238E27FC236}">
                <a16:creationId xmlns:a16="http://schemas.microsoft.com/office/drawing/2014/main" id="{CB1B27B1-E05A-47AC-80CD-CC2016FEBB85}"/>
              </a:ext>
            </a:extLst>
          </p:cNvPr>
          <p:cNvSpPr>
            <a:spLocks xmlns:a="http://schemas.openxmlformats.org/drawingml/2006/main" noGrp="1"/>
          </p:cNvSpPr>
          <p:nvPr/>
        </p:nvSpPr>
        <p:spPr>
          <a:xfrm xmlns:a="http://schemas.openxmlformats.org/drawingml/2006/main">
            <a:off x="4533900" y="2905125"/>
            <a:ext cx="161925" cy="161925"/>
          </a:xfrm>
          <a:custGeom xmlns:a="http://schemas.openxmlformats.org/drawingml/2006/main">
            <a:pathLst>
              <a:path w="161925" h="161925">
                <a:moveTo>
                  <a:pt x="0" y="161925"/>
                </a:moveTo>
                <a:lnTo>
                  <a:pt x="161925" y="0"/>
                </a:lnTo>
              </a:path>
            </a:pathLst>
          </a:custGeom>
          <a:noFill xmlns:a="http://schemas.openxmlformats.org/drawingml/2006/main"/>
          <a:ln xmlns:a="http://schemas.openxmlformats.org/drawingml/2006/main" w="23813">
            <a:solidFill>
              <a:srgbClr val="D49B67"/>
            </a:solidFill>
            <a:prstDash val="solid"/>
          </a:ln>
        </p:spPr>
      </p:sp>
      <p:sp>
        <p:nvSpPr>
          <p:cNvPr id="121" name="path-541">
            <a:extLst xmlns:a="http://schemas.openxmlformats.org/drawingml/2006/main">
              <a:ext uri="{FF2B5EF4-FFF2-40B4-BE49-F238E27FC236}">
                <a16:creationId xmlns:a16="http://schemas.microsoft.com/office/drawing/2014/main" id="{35E7352B-9C5F-4F67-886E-787FF4767BF4}"/>
              </a:ext>
            </a:extLst>
          </p:cNvPr>
          <p:cNvSpPr>
            <a:spLocks xmlns:a="http://schemas.openxmlformats.org/drawingml/2006/main" noGrp="1"/>
          </p:cNvSpPr>
          <p:nvPr/>
        </p:nvSpPr>
        <p:spPr>
          <a:xfrm xmlns:a="http://schemas.openxmlformats.org/drawingml/2006/main">
            <a:off x="4695825" y="2457450"/>
            <a:ext cx="419100" cy="409575"/>
          </a:xfrm>
          <a:custGeom xmlns:a="http://schemas.openxmlformats.org/drawingml/2006/main">
            <a:pathLst>
              <a:path w="419100" h="409575">
                <a:moveTo>
                  <a:pt x="0" y="0"/>
                </a:moveTo>
                <a:lnTo>
                  <a:pt x="419100" y="0"/>
                </a:lnTo>
                <a:lnTo>
                  <a:pt x="419100" y="409575"/>
                </a:lnTo>
                <a:lnTo>
                  <a:pt x="0" y="409575"/>
                </a:lnTo>
                <a:close/>
              </a:path>
            </a:pathLst>
          </a:custGeom>
          <a:noFill xmlns:a="http://schemas.openxmlformats.org/drawingml/2006/main"/>
          <a:ln xmlns:a="http://schemas.openxmlformats.org/drawingml/2006/main" w="23813">
            <a:solidFill>
              <a:srgbClr val="D49B67"/>
            </a:solidFill>
            <a:prstDash val="solid"/>
          </a:ln>
        </p:spPr>
      </p:sp>
      <p:sp>
        <p:nvSpPr>
          <p:cNvPr id="122" name="path-542">
            <a:extLst xmlns:a="http://schemas.openxmlformats.org/drawingml/2006/main">
              <a:ext uri="{FF2B5EF4-FFF2-40B4-BE49-F238E27FC236}">
                <a16:creationId xmlns:a16="http://schemas.microsoft.com/office/drawing/2014/main" id="{68C20F9E-2F36-43B9-A409-A041949E8CE5}"/>
              </a:ext>
            </a:extLst>
          </p:cNvPr>
          <p:cNvSpPr>
            <a:spLocks xmlns:a="http://schemas.openxmlformats.org/drawingml/2006/main" noGrp="1"/>
          </p:cNvSpPr>
          <p:nvPr/>
        </p:nvSpPr>
        <p:spPr>
          <a:xfrm xmlns:a="http://schemas.openxmlformats.org/drawingml/2006/main">
            <a:off x="4857750" y="2295525"/>
            <a:ext cx="419100" cy="409575"/>
          </a:xfrm>
          <a:custGeom xmlns:a="http://schemas.openxmlformats.org/drawingml/2006/main">
            <a:pathLst>
              <a:path w="419100" h="409575">
                <a:moveTo>
                  <a:pt x="0" y="0"/>
                </a:moveTo>
                <a:lnTo>
                  <a:pt x="419100" y="0"/>
                </a:lnTo>
                <a:lnTo>
                  <a:pt x="419100" y="409575"/>
                </a:lnTo>
                <a:lnTo>
                  <a:pt x="0" y="409575"/>
                </a:lnTo>
                <a:close/>
              </a:path>
            </a:pathLst>
          </a:custGeom>
          <a:noFill xmlns:a="http://schemas.openxmlformats.org/drawingml/2006/main"/>
          <a:ln xmlns:a="http://schemas.openxmlformats.org/drawingml/2006/main" w="23813">
            <a:solidFill>
              <a:srgbClr val="D49B67"/>
            </a:solidFill>
            <a:prstDash val="solid"/>
          </a:ln>
        </p:spPr>
      </p:sp>
      <p:sp>
        <p:nvSpPr>
          <p:cNvPr id="123" name="path-543">
            <a:extLst xmlns:a="http://schemas.openxmlformats.org/drawingml/2006/main">
              <a:ext uri="{FF2B5EF4-FFF2-40B4-BE49-F238E27FC236}">
                <a16:creationId xmlns:a16="http://schemas.microsoft.com/office/drawing/2014/main" id="{2DA4633A-7C78-4CA9-AC3C-F0E26158B453}"/>
              </a:ext>
            </a:extLst>
          </p:cNvPr>
          <p:cNvSpPr>
            <a:spLocks xmlns:a="http://schemas.openxmlformats.org/drawingml/2006/main" noGrp="1"/>
          </p:cNvSpPr>
          <p:nvPr/>
        </p:nvSpPr>
        <p:spPr>
          <a:xfrm xmlns:a="http://schemas.openxmlformats.org/drawingml/2006/main">
            <a:off x="4695825" y="2295525"/>
            <a:ext cx="161925" cy="161925"/>
          </a:xfrm>
          <a:custGeom xmlns:a="http://schemas.openxmlformats.org/drawingml/2006/main">
            <a:pathLst>
              <a:path w="161925" h="161925">
                <a:moveTo>
                  <a:pt x="0" y="161925"/>
                </a:moveTo>
                <a:lnTo>
                  <a:pt x="161925" y="0"/>
                </a:lnTo>
              </a:path>
            </a:pathLst>
          </a:custGeom>
          <a:noFill xmlns:a="http://schemas.openxmlformats.org/drawingml/2006/main"/>
          <a:ln xmlns:a="http://schemas.openxmlformats.org/drawingml/2006/main" w="23813">
            <a:solidFill>
              <a:srgbClr val="D49B67"/>
            </a:solidFill>
            <a:prstDash val="solid"/>
          </a:ln>
        </p:spPr>
      </p:sp>
      <p:sp>
        <p:nvSpPr>
          <p:cNvPr id="124" name="path-544">
            <a:extLst xmlns:a="http://schemas.openxmlformats.org/drawingml/2006/main">
              <a:ext uri="{FF2B5EF4-FFF2-40B4-BE49-F238E27FC236}">
                <a16:creationId xmlns:a16="http://schemas.microsoft.com/office/drawing/2014/main" id="{9DF858F0-6B66-4689-A41F-78F0FFB117DE}"/>
              </a:ext>
            </a:extLst>
          </p:cNvPr>
          <p:cNvSpPr>
            <a:spLocks xmlns:a="http://schemas.openxmlformats.org/drawingml/2006/main" noGrp="1"/>
          </p:cNvSpPr>
          <p:nvPr/>
        </p:nvSpPr>
        <p:spPr>
          <a:xfrm xmlns:a="http://schemas.openxmlformats.org/drawingml/2006/main">
            <a:off x="5114925" y="2295525"/>
            <a:ext cx="161925" cy="161925"/>
          </a:xfrm>
          <a:custGeom xmlns:a="http://schemas.openxmlformats.org/drawingml/2006/main">
            <a:pathLst>
              <a:path w="161925" h="161925">
                <a:moveTo>
                  <a:pt x="0" y="161925"/>
                </a:moveTo>
                <a:lnTo>
                  <a:pt x="161925" y="0"/>
                </a:lnTo>
              </a:path>
            </a:pathLst>
          </a:custGeom>
          <a:noFill xmlns:a="http://schemas.openxmlformats.org/drawingml/2006/main"/>
          <a:ln xmlns:a="http://schemas.openxmlformats.org/drawingml/2006/main" w="23813">
            <a:solidFill>
              <a:srgbClr val="D49B67"/>
            </a:solidFill>
            <a:prstDash val="solid"/>
          </a:ln>
        </p:spPr>
      </p:sp>
      <p:sp>
        <p:nvSpPr>
          <p:cNvPr id="125" name="path-545">
            <a:extLst xmlns:a="http://schemas.openxmlformats.org/drawingml/2006/main">
              <a:ext uri="{FF2B5EF4-FFF2-40B4-BE49-F238E27FC236}">
                <a16:creationId xmlns:a16="http://schemas.microsoft.com/office/drawing/2014/main" id="{CB75A0AF-606C-40C1-96B3-9E61BD42DA67}"/>
              </a:ext>
            </a:extLst>
          </p:cNvPr>
          <p:cNvSpPr>
            <a:spLocks xmlns:a="http://schemas.openxmlformats.org/drawingml/2006/main" noGrp="1"/>
          </p:cNvSpPr>
          <p:nvPr/>
        </p:nvSpPr>
        <p:spPr>
          <a:xfrm xmlns:a="http://schemas.openxmlformats.org/drawingml/2006/main">
            <a:off x="5114925" y="2705100"/>
            <a:ext cx="161925" cy="161925"/>
          </a:xfrm>
          <a:custGeom xmlns:a="http://schemas.openxmlformats.org/drawingml/2006/main">
            <a:pathLst>
              <a:path w="161925" h="161925">
                <a:moveTo>
                  <a:pt x="0" y="161925"/>
                </a:moveTo>
                <a:lnTo>
                  <a:pt x="161925" y="0"/>
                </a:lnTo>
              </a:path>
            </a:pathLst>
          </a:custGeom>
          <a:noFill xmlns:a="http://schemas.openxmlformats.org/drawingml/2006/main"/>
          <a:ln xmlns:a="http://schemas.openxmlformats.org/drawingml/2006/main" w="23813">
            <a:solidFill>
              <a:srgbClr val="D49B67"/>
            </a:solidFill>
            <a:prstDash val="solid"/>
          </a:ln>
        </p:spPr>
      </p:sp>
      <p:sp>
        <p:nvSpPr>
          <p:cNvPr id="126" name="path-546">
            <a:extLst xmlns:a="http://schemas.openxmlformats.org/drawingml/2006/main">
              <a:ext uri="{FF2B5EF4-FFF2-40B4-BE49-F238E27FC236}">
                <a16:creationId xmlns:a16="http://schemas.microsoft.com/office/drawing/2014/main" id="{21ED6031-C584-4701-8E39-8AA4AEB34E37}"/>
              </a:ext>
            </a:extLst>
          </p:cNvPr>
          <p:cNvSpPr>
            <a:spLocks xmlns:a="http://schemas.openxmlformats.org/drawingml/2006/main" noGrp="1"/>
          </p:cNvSpPr>
          <p:nvPr/>
        </p:nvSpPr>
        <p:spPr>
          <a:xfrm xmlns:a="http://schemas.openxmlformats.org/drawingml/2006/main">
            <a:off x="4695825" y="2705100"/>
            <a:ext cx="161925" cy="161925"/>
          </a:xfrm>
          <a:custGeom xmlns:a="http://schemas.openxmlformats.org/drawingml/2006/main">
            <a:pathLst>
              <a:path w="161925" h="161925">
                <a:moveTo>
                  <a:pt x="0" y="161925"/>
                </a:moveTo>
                <a:lnTo>
                  <a:pt x="161925" y="0"/>
                </a:lnTo>
              </a:path>
            </a:pathLst>
          </a:custGeom>
          <a:noFill xmlns:a="http://schemas.openxmlformats.org/drawingml/2006/main"/>
          <a:ln xmlns:a="http://schemas.openxmlformats.org/drawingml/2006/main" w="23813">
            <a:solidFill>
              <a:srgbClr val="D49B67"/>
            </a:solidFill>
            <a:prstDash val="solid"/>
          </a:ln>
        </p:spPr>
      </p:sp>
      <p:sp>
        <p:nvSpPr>
          <p:cNvPr id="127" name="path-547">
            <a:extLst xmlns:a="http://schemas.openxmlformats.org/drawingml/2006/main">
              <a:ext uri="{FF2B5EF4-FFF2-40B4-BE49-F238E27FC236}">
                <a16:creationId xmlns:a16="http://schemas.microsoft.com/office/drawing/2014/main" id="{05569AD5-043B-410A-BC2D-C29E6E6E9664}"/>
              </a:ext>
            </a:extLst>
          </p:cNvPr>
          <p:cNvSpPr>
            <a:spLocks xmlns:a="http://schemas.openxmlformats.org/drawingml/2006/main" noGrp="1"/>
          </p:cNvSpPr>
          <p:nvPr/>
        </p:nvSpPr>
        <p:spPr>
          <a:xfrm xmlns:a="http://schemas.openxmlformats.org/drawingml/2006/main">
            <a:off x="4800600" y="2857500"/>
            <a:ext cx="419100" cy="409575"/>
          </a:xfrm>
          <a:custGeom xmlns:a="http://schemas.openxmlformats.org/drawingml/2006/main">
            <a:pathLst>
              <a:path w="419100" h="409575">
                <a:moveTo>
                  <a:pt x="0" y="0"/>
                </a:moveTo>
                <a:lnTo>
                  <a:pt x="419100" y="0"/>
                </a:lnTo>
                <a:lnTo>
                  <a:pt x="419100" y="409575"/>
                </a:lnTo>
                <a:lnTo>
                  <a:pt x="0" y="409575"/>
                </a:lnTo>
                <a:close/>
              </a:path>
            </a:pathLst>
          </a:custGeom>
          <a:noFill xmlns:a="http://schemas.openxmlformats.org/drawingml/2006/main"/>
          <a:ln xmlns:a="http://schemas.openxmlformats.org/drawingml/2006/main" w="23813">
            <a:solidFill>
              <a:srgbClr val="D49B67"/>
            </a:solidFill>
            <a:prstDash val="solid"/>
          </a:ln>
        </p:spPr>
      </p:sp>
      <p:sp>
        <p:nvSpPr>
          <p:cNvPr id="128" name="path-548">
            <a:extLst xmlns:a="http://schemas.openxmlformats.org/drawingml/2006/main">
              <a:ext uri="{FF2B5EF4-FFF2-40B4-BE49-F238E27FC236}">
                <a16:creationId xmlns:a16="http://schemas.microsoft.com/office/drawing/2014/main" id="{B9AB5544-3CAD-4205-86A1-601559D99166}"/>
              </a:ext>
            </a:extLst>
          </p:cNvPr>
          <p:cNvSpPr>
            <a:spLocks xmlns:a="http://schemas.openxmlformats.org/drawingml/2006/main" noGrp="1"/>
          </p:cNvSpPr>
          <p:nvPr/>
        </p:nvSpPr>
        <p:spPr>
          <a:xfrm xmlns:a="http://schemas.openxmlformats.org/drawingml/2006/main">
            <a:off x="4962525" y="2695575"/>
            <a:ext cx="419100" cy="409575"/>
          </a:xfrm>
          <a:custGeom xmlns:a="http://schemas.openxmlformats.org/drawingml/2006/main">
            <a:pathLst>
              <a:path w="419100" h="409575">
                <a:moveTo>
                  <a:pt x="0" y="0"/>
                </a:moveTo>
                <a:lnTo>
                  <a:pt x="419100" y="0"/>
                </a:lnTo>
                <a:lnTo>
                  <a:pt x="419100" y="409575"/>
                </a:lnTo>
                <a:lnTo>
                  <a:pt x="0" y="409575"/>
                </a:lnTo>
                <a:close/>
              </a:path>
            </a:pathLst>
          </a:custGeom>
          <a:noFill xmlns:a="http://schemas.openxmlformats.org/drawingml/2006/main"/>
          <a:ln xmlns:a="http://schemas.openxmlformats.org/drawingml/2006/main" w="23813">
            <a:solidFill>
              <a:srgbClr val="D49B67"/>
            </a:solidFill>
            <a:prstDash val="solid"/>
          </a:ln>
        </p:spPr>
      </p:sp>
      <p:sp>
        <p:nvSpPr>
          <p:cNvPr id="129" name="path-549">
            <a:extLst xmlns:a="http://schemas.openxmlformats.org/drawingml/2006/main">
              <a:ext uri="{FF2B5EF4-FFF2-40B4-BE49-F238E27FC236}">
                <a16:creationId xmlns:a16="http://schemas.microsoft.com/office/drawing/2014/main" id="{7A1E472E-918A-41E5-BED3-4B9371DC73BD}"/>
              </a:ext>
            </a:extLst>
          </p:cNvPr>
          <p:cNvSpPr>
            <a:spLocks xmlns:a="http://schemas.openxmlformats.org/drawingml/2006/main" noGrp="1"/>
          </p:cNvSpPr>
          <p:nvPr/>
        </p:nvSpPr>
        <p:spPr>
          <a:xfrm xmlns:a="http://schemas.openxmlformats.org/drawingml/2006/main">
            <a:off x="4800600" y="2695575"/>
            <a:ext cx="161925" cy="161925"/>
          </a:xfrm>
          <a:custGeom xmlns:a="http://schemas.openxmlformats.org/drawingml/2006/main">
            <a:pathLst>
              <a:path w="161925" h="161925">
                <a:moveTo>
                  <a:pt x="0" y="161925"/>
                </a:moveTo>
                <a:lnTo>
                  <a:pt x="161925" y="0"/>
                </a:lnTo>
              </a:path>
            </a:pathLst>
          </a:custGeom>
          <a:noFill xmlns:a="http://schemas.openxmlformats.org/drawingml/2006/main"/>
          <a:ln xmlns:a="http://schemas.openxmlformats.org/drawingml/2006/main" w="23813">
            <a:solidFill>
              <a:srgbClr val="D49B67"/>
            </a:solidFill>
            <a:prstDash val="solid"/>
          </a:ln>
        </p:spPr>
      </p:sp>
      <p:sp>
        <p:nvSpPr>
          <p:cNvPr id="130" name="path-550">
            <a:extLst xmlns:a="http://schemas.openxmlformats.org/drawingml/2006/main">
              <a:ext uri="{FF2B5EF4-FFF2-40B4-BE49-F238E27FC236}">
                <a16:creationId xmlns:a16="http://schemas.microsoft.com/office/drawing/2014/main" id="{E4824871-008A-452A-8686-FEB1C2DAC99B}"/>
              </a:ext>
            </a:extLst>
          </p:cNvPr>
          <p:cNvSpPr>
            <a:spLocks xmlns:a="http://schemas.openxmlformats.org/drawingml/2006/main" noGrp="1"/>
          </p:cNvSpPr>
          <p:nvPr/>
        </p:nvSpPr>
        <p:spPr>
          <a:xfrm xmlns:a="http://schemas.openxmlformats.org/drawingml/2006/main">
            <a:off x="5219700" y="2695575"/>
            <a:ext cx="161925" cy="161925"/>
          </a:xfrm>
          <a:custGeom xmlns:a="http://schemas.openxmlformats.org/drawingml/2006/main">
            <a:pathLst>
              <a:path w="161925" h="161925">
                <a:moveTo>
                  <a:pt x="0" y="161925"/>
                </a:moveTo>
                <a:lnTo>
                  <a:pt x="161925" y="0"/>
                </a:lnTo>
              </a:path>
            </a:pathLst>
          </a:custGeom>
          <a:noFill xmlns:a="http://schemas.openxmlformats.org/drawingml/2006/main"/>
          <a:ln xmlns:a="http://schemas.openxmlformats.org/drawingml/2006/main" w="23813">
            <a:solidFill>
              <a:srgbClr val="D49B67"/>
            </a:solidFill>
            <a:prstDash val="solid"/>
          </a:ln>
        </p:spPr>
      </p:sp>
      <p:sp>
        <p:nvSpPr>
          <p:cNvPr id="131" name="path-551">
            <a:extLst xmlns:a="http://schemas.openxmlformats.org/drawingml/2006/main">
              <a:ext uri="{FF2B5EF4-FFF2-40B4-BE49-F238E27FC236}">
                <a16:creationId xmlns:a16="http://schemas.microsoft.com/office/drawing/2014/main" id="{632B74C2-0DAC-4D74-B11F-9969944E6158}"/>
              </a:ext>
            </a:extLst>
          </p:cNvPr>
          <p:cNvSpPr>
            <a:spLocks xmlns:a="http://schemas.openxmlformats.org/drawingml/2006/main" noGrp="1"/>
          </p:cNvSpPr>
          <p:nvPr/>
        </p:nvSpPr>
        <p:spPr>
          <a:xfrm xmlns:a="http://schemas.openxmlformats.org/drawingml/2006/main">
            <a:off x="5219700" y="3105150"/>
            <a:ext cx="161925" cy="161925"/>
          </a:xfrm>
          <a:custGeom xmlns:a="http://schemas.openxmlformats.org/drawingml/2006/main">
            <a:pathLst>
              <a:path w="161925" h="161925">
                <a:moveTo>
                  <a:pt x="0" y="161925"/>
                </a:moveTo>
                <a:lnTo>
                  <a:pt x="161925" y="0"/>
                </a:lnTo>
              </a:path>
            </a:pathLst>
          </a:custGeom>
          <a:noFill xmlns:a="http://schemas.openxmlformats.org/drawingml/2006/main"/>
          <a:ln xmlns:a="http://schemas.openxmlformats.org/drawingml/2006/main" w="23813">
            <a:solidFill>
              <a:srgbClr val="D49B67"/>
            </a:solidFill>
            <a:prstDash val="solid"/>
          </a:ln>
        </p:spPr>
      </p:sp>
      <p:sp>
        <p:nvSpPr>
          <p:cNvPr id="132" name="path-552">
            <a:extLst xmlns:a="http://schemas.openxmlformats.org/drawingml/2006/main">
              <a:ext uri="{FF2B5EF4-FFF2-40B4-BE49-F238E27FC236}">
                <a16:creationId xmlns:a16="http://schemas.microsoft.com/office/drawing/2014/main" id="{BBF48750-5AEF-49D9-BCB3-3D4738EC432C}"/>
              </a:ext>
            </a:extLst>
          </p:cNvPr>
          <p:cNvSpPr>
            <a:spLocks xmlns:a="http://schemas.openxmlformats.org/drawingml/2006/main" noGrp="1"/>
          </p:cNvSpPr>
          <p:nvPr/>
        </p:nvSpPr>
        <p:spPr>
          <a:xfrm xmlns:a="http://schemas.openxmlformats.org/drawingml/2006/main">
            <a:off x="4800600" y="3105150"/>
            <a:ext cx="161925" cy="161925"/>
          </a:xfrm>
          <a:custGeom xmlns:a="http://schemas.openxmlformats.org/drawingml/2006/main">
            <a:pathLst>
              <a:path w="161925" h="161925">
                <a:moveTo>
                  <a:pt x="0" y="161925"/>
                </a:moveTo>
                <a:lnTo>
                  <a:pt x="161925" y="0"/>
                </a:lnTo>
              </a:path>
            </a:pathLst>
          </a:custGeom>
          <a:noFill xmlns:a="http://schemas.openxmlformats.org/drawingml/2006/main"/>
          <a:ln xmlns:a="http://schemas.openxmlformats.org/drawingml/2006/main" w="23813">
            <a:solidFill>
              <a:srgbClr val="D49B67"/>
            </a:solidFill>
            <a:prstDash val="solid"/>
          </a:ln>
        </p:spPr>
      </p:sp>
      <p:sp>
        <p:nvSpPr>
          <p:cNvPr id="133" name="path-553">
            <a:extLst xmlns:a="http://schemas.openxmlformats.org/drawingml/2006/main">
              <a:ext uri="{FF2B5EF4-FFF2-40B4-BE49-F238E27FC236}">
                <a16:creationId xmlns:a16="http://schemas.microsoft.com/office/drawing/2014/main" id="{B4AA3B99-1B93-465A-8131-49E82CF51EBD}"/>
              </a:ext>
            </a:extLst>
          </p:cNvPr>
          <p:cNvSpPr>
            <a:spLocks xmlns:a="http://schemas.openxmlformats.org/drawingml/2006/main" noGrp="1"/>
          </p:cNvSpPr>
          <p:nvPr/>
        </p:nvSpPr>
        <p:spPr>
          <a:xfrm xmlns:a="http://schemas.openxmlformats.org/drawingml/2006/main">
            <a:off x="4962525" y="2657475"/>
            <a:ext cx="419100" cy="409575"/>
          </a:xfrm>
          <a:custGeom xmlns:a="http://schemas.openxmlformats.org/drawingml/2006/main">
            <a:pathLst>
              <a:path w="419100" h="409575">
                <a:moveTo>
                  <a:pt x="0" y="0"/>
                </a:moveTo>
                <a:lnTo>
                  <a:pt x="419100" y="0"/>
                </a:lnTo>
                <a:lnTo>
                  <a:pt x="419100" y="409575"/>
                </a:lnTo>
                <a:lnTo>
                  <a:pt x="0" y="409575"/>
                </a:lnTo>
                <a:close/>
              </a:path>
            </a:pathLst>
          </a:custGeom>
          <a:noFill xmlns:a="http://schemas.openxmlformats.org/drawingml/2006/main"/>
          <a:ln xmlns:a="http://schemas.openxmlformats.org/drawingml/2006/main" w="23813">
            <a:solidFill>
              <a:srgbClr val="D49B67"/>
            </a:solidFill>
            <a:prstDash val="solid"/>
          </a:ln>
        </p:spPr>
      </p:sp>
      <p:sp>
        <p:nvSpPr>
          <p:cNvPr id="134" name="path-554">
            <a:extLst xmlns:a="http://schemas.openxmlformats.org/drawingml/2006/main">
              <a:ext uri="{FF2B5EF4-FFF2-40B4-BE49-F238E27FC236}">
                <a16:creationId xmlns:a16="http://schemas.microsoft.com/office/drawing/2014/main" id="{1720737B-B37A-4DBF-B57C-E5511EFDC39F}"/>
              </a:ext>
            </a:extLst>
          </p:cNvPr>
          <p:cNvSpPr>
            <a:spLocks xmlns:a="http://schemas.openxmlformats.org/drawingml/2006/main" noGrp="1"/>
          </p:cNvSpPr>
          <p:nvPr/>
        </p:nvSpPr>
        <p:spPr>
          <a:xfrm xmlns:a="http://schemas.openxmlformats.org/drawingml/2006/main">
            <a:off x="5124450" y="2495550"/>
            <a:ext cx="419100" cy="409575"/>
          </a:xfrm>
          <a:custGeom xmlns:a="http://schemas.openxmlformats.org/drawingml/2006/main">
            <a:pathLst>
              <a:path w="419100" h="409575">
                <a:moveTo>
                  <a:pt x="0" y="0"/>
                </a:moveTo>
                <a:lnTo>
                  <a:pt x="419100" y="0"/>
                </a:lnTo>
                <a:lnTo>
                  <a:pt x="419100" y="409575"/>
                </a:lnTo>
                <a:lnTo>
                  <a:pt x="0" y="409575"/>
                </a:lnTo>
                <a:close/>
              </a:path>
            </a:pathLst>
          </a:custGeom>
          <a:noFill xmlns:a="http://schemas.openxmlformats.org/drawingml/2006/main"/>
          <a:ln xmlns:a="http://schemas.openxmlformats.org/drawingml/2006/main" w="23813">
            <a:solidFill>
              <a:srgbClr val="D49B67"/>
            </a:solidFill>
            <a:prstDash val="solid"/>
          </a:ln>
        </p:spPr>
      </p:sp>
      <p:sp>
        <p:nvSpPr>
          <p:cNvPr id="135" name="path-555">
            <a:extLst xmlns:a="http://schemas.openxmlformats.org/drawingml/2006/main">
              <a:ext uri="{FF2B5EF4-FFF2-40B4-BE49-F238E27FC236}">
                <a16:creationId xmlns:a16="http://schemas.microsoft.com/office/drawing/2014/main" id="{B4BB6DA1-7A0E-4BFD-9EAE-049464B6C563}"/>
              </a:ext>
            </a:extLst>
          </p:cNvPr>
          <p:cNvSpPr>
            <a:spLocks xmlns:a="http://schemas.openxmlformats.org/drawingml/2006/main" noGrp="1"/>
          </p:cNvSpPr>
          <p:nvPr/>
        </p:nvSpPr>
        <p:spPr>
          <a:xfrm xmlns:a="http://schemas.openxmlformats.org/drawingml/2006/main">
            <a:off x="4962525" y="2495550"/>
            <a:ext cx="161925" cy="161925"/>
          </a:xfrm>
          <a:custGeom xmlns:a="http://schemas.openxmlformats.org/drawingml/2006/main">
            <a:pathLst>
              <a:path w="161925" h="161925">
                <a:moveTo>
                  <a:pt x="0" y="161925"/>
                </a:moveTo>
                <a:lnTo>
                  <a:pt x="161925" y="0"/>
                </a:lnTo>
              </a:path>
            </a:pathLst>
          </a:custGeom>
          <a:noFill xmlns:a="http://schemas.openxmlformats.org/drawingml/2006/main"/>
          <a:ln xmlns:a="http://schemas.openxmlformats.org/drawingml/2006/main" w="23813">
            <a:solidFill>
              <a:srgbClr val="D49B67"/>
            </a:solidFill>
            <a:prstDash val="solid"/>
          </a:ln>
        </p:spPr>
      </p:sp>
      <p:sp>
        <p:nvSpPr>
          <p:cNvPr id="136" name="path-556">
            <a:extLst xmlns:a="http://schemas.openxmlformats.org/drawingml/2006/main">
              <a:ext uri="{FF2B5EF4-FFF2-40B4-BE49-F238E27FC236}">
                <a16:creationId xmlns:a16="http://schemas.microsoft.com/office/drawing/2014/main" id="{DEDEE697-57D6-4D54-801E-F070D1C2C3E3}"/>
              </a:ext>
            </a:extLst>
          </p:cNvPr>
          <p:cNvSpPr>
            <a:spLocks xmlns:a="http://schemas.openxmlformats.org/drawingml/2006/main" noGrp="1"/>
          </p:cNvSpPr>
          <p:nvPr/>
        </p:nvSpPr>
        <p:spPr>
          <a:xfrm xmlns:a="http://schemas.openxmlformats.org/drawingml/2006/main">
            <a:off x="5381625" y="2495550"/>
            <a:ext cx="161925" cy="161925"/>
          </a:xfrm>
          <a:custGeom xmlns:a="http://schemas.openxmlformats.org/drawingml/2006/main">
            <a:pathLst>
              <a:path w="161925" h="161925">
                <a:moveTo>
                  <a:pt x="0" y="161925"/>
                </a:moveTo>
                <a:lnTo>
                  <a:pt x="161925" y="0"/>
                </a:lnTo>
              </a:path>
            </a:pathLst>
          </a:custGeom>
          <a:noFill xmlns:a="http://schemas.openxmlformats.org/drawingml/2006/main"/>
          <a:ln xmlns:a="http://schemas.openxmlformats.org/drawingml/2006/main" w="23813">
            <a:solidFill>
              <a:srgbClr val="D49B67"/>
            </a:solidFill>
            <a:prstDash val="solid"/>
          </a:ln>
        </p:spPr>
      </p:sp>
      <p:sp>
        <p:nvSpPr>
          <p:cNvPr id="137" name="path-557">
            <a:extLst xmlns:a="http://schemas.openxmlformats.org/drawingml/2006/main">
              <a:ext uri="{FF2B5EF4-FFF2-40B4-BE49-F238E27FC236}">
                <a16:creationId xmlns:a16="http://schemas.microsoft.com/office/drawing/2014/main" id="{31443944-9FFD-4016-9800-B669C7962E2A}"/>
              </a:ext>
            </a:extLst>
          </p:cNvPr>
          <p:cNvSpPr>
            <a:spLocks xmlns:a="http://schemas.openxmlformats.org/drawingml/2006/main" noGrp="1"/>
          </p:cNvSpPr>
          <p:nvPr/>
        </p:nvSpPr>
        <p:spPr>
          <a:xfrm xmlns:a="http://schemas.openxmlformats.org/drawingml/2006/main">
            <a:off x="5381625" y="2905125"/>
            <a:ext cx="161925" cy="161925"/>
          </a:xfrm>
          <a:custGeom xmlns:a="http://schemas.openxmlformats.org/drawingml/2006/main">
            <a:pathLst>
              <a:path w="161925" h="161925">
                <a:moveTo>
                  <a:pt x="0" y="161925"/>
                </a:moveTo>
                <a:lnTo>
                  <a:pt x="161925" y="0"/>
                </a:lnTo>
              </a:path>
            </a:pathLst>
          </a:custGeom>
          <a:noFill xmlns:a="http://schemas.openxmlformats.org/drawingml/2006/main"/>
          <a:ln xmlns:a="http://schemas.openxmlformats.org/drawingml/2006/main" w="23813">
            <a:solidFill>
              <a:srgbClr val="D49B67"/>
            </a:solidFill>
            <a:prstDash val="solid"/>
          </a:ln>
        </p:spPr>
      </p:sp>
      <p:sp>
        <p:nvSpPr>
          <p:cNvPr id="138" name="path-558">
            <a:extLst xmlns:a="http://schemas.openxmlformats.org/drawingml/2006/main">
              <a:ext uri="{FF2B5EF4-FFF2-40B4-BE49-F238E27FC236}">
                <a16:creationId xmlns:a16="http://schemas.microsoft.com/office/drawing/2014/main" id="{171A7CE4-27EF-4A13-AD32-5F0D8CEA9DAB}"/>
              </a:ext>
            </a:extLst>
          </p:cNvPr>
          <p:cNvSpPr>
            <a:spLocks xmlns:a="http://schemas.openxmlformats.org/drawingml/2006/main" noGrp="1"/>
          </p:cNvSpPr>
          <p:nvPr/>
        </p:nvSpPr>
        <p:spPr>
          <a:xfrm xmlns:a="http://schemas.openxmlformats.org/drawingml/2006/main">
            <a:off x="4962525" y="2905125"/>
            <a:ext cx="161925" cy="161925"/>
          </a:xfrm>
          <a:custGeom xmlns:a="http://schemas.openxmlformats.org/drawingml/2006/main">
            <a:pathLst>
              <a:path w="161925" h="161925">
                <a:moveTo>
                  <a:pt x="0" y="161925"/>
                </a:moveTo>
                <a:lnTo>
                  <a:pt x="161925" y="0"/>
                </a:lnTo>
              </a:path>
            </a:pathLst>
          </a:custGeom>
          <a:noFill xmlns:a="http://schemas.openxmlformats.org/drawingml/2006/main"/>
          <a:ln xmlns:a="http://schemas.openxmlformats.org/drawingml/2006/main" w="23813">
            <a:solidFill>
              <a:srgbClr val="D49B67"/>
            </a:solidFill>
            <a:prstDash val="solid"/>
          </a:ln>
        </p:spPr>
      </p:sp>
      <p:sp>
        <p:nvSpPr>
          <p:cNvPr id="139" name="path-559">
            <a:extLst xmlns:a="http://schemas.openxmlformats.org/drawingml/2006/main">
              <a:ext uri="{FF2B5EF4-FFF2-40B4-BE49-F238E27FC236}">
                <a16:creationId xmlns:a16="http://schemas.microsoft.com/office/drawing/2014/main" id="{C11D14B7-63B9-4666-9095-0A56856C6BC5}"/>
              </a:ext>
            </a:extLst>
          </p:cNvPr>
          <p:cNvSpPr>
            <a:spLocks xmlns:a="http://schemas.openxmlformats.org/drawingml/2006/main" noGrp="1"/>
          </p:cNvSpPr>
          <p:nvPr/>
        </p:nvSpPr>
        <p:spPr>
          <a:xfrm xmlns:a="http://schemas.openxmlformats.org/drawingml/2006/main">
            <a:off x="5124450" y="2457450"/>
            <a:ext cx="419100" cy="409575"/>
          </a:xfrm>
          <a:custGeom xmlns:a="http://schemas.openxmlformats.org/drawingml/2006/main">
            <a:pathLst>
              <a:path w="419100" h="409575">
                <a:moveTo>
                  <a:pt x="0" y="0"/>
                </a:moveTo>
                <a:lnTo>
                  <a:pt x="419100" y="0"/>
                </a:lnTo>
                <a:lnTo>
                  <a:pt x="419100" y="409575"/>
                </a:lnTo>
                <a:lnTo>
                  <a:pt x="0" y="409575"/>
                </a:lnTo>
                <a:close/>
              </a:path>
            </a:pathLst>
          </a:custGeom>
          <a:noFill xmlns:a="http://schemas.openxmlformats.org/drawingml/2006/main"/>
          <a:ln xmlns:a="http://schemas.openxmlformats.org/drawingml/2006/main" w="23813">
            <a:solidFill>
              <a:srgbClr val="D49B67"/>
            </a:solidFill>
            <a:prstDash val="solid"/>
          </a:ln>
        </p:spPr>
      </p:sp>
      <p:sp>
        <p:nvSpPr>
          <p:cNvPr id="140" name="path-560">
            <a:extLst xmlns:a="http://schemas.openxmlformats.org/drawingml/2006/main">
              <a:ext uri="{FF2B5EF4-FFF2-40B4-BE49-F238E27FC236}">
                <a16:creationId xmlns:a16="http://schemas.microsoft.com/office/drawing/2014/main" id="{22DE9A39-FB84-4084-A8C9-48BCECF152F3}"/>
              </a:ext>
            </a:extLst>
          </p:cNvPr>
          <p:cNvSpPr>
            <a:spLocks xmlns:a="http://schemas.openxmlformats.org/drawingml/2006/main" noGrp="1"/>
          </p:cNvSpPr>
          <p:nvPr/>
        </p:nvSpPr>
        <p:spPr>
          <a:xfrm xmlns:a="http://schemas.openxmlformats.org/drawingml/2006/main">
            <a:off x="5286375" y="2295525"/>
            <a:ext cx="419100" cy="409575"/>
          </a:xfrm>
          <a:custGeom xmlns:a="http://schemas.openxmlformats.org/drawingml/2006/main">
            <a:pathLst>
              <a:path w="419100" h="409575">
                <a:moveTo>
                  <a:pt x="0" y="0"/>
                </a:moveTo>
                <a:lnTo>
                  <a:pt x="419100" y="0"/>
                </a:lnTo>
                <a:lnTo>
                  <a:pt x="419100" y="409575"/>
                </a:lnTo>
                <a:lnTo>
                  <a:pt x="0" y="409575"/>
                </a:lnTo>
                <a:close/>
              </a:path>
            </a:pathLst>
          </a:custGeom>
          <a:noFill xmlns:a="http://schemas.openxmlformats.org/drawingml/2006/main"/>
          <a:ln xmlns:a="http://schemas.openxmlformats.org/drawingml/2006/main" w="23813">
            <a:solidFill>
              <a:srgbClr val="D49B67"/>
            </a:solidFill>
            <a:prstDash val="solid"/>
          </a:ln>
        </p:spPr>
      </p:sp>
      <p:sp>
        <p:nvSpPr>
          <p:cNvPr id="141" name="path-561">
            <a:extLst xmlns:a="http://schemas.openxmlformats.org/drawingml/2006/main">
              <a:ext uri="{FF2B5EF4-FFF2-40B4-BE49-F238E27FC236}">
                <a16:creationId xmlns:a16="http://schemas.microsoft.com/office/drawing/2014/main" id="{E01EACB5-664A-4154-B77C-3A47EFD49B35}"/>
              </a:ext>
            </a:extLst>
          </p:cNvPr>
          <p:cNvSpPr>
            <a:spLocks xmlns:a="http://schemas.openxmlformats.org/drawingml/2006/main" noGrp="1"/>
          </p:cNvSpPr>
          <p:nvPr/>
        </p:nvSpPr>
        <p:spPr>
          <a:xfrm xmlns:a="http://schemas.openxmlformats.org/drawingml/2006/main">
            <a:off x="5124450" y="2295525"/>
            <a:ext cx="161925" cy="161925"/>
          </a:xfrm>
          <a:custGeom xmlns:a="http://schemas.openxmlformats.org/drawingml/2006/main">
            <a:pathLst>
              <a:path w="161925" h="161925">
                <a:moveTo>
                  <a:pt x="0" y="161925"/>
                </a:moveTo>
                <a:lnTo>
                  <a:pt x="161925" y="0"/>
                </a:lnTo>
              </a:path>
            </a:pathLst>
          </a:custGeom>
          <a:noFill xmlns:a="http://schemas.openxmlformats.org/drawingml/2006/main"/>
          <a:ln xmlns:a="http://schemas.openxmlformats.org/drawingml/2006/main" w="23813">
            <a:solidFill>
              <a:srgbClr val="D49B67"/>
            </a:solidFill>
            <a:prstDash val="solid"/>
          </a:ln>
        </p:spPr>
      </p:sp>
      <p:sp>
        <p:nvSpPr>
          <p:cNvPr id="142" name="path-562">
            <a:extLst xmlns:a="http://schemas.openxmlformats.org/drawingml/2006/main">
              <a:ext uri="{FF2B5EF4-FFF2-40B4-BE49-F238E27FC236}">
                <a16:creationId xmlns:a16="http://schemas.microsoft.com/office/drawing/2014/main" id="{7BAE2B17-9D30-4103-9285-D90AA8624438}"/>
              </a:ext>
            </a:extLst>
          </p:cNvPr>
          <p:cNvSpPr>
            <a:spLocks xmlns:a="http://schemas.openxmlformats.org/drawingml/2006/main" noGrp="1"/>
          </p:cNvSpPr>
          <p:nvPr/>
        </p:nvSpPr>
        <p:spPr>
          <a:xfrm xmlns:a="http://schemas.openxmlformats.org/drawingml/2006/main">
            <a:off x="5543550" y="2295525"/>
            <a:ext cx="161925" cy="161925"/>
          </a:xfrm>
          <a:custGeom xmlns:a="http://schemas.openxmlformats.org/drawingml/2006/main">
            <a:pathLst>
              <a:path w="161925" h="161925">
                <a:moveTo>
                  <a:pt x="0" y="161925"/>
                </a:moveTo>
                <a:lnTo>
                  <a:pt x="161925" y="0"/>
                </a:lnTo>
              </a:path>
            </a:pathLst>
          </a:custGeom>
          <a:noFill xmlns:a="http://schemas.openxmlformats.org/drawingml/2006/main"/>
          <a:ln xmlns:a="http://schemas.openxmlformats.org/drawingml/2006/main" w="23813">
            <a:solidFill>
              <a:srgbClr val="D49B67"/>
            </a:solidFill>
            <a:prstDash val="solid"/>
          </a:ln>
        </p:spPr>
      </p:sp>
      <p:sp>
        <p:nvSpPr>
          <p:cNvPr id="143" name="path-563">
            <a:extLst xmlns:a="http://schemas.openxmlformats.org/drawingml/2006/main">
              <a:ext uri="{FF2B5EF4-FFF2-40B4-BE49-F238E27FC236}">
                <a16:creationId xmlns:a16="http://schemas.microsoft.com/office/drawing/2014/main" id="{AFD8B976-1340-4CB6-B53D-2556A672DFBA}"/>
              </a:ext>
            </a:extLst>
          </p:cNvPr>
          <p:cNvSpPr>
            <a:spLocks xmlns:a="http://schemas.openxmlformats.org/drawingml/2006/main" noGrp="1"/>
          </p:cNvSpPr>
          <p:nvPr/>
        </p:nvSpPr>
        <p:spPr>
          <a:xfrm xmlns:a="http://schemas.openxmlformats.org/drawingml/2006/main">
            <a:off x="5543550" y="2705100"/>
            <a:ext cx="161925" cy="161925"/>
          </a:xfrm>
          <a:custGeom xmlns:a="http://schemas.openxmlformats.org/drawingml/2006/main">
            <a:pathLst>
              <a:path w="161925" h="161925">
                <a:moveTo>
                  <a:pt x="0" y="161925"/>
                </a:moveTo>
                <a:lnTo>
                  <a:pt x="161925" y="0"/>
                </a:lnTo>
              </a:path>
            </a:pathLst>
          </a:custGeom>
          <a:noFill xmlns:a="http://schemas.openxmlformats.org/drawingml/2006/main"/>
          <a:ln xmlns:a="http://schemas.openxmlformats.org/drawingml/2006/main" w="23813">
            <a:solidFill>
              <a:srgbClr val="D49B67"/>
            </a:solidFill>
            <a:prstDash val="solid"/>
          </a:ln>
        </p:spPr>
      </p:sp>
      <p:sp>
        <p:nvSpPr>
          <p:cNvPr id="144" name="path-564">
            <a:extLst xmlns:a="http://schemas.openxmlformats.org/drawingml/2006/main">
              <a:ext uri="{FF2B5EF4-FFF2-40B4-BE49-F238E27FC236}">
                <a16:creationId xmlns:a16="http://schemas.microsoft.com/office/drawing/2014/main" id="{792ED085-5949-42E7-B262-8D16AC8F783A}"/>
              </a:ext>
            </a:extLst>
          </p:cNvPr>
          <p:cNvSpPr>
            <a:spLocks xmlns:a="http://schemas.openxmlformats.org/drawingml/2006/main" noGrp="1"/>
          </p:cNvSpPr>
          <p:nvPr/>
        </p:nvSpPr>
        <p:spPr>
          <a:xfrm xmlns:a="http://schemas.openxmlformats.org/drawingml/2006/main">
            <a:off x="5124450" y="2705100"/>
            <a:ext cx="161925" cy="161925"/>
          </a:xfrm>
          <a:custGeom xmlns:a="http://schemas.openxmlformats.org/drawingml/2006/main">
            <a:pathLst>
              <a:path w="161925" h="161925">
                <a:moveTo>
                  <a:pt x="0" y="161925"/>
                </a:moveTo>
                <a:lnTo>
                  <a:pt x="161925" y="0"/>
                </a:lnTo>
              </a:path>
            </a:pathLst>
          </a:custGeom>
          <a:noFill xmlns:a="http://schemas.openxmlformats.org/drawingml/2006/main"/>
          <a:ln xmlns:a="http://schemas.openxmlformats.org/drawingml/2006/main" w="23813">
            <a:solidFill>
              <a:srgbClr val="D49B67"/>
            </a:solidFill>
            <a:prstDash val="solid"/>
          </a:ln>
        </p:spPr>
      </p:sp>
      <p:sp>
        <p:nvSpPr>
          <p:cNvPr id="145" name="shape-565">
            <a:extLst xmlns:a="http://schemas.openxmlformats.org/drawingml/2006/main">
              <a:ext uri="{FF2B5EF4-FFF2-40B4-BE49-F238E27FC236}">
                <a16:creationId xmlns:a16="http://schemas.microsoft.com/office/drawing/2014/main" id="{E13F54EB-600A-489F-8053-DFCFCA02E418}"/>
              </a:ext>
            </a:extLst>
          </p:cNvPr>
          <p:cNvSpPr>
            <a:spLocks xmlns:a="http://schemas.openxmlformats.org/drawingml/2006/main" noGrp="1"/>
          </p:cNvSpPr>
          <p:nvPr/>
        </p:nvSpPr>
        <p:spPr>
          <a:xfrm xmlns:a="http://schemas.openxmlformats.org/drawingml/2006/main" rot="0">
            <a:off x="4352925" y="2676525"/>
            <a:ext cx="409575" cy="409575"/>
          </a:xfrm>
          <a:prstGeom xmlns:a="http://schemas.openxmlformats.org/drawingml/2006/main" prst="rect">
            <a:avLst/>
          </a:prstGeom>
          <a:solidFill xmlns:a="http://schemas.openxmlformats.org/drawingml/2006/main">
            <a:srgbClr val="FBE8D8"/>
          </a:solidFill>
          <a:ln xmlns:a="http://schemas.openxmlformats.org/drawingml/2006/main" w="19050">
            <a:solidFill>
              <a:srgbClr val="C86A1B"/>
            </a:solidFill>
            <a:prstDash val="solid"/>
          </a:ln>
        </p:spPr>
      </p:sp>
      <p:sp>
        <p:nvSpPr>
          <p:cNvPr id="146" name="label-566">
            <a:extLst xmlns:a="http://schemas.openxmlformats.org/drawingml/2006/main">
              <a:ext uri="{FF2B5EF4-FFF2-40B4-BE49-F238E27FC236}">
                <a16:creationId xmlns:a16="http://schemas.microsoft.com/office/drawing/2014/main" id="{336C172F-C3A4-4300-BA8E-5CE31027DFF3}"/>
              </a:ext>
            </a:extLst>
          </p:cNvPr>
          <p:cNvSpPr>
            <a:spLocks xmlns:a="http://schemas.openxmlformats.org/drawingml/2006/main" noGrp="1"/>
          </p:cNvSpPr>
          <p:nvPr/>
        </p:nvSpPr>
        <p:spPr>
          <a:xfrm xmlns:a="http://schemas.openxmlformats.org/drawingml/2006/main">
            <a:off x="3457575" y="3762375"/>
            <a:ext cx="3619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16253B"/>
                </a:solidFill>
                <a:latin typeface="DejaVu Sans"/>
                <a:ea typeface="DejaVu Sans"/>
                <a:cs typeface="DejaVu Sans"/>
              </a:defRPr>
            </a:defPPr>
            <a:lvl1pPr algn="ctr">
              <a:defRPr sz="1725" b="0">
                <a:solidFill>
                  <a:srgbClr val="16253B"/>
                </a:solidFill>
                <a:latin typeface="DejaVu Sans"/>
                <a:ea typeface="DejaVu Sans"/>
                <a:cs typeface="DejaVu Sans"/>
              </a:defRPr>
            </a:lvl1pPr>
            <a:lvl2pPr algn="ctr">
              <a:defRPr sz="1725" b="0">
                <a:solidFill>
                  <a:srgbClr val="16253B"/>
                </a:solidFill>
                <a:latin typeface="DejaVu Sans"/>
                <a:ea typeface="DejaVu Sans"/>
                <a:cs typeface="DejaVu Sans"/>
              </a:defRPr>
            </a:lvl2pPr>
            <a:lvl3pPr algn="ctr">
              <a:defRPr sz="1725" b="0">
                <a:solidFill>
                  <a:srgbClr val="16253B"/>
                </a:solidFill>
                <a:latin typeface="DejaVu Sans"/>
                <a:ea typeface="DejaVu Sans"/>
                <a:cs typeface="DejaVu Sans"/>
              </a:defRPr>
            </a:lvl3pPr>
            <a:lvl4pPr algn="ctr">
              <a:defRPr sz="1725" b="0">
                <a:solidFill>
                  <a:srgbClr val="16253B"/>
                </a:solidFill>
                <a:latin typeface="DejaVu Sans"/>
                <a:ea typeface="DejaVu Sans"/>
                <a:cs typeface="DejaVu Sans"/>
              </a:defRPr>
            </a:lvl4pPr>
            <a:lvl5pPr algn="ctr">
              <a:defRPr sz="1725" b="0">
                <a:solidFill>
                  <a:srgbClr val="16253B"/>
                </a:solidFill>
                <a:latin typeface="DejaVu Sans"/>
                <a:ea typeface="DejaVu Sans"/>
                <a:cs typeface="DejaVu Sans"/>
              </a:defRPr>
            </a:lvl5pPr>
            <a:lvl6pPr algn="ctr">
              <a:defRPr sz="1725" b="0">
                <a:solidFill>
                  <a:srgbClr val="16253B"/>
                </a:solidFill>
                <a:latin typeface="DejaVu Sans"/>
                <a:ea typeface="DejaVu Sans"/>
                <a:cs typeface="DejaVu Sans"/>
              </a:defRPr>
            </a:lvl6pPr>
            <a:lvl7pPr algn="ctr">
              <a:defRPr sz="1725" b="0">
                <a:solidFill>
                  <a:srgbClr val="16253B"/>
                </a:solidFill>
                <a:latin typeface="DejaVu Sans"/>
                <a:ea typeface="DejaVu Sans"/>
                <a:cs typeface="DejaVu Sans"/>
              </a:defRPr>
            </a:lvl7pPr>
            <a:lvl8pPr algn="ctr">
              <a:defRPr sz="1725" b="0">
                <a:solidFill>
                  <a:srgbClr val="16253B"/>
                </a:solidFill>
                <a:latin typeface="DejaVu Sans"/>
                <a:ea typeface="DejaVu Sans"/>
                <a:cs typeface="DejaVu Sans"/>
              </a:defRPr>
            </a:lvl8pPr>
            <a:lvl9pPr algn="ctr">
              <a:defRPr sz="1725" b="0">
                <a:solidFill>
                  <a:srgbClr val="16253B"/>
                </a:solidFill>
                <a:latin typeface="DejaVu Sans"/>
                <a:ea typeface="DejaVu Sans"/>
                <a:cs typeface="DejaVu Sans"/>
              </a:defRPr>
            </a:lvl9pPr>
          </a:lstStyle>
          <a:p xmlns:a="http://schemas.openxmlformats.org/drawingml/2006/main">
            <a:pPr algn="ctr">
              <a:defRPr sz="1725" b="0">
                <a:solidFill>
                  <a:srgbClr val="16253B"/>
                </a:solidFill>
                <a:latin typeface="DejaVu Sans"/>
                <a:ea typeface="DejaVu Sans"/>
                <a:cs typeface="DejaVu Sans"/>
              </a:defRPr>
            </a:pPr>
            <a:r>
              <a:rPr sz="1725" b="0">
                <a:solidFill>
                  <a:srgbClr val="16253B"/>
                </a:solidFill>
                <a:latin typeface="DejaVu Sans"/>
                <a:ea typeface="DejaVu Sans"/>
                <a:cs typeface="DejaVu Sans"/>
              </a:rPr>
              <a:t>0.075 × 0.075 × 0.2 m</a:t>
            </a:r>
          </a:p>
          <a:p xmlns:a="http://schemas.openxmlformats.org/drawingml/2006/main">
            <a:pPr algn="ctr">
              <a:defRPr sz="1725" b="0">
                <a:solidFill>
                  <a:srgbClr val="16253B"/>
                </a:solidFill>
                <a:latin typeface="DejaVu Sans"/>
                <a:ea typeface="DejaVu Sans"/>
                <a:cs typeface="DejaVu Sans"/>
              </a:defRPr>
            </a:pPr>
            <a:r>
              <a:rPr sz="1725" b="0">
                <a:solidFill>
                  <a:srgbClr val="16253B"/>
                </a:solidFill>
                <a:latin typeface="DejaVu Sans"/>
                <a:ea typeface="DejaVu Sans"/>
                <a:cs typeface="DejaVu Sans"/>
              </a:rPr>
              <a:t>Up to 10 points per voxel</a:t>
            </a:r>
          </a:p>
        </p:txBody>
      </p:sp>
      <p:sp>
        <p:nvSpPr>
          <p:cNvPr id="147" name="path-567">
            <a:extLst xmlns:a="http://schemas.openxmlformats.org/drawingml/2006/main">
              <a:ext uri="{FF2B5EF4-FFF2-40B4-BE49-F238E27FC236}">
                <a16:creationId xmlns:a16="http://schemas.microsoft.com/office/drawing/2014/main" id="{446C09A0-F032-4066-9F83-5661C7DE6729}"/>
              </a:ext>
            </a:extLst>
          </p:cNvPr>
          <p:cNvSpPr>
            <a:spLocks xmlns:a="http://schemas.openxmlformats.org/drawingml/2006/main" noGrp="1"/>
          </p:cNvSpPr>
          <p:nvPr/>
        </p:nvSpPr>
        <p:spPr>
          <a:xfrm xmlns:a="http://schemas.openxmlformats.org/drawingml/2006/main">
            <a:off x="2809875" y="2857500"/>
            <a:ext cx="723900" cy="953"/>
          </a:xfrm>
          <a:custGeom xmlns:a="http://schemas.openxmlformats.org/drawingml/2006/main">
            <a:pathLst>
              <a:path w="723900" h="953">
                <a:moveTo>
                  <a:pt x="0" y="0"/>
                </a:moveTo>
                <a:lnTo>
                  <a:pt x="723900" y="0"/>
                </a:lnTo>
              </a:path>
            </a:pathLst>
          </a:custGeom>
          <a:noFill xmlns:a="http://schemas.openxmlformats.org/drawingml/2006/main"/>
          <a:ln xmlns:a="http://schemas.openxmlformats.org/drawingml/2006/main" w="22860">
            <a:solidFill>
              <a:srgbClr val="C86A1B"/>
            </a:solidFill>
            <a:prstDash val="solid"/>
          </a:ln>
        </p:spPr>
      </p:sp>
      <p:sp>
        <p:nvSpPr>
          <p:cNvPr id="148" name="path-568">
            <a:extLst xmlns:a="http://schemas.openxmlformats.org/drawingml/2006/main">
              <a:ext uri="{FF2B5EF4-FFF2-40B4-BE49-F238E27FC236}">
                <a16:creationId xmlns:a16="http://schemas.microsoft.com/office/drawing/2014/main" id="{5E0EB905-E8B8-4F2A-8896-BC3A62D08897}"/>
              </a:ext>
            </a:extLst>
          </p:cNvPr>
          <p:cNvSpPr>
            <a:spLocks xmlns:a="http://schemas.openxmlformats.org/drawingml/2006/main" noGrp="1"/>
          </p:cNvSpPr>
          <p:nvPr/>
        </p:nvSpPr>
        <p:spPr>
          <a:xfrm xmlns:a="http://schemas.openxmlformats.org/drawingml/2006/main">
            <a:off x="3438525" y="2813685"/>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C86A1B"/>
          </a:solidFill>
          <a:ln xmlns:a="http://schemas.openxmlformats.org/drawingml/2006/main" w="0">
            <a:solidFill>
              <a:srgbClr val="C86A1B"/>
            </a:solidFill>
            <a:prstDash val="solid"/>
          </a:ln>
        </p:spPr>
      </p:sp>
      <p:sp>
        <p:nvSpPr>
          <p:cNvPr id="149" name="path-569">
            <a:extLst xmlns:a="http://schemas.openxmlformats.org/drawingml/2006/main">
              <a:ext uri="{FF2B5EF4-FFF2-40B4-BE49-F238E27FC236}">
                <a16:creationId xmlns:a16="http://schemas.microsoft.com/office/drawing/2014/main" id="{3A8127C1-EA53-40D1-A167-AB34A2DED9A2}"/>
              </a:ext>
            </a:extLst>
          </p:cNvPr>
          <p:cNvSpPr>
            <a:spLocks xmlns:a="http://schemas.openxmlformats.org/drawingml/2006/main" noGrp="1"/>
          </p:cNvSpPr>
          <p:nvPr/>
        </p:nvSpPr>
        <p:spPr>
          <a:xfrm xmlns:a="http://schemas.openxmlformats.org/drawingml/2006/main">
            <a:off x="5924550" y="2857500"/>
            <a:ext cx="971550" cy="953"/>
          </a:xfrm>
          <a:custGeom xmlns:a="http://schemas.openxmlformats.org/drawingml/2006/main">
            <a:pathLst>
              <a:path w="971550" h="953">
                <a:moveTo>
                  <a:pt x="0" y="0"/>
                </a:moveTo>
                <a:lnTo>
                  <a:pt x="971550" y="0"/>
                </a:lnTo>
              </a:path>
            </a:pathLst>
          </a:custGeom>
          <a:noFill xmlns:a="http://schemas.openxmlformats.org/drawingml/2006/main"/>
          <a:ln xmlns:a="http://schemas.openxmlformats.org/drawingml/2006/main" w="22860">
            <a:solidFill>
              <a:srgbClr val="C86A1B"/>
            </a:solidFill>
            <a:prstDash val="solid"/>
          </a:ln>
        </p:spPr>
      </p:sp>
      <p:sp>
        <p:nvSpPr>
          <p:cNvPr id="150" name="path-570">
            <a:extLst xmlns:a="http://schemas.openxmlformats.org/drawingml/2006/main">
              <a:ext uri="{FF2B5EF4-FFF2-40B4-BE49-F238E27FC236}">
                <a16:creationId xmlns:a16="http://schemas.microsoft.com/office/drawing/2014/main" id="{E2218E31-12FC-4043-BEE6-038136533AAA}"/>
              </a:ext>
            </a:extLst>
          </p:cNvPr>
          <p:cNvSpPr>
            <a:spLocks xmlns:a="http://schemas.openxmlformats.org/drawingml/2006/main" noGrp="1"/>
          </p:cNvSpPr>
          <p:nvPr/>
        </p:nvSpPr>
        <p:spPr>
          <a:xfrm xmlns:a="http://schemas.openxmlformats.org/drawingml/2006/main">
            <a:off x="6800850" y="2813685"/>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C86A1B"/>
          </a:solidFill>
          <a:ln xmlns:a="http://schemas.openxmlformats.org/drawingml/2006/main" w="0">
            <a:solidFill>
              <a:srgbClr val="C86A1B"/>
            </a:solidFill>
            <a:prstDash val="solid"/>
          </a:ln>
        </p:spPr>
      </p:sp>
      <p:sp>
        <p:nvSpPr>
          <p:cNvPr id="151" name="label-571">
            <a:extLst xmlns:a="http://schemas.openxmlformats.org/drawingml/2006/main">
              <a:ext uri="{FF2B5EF4-FFF2-40B4-BE49-F238E27FC236}">
                <a16:creationId xmlns:a16="http://schemas.microsoft.com/office/drawing/2014/main" id="{EB7A4CCE-D723-4EF2-A32B-E0C1E48CF22E}"/>
              </a:ext>
            </a:extLst>
          </p:cNvPr>
          <p:cNvSpPr>
            <a:spLocks xmlns:a="http://schemas.openxmlformats.org/drawingml/2006/main" noGrp="1"/>
          </p:cNvSpPr>
          <p:nvPr/>
        </p:nvSpPr>
        <p:spPr>
          <a:xfrm xmlns:a="http://schemas.openxmlformats.org/drawingml/2006/main">
            <a:off x="7362825" y="1381125"/>
            <a:ext cx="428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C86A1B"/>
                </a:solidFill>
                <a:latin typeface="DejaVu Sans"/>
                <a:ea typeface="DejaVu Sans"/>
                <a:cs typeface="DejaVu Sans"/>
              </a:defRPr>
            </a:defPPr>
            <a:lvl1pPr algn="l">
              <a:defRPr sz="2175" b="1">
                <a:solidFill>
                  <a:srgbClr val="C86A1B"/>
                </a:solidFill>
                <a:latin typeface="DejaVu Sans"/>
                <a:ea typeface="DejaVu Sans"/>
                <a:cs typeface="DejaVu Sans"/>
              </a:defRPr>
            </a:lvl1pPr>
            <a:lvl2pPr algn="l">
              <a:defRPr sz="2175" b="1">
                <a:solidFill>
                  <a:srgbClr val="C86A1B"/>
                </a:solidFill>
                <a:latin typeface="DejaVu Sans"/>
                <a:ea typeface="DejaVu Sans"/>
                <a:cs typeface="DejaVu Sans"/>
              </a:defRPr>
            </a:lvl2pPr>
            <a:lvl3pPr algn="l">
              <a:defRPr sz="2175" b="1">
                <a:solidFill>
                  <a:srgbClr val="C86A1B"/>
                </a:solidFill>
                <a:latin typeface="DejaVu Sans"/>
                <a:ea typeface="DejaVu Sans"/>
                <a:cs typeface="DejaVu Sans"/>
              </a:defRPr>
            </a:lvl3pPr>
            <a:lvl4pPr algn="l">
              <a:defRPr sz="2175" b="1">
                <a:solidFill>
                  <a:srgbClr val="C86A1B"/>
                </a:solidFill>
                <a:latin typeface="DejaVu Sans"/>
                <a:ea typeface="DejaVu Sans"/>
                <a:cs typeface="DejaVu Sans"/>
              </a:defRPr>
            </a:lvl4pPr>
            <a:lvl5pPr algn="l">
              <a:defRPr sz="2175" b="1">
                <a:solidFill>
                  <a:srgbClr val="C86A1B"/>
                </a:solidFill>
                <a:latin typeface="DejaVu Sans"/>
                <a:ea typeface="DejaVu Sans"/>
                <a:cs typeface="DejaVu Sans"/>
              </a:defRPr>
            </a:lvl5pPr>
            <a:lvl6pPr algn="l">
              <a:defRPr sz="2175" b="1">
                <a:solidFill>
                  <a:srgbClr val="C86A1B"/>
                </a:solidFill>
                <a:latin typeface="DejaVu Sans"/>
                <a:ea typeface="DejaVu Sans"/>
                <a:cs typeface="DejaVu Sans"/>
              </a:defRPr>
            </a:lvl6pPr>
            <a:lvl7pPr algn="l">
              <a:defRPr sz="2175" b="1">
                <a:solidFill>
                  <a:srgbClr val="C86A1B"/>
                </a:solidFill>
                <a:latin typeface="DejaVu Sans"/>
                <a:ea typeface="DejaVu Sans"/>
                <a:cs typeface="DejaVu Sans"/>
              </a:defRPr>
            </a:lvl7pPr>
            <a:lvl8pPr algn="l">
              <a:defRPr sz="2175" b="1">
                <a:solidFill>
                  <a:srgbClr val="C86A1B"/>
                </a:solidFill>
                <a:latin typeface="DejaVu Sans"/>
                <a:ea typeface="DejaVu Sans"/>
                <a:cs typeface="DejaVu Sans"/>
              </a:defRPr>
            </a:lvl8pPr>
            <a:lvl9pPr algn="l">
              <a:defRPr sz="2175" b="1">
                <a:solidFill>
                  <a:srgbClr val="C86A1B"/>
                </a:solidFill>
                <a:latin typeface="DejaVu Sans"/>
                <a:ea typeface="DejaVu Sans"/>
                <a:cs typeface="DejaVu Sans"/>
              </a:defRPr>
            </a:lvl9pPr>
          </a:lstStyle>
          <a:p xmlns:a="http://schemas.openxmlformats.org/drawingml/2006/main">
            <a:pPr algn="l">
              <a:defRPr sz="2175" b="1">
                <a:solidFill>
                  <a:srgbClr val="C86A1B"/>
                </a:solidFill>
                <a:latin typeface="DejaVu Sans"/>
                <a:ea typeface="DejaVu Sans"/>
                <a:cs typeface="DejaVu Sans"/>
              </a:defRPr>
            </a:pPr>
            <a:r>
              <a:rPr sz="2175" b="1">
                <a:solidFill>
                  <a:srgbClr val="C86A1B"/>
                </a:solidFill>
                <a:latin typeface="DejaVu Sans"/>
                <a:ea typeface="DejaVu Sans"/>
                <a:cs typeface="DejaVu Sans"/>
              </a:rPr>
              <a:t>Sparse 3D convolutions</a:t>
            </a:r>
          </a:p>
        </p:txBody>
      </p:sp>
      <p:sp>
        <p:nvSpPr>
          <p:cNvPr id="152" name="path-572">
            <a:extLst xmlns:a="http://schemas.openxmlformats.org/drawingml/2006/main">
              <a:ext uri="{FF2B5EF4-FFF2-40B4-BE49-F238E27FC236}">
                <a16:creationId xmlns:a16="http://schemas.microsoft.com/office/drawing/2014/main" id="{2BC913C8-0F08-480E-BE59-519560A8C2AF}"/>
              </a:ext>
            </a:extLst>
          </p:cNvPr>
          <p:cNvSpPr>
            <a:spLocks xmlns:a="http://schemas.openxmlformats.org/drawingml/2006/main" noGrp="1"/>
          </p:cNvSpPr>
          <p:nvPr/>
        </p:nvSpPr>
        <p:spPr>
          <a:xfrm xmlns:a="http://schemas.openxmlformats.org/drawingml/2006/main">
            <a:off x="7181850" y="1790700"/>
            <a:ext cx="771525" cy="85725"/>
          </a:xfrm>
          <a:custGeom xmlns:a="http://schemas.openxmlformats.org/drawingml/2006/main">
            <a:pathLst>
              <a:path w="771525" h="85725">
                <a:moveTo>
                  <a:pt x="0" y="85725"/>
                </a:moveTo>
                <a:lnTo>
                  <a:pt x="85725" y="0"/>
                </a:lnTo>
                <a:lnTo>
                  <a:pt x="771525" y="0"/>
                </a:lnTo>
                <a:lnTo>
                  <a:pt x="685800" y="85725"/>
                </a:lnTo>
                <a:close/>
              </a:path>
            </a:pathLst>
          </a:custGeom>
          <a:solidFill xmlns:a="http://schemas.openxmlformats.org/drawingml/2006/main">
            <a:srgbClr val="C86A1B">
              <a:lumMod val="35000"/>
              <a:lumOff val="65000"/>
            </a:srgbClr>
          </a:solidFill>
          <a:ln xmlns:a="http://schemas.openxmlformats.org/drawingml/2006/main" w="13335">
            <a:solidFill>
              <a:srgbClr val="C86A1B"/>
            </a:solidFill>
            <a:prstDash val="solid"/>
          </a:ln>
        </p:spPr>
      </p:sp>
      <p:sp>
        <p:nvSpPr>
          <p:cNvPr id="153" name="path-573">
            <a:extLst xmlns:a="http://schemas.openxmlformats.org/drawingml/2006/main">
              <a:ext uri="{FF2B5EF4-FFF2-40B4-BE49-F238E27FC236}">
                <a16:creationId xmlns:a16="http://schemas.microsoft.com/office/drawing/2014/main" id="{84CBBE1F-F603-42F9-B196-5F4A2AF793C2}"/>
              </a:ext>
            </a:extLst>
          </p:cNvPr>
          <p:cNvSpPr>
            <a:spLocks xmlns:a="http://schemas.openxmlformats.org/drawingml/2006/main" noGrp="1"/>
          </p:cNvSpPr>
          <p:nvPr/>
        </p:nvSpPr>
        <p:spPr>
          <a:xfrm xmlns:a="http://schemas.openxmlformats.org/drawingml/2006/main">
            <a:off x="7867650" y="1790700"/>
            <a:ext cx="85725" cy="1466850"/>
          </a:xfrm>
          <a:custGeom xmlns:a="http://schemas.openxmlformats.org/drawingml/2006/main">
            <a:pathLst>
              <a:path w="85725" h="1466850">
                <a:moveTo>
                  <a:pt x="0" y="85725"/>
                </a:moveTo>
                <a:lnTo>
                  <a:pt x="85725" y="0"/>
                </a:lnTo>
                <a:lnTo>
                  <a:pt x="85725" y="1381125"/>
                </a:lnTo>
                <a:lnTo>
                  <a:pt x="0" y="1466850"/>
                </a:lnTo>
                <a:close/>
              </a:path>
            </a:pathLst>
          </a:custGeom>
          <a:solidFill xmlns:a="http://schemas.openxmlformats.org/drawingml/2006/main">
            <a:srgbClr val="C86A1B">
              <a:lumMod val="65000"/>
              <a:lumOff val="35000"/>
            </a:srgbClr>
          </a:solidFill>
          <a:ln xmlns:a="http://schemas.openxmlformats.org/drawingml/2006/main" w="13335">
            <a:solidFill>
              <a:srgbClr val="C86A1B"/>
            </a:solidFill>
            <a:prstDash val="solid"/>
          </a:ln>
        </p:spPr>
      </p:sp>
      <p:sp>
        <p:nvSpPr>
          <p:cNvPr id="154" name="shape-574">
            <a:extLst xmlns:a="http://schemas.openxmlformats.org/drawingml/2006/main">
              <a:ext uri="{FF2B5EF4-FFF2-40B4-BE49-F238E27FC236}">
                <a16:creationId xmlns:a16="http://schemas.microsoft.com/office/drawing/2014/main" id="{CF096834-9509-403E-8722-4F0E6BD0C158}"/>
              </a:ext>
            </a:extLst>
          </p:cNvPr>
          <p:cNvSpPr>
            <a:spLocks xmlns:a="http://schemas.openxmlformats.org/drawingml/2006/main" noGrp="1"/>
          </p:cNvSpPr>
          <p:nvPr/>
        </p:nvSpPr>
        <p:spPr>
          <a:xfrm xmlns:a="http://schemas.openxmlformats.org/drawingml/2006/main" rot="0">
            <a:off x="7181850" y="1876425"/>
            <a:ext cx="685800" cy="1381125"/>
          </a:xfrm>
          <a:prstGeom xmlns:a="http://schemas.openxmlformats.org/drawingml/2006/main" prst="rect">
            <a:avLst/>
          </a:prstGeom>
          <a:solidFill xmlns:a="http://schemas.openxmlformats.org/drawingml/2006/main">
            <a:srgbClr val="C86A1B">
              <a:lumMod val="18000"/>
              <a:lumOff val="82000"/>
            </a:srgbClr>
          </a:solidFill>
          <a:ln xmlns:a="http://schemas.openxmlformats.org/drawingml/2006/main" w="15240">
            <a:solidFill>
              <a:srgbClr val="C86A1B"/>
            </a:solidFill>
            <a:prstDash val="solid"/>
          </a:ln>
        </p:spPr>
      </p:sp>
      <p:sp>
        <p:nvSpPr>
          <p:cNvPr id="155" name="path-575">
            <a:extLst xmlns:a="http://schemas.openxmlformats.org/drawingml/2006/main">
              <a:ext uri="{FF2B5EF4-FFF2-40B4-BE49-F238E27FC236}">
                <a16:creationId xmlns:a16="http://schemas.microsoft.com/office/drawing/2014/main" id="{CC69CF66-5352-47CB-8D7B-758D269B1383}"/>
              </a:ext>
            </a:extLst>
          </p:cNvPr>
          <p:cNvSpPr>
            <a:spLocks xmlns:a="http://schemas.openxmlformats.org/drawingml/2006/main" noGrp="1"/>
          </p:cNvSpPr>
          <p:nvPr/>
        </p:nvSpPr>
        <p:spPr>
          <a:xfrm xmlns:a="http://schemas.openxmlformats.org/drawingml/2006/main">
            <a:off x="7353300" y="1876425"/>
            <a:ext cx="953" cy="1381125"/>
          </a:xfrm>
          <a:custGeom xmlns:a="http://schemas.openxmlformats.org/drawingml/2006/main">
            <a:pathLst>
              <a:path w="953" h="1381125">
                <a:moveTo>
                  <a:pt x="0" y="0"/>
                </a:moveTo>
                <a:lnTo>
                  <a:pt x="0" y="1381125"/>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156" name="path-576">
            <a:extLst xmlns:a="http://schemas.openxmlformats.org/drawingml/2006/main">
              <a:ext uri="{FF2B5EF4-FFF2-40B4-BE49-F238E27FC236}">
                <a16:creationId xmlns:a16="http://schemas.microsoft.com/office/drawing/2014/main" id="{70309D69-67D0-42C1-8B57-B5A01563DE5D}"/>
              </a:ext>
            </a:extLst>
          </p:cNvPr>
          <p:cNvSpPr>
            <a:spLocks xmlns:a="http://schemas.openxmlformats.org/drawingml/2006/main" noGrp="1"/>
          </p:cNvSpPr>
          <p:nvPr/>
        </p:nvSpPr>
        <p:spPr>
          <a:xfrm xmlns:a="http://schemas.openxmlformats.org/drawingml/2006/main">
            <a:off x="7524750" y="1876425"/>
            <a:ext cx="953" cy="1381125"/>
          </a:xfrm>
          <a:custGeom xmlns:a="http://schemas.openxmlformats.org/drawingml/2006/main">
            <a:pathLst>
              <a:path w="953" h="1381125">
                <a:moveTo>
                  <a:pt x="0" y="0"/>
                </a:moveTo>
                <a:lnTo>
                  <a:pt x="0" y="1381125"/>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157" name="path-577">
            <a:extLst xmlns:a="http://schemas.openxmlformats.org/drawingml/2006/main">
              <a:ext uri="{FF2B5EF4-FFF2-40B4-BE49-F238E27FC236}">
                <a16:creationId xmlns:a16="http://schemas.microsoft.com/office/drawing/2014/main" id="{1D925FFF-81F6-448C-A3B4-BD8B7A660077}"/>
              </a:ext>
            </a:extLst>
          </p:cNvPr>
          <p:cNvSpPr>
            <a:spLocks xmlns:a="http://schemas.openxmlformats.org/drawingml/2006/main" noGrp="1"/>
          </p:cNvSpPr>
          <p:nvPr/>
        </p:nvSpPr>
        <p:spPr>
          <a:xfrm xmlns:a="http://schemas.openxmlformats.org/drawingml/2006/main">
            <a:off x="7696200" y="1876425"/>
            <a:ext cx="953" cy="1381125"/>
          </a:xfrm>
          <a:custGeom xmlns:a="http://schemas.openxmlformats.org/drawingml/2006/main">
            <a:pathLst>
              <a:path w="953" h="1381125">
                <a:moveTo>
                  <a:pt x="0" y="0"/>
                </a:moveTo>
                <a:lnTo>
                  <a:pt x="0" y="1381125"/>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158" name="path-578">
            <a:extLst xmlns:a="http://schemas.openxmlformats.org/drawingml/2006/main">
              <a:ext uri="{FF2B5EF4-FFF2-40B4-BE49-F238E27FC236}">
                <a16:creationId xmlns:a16="http://schemas.microsoft.com/office/drawing/2014/main" id="{4508C10A-8E50-47FE-B5F1-54316B4447AB}"/>
              </a:ext>
            </a:extLst>
          </p:cNvPr>
          <p:cNvSpPr>
            <a:spLocks xmlns:a="http://schemas.openxmlformats.org/drawingml/2006/main" noGrp="1"/>
          </p:cNvSpPr>
          <p:nvPr/>
        </p:nvSpPr>
        <p:spPr>
          <a:xfrm xmlns:a="http://schemas.openxmlformats.org/drawingml/2006/main">
            <a:off x="7181850" y="2221706"/>
            <a:ext cx="685800" cy="953"/>
          </a:xfrm>
          <a:custGeom xmlns:a="http://schemas.openxmlformats.org/drawingml/2006/main">
            <a:pathLst>
              <a:path w="685800" h="953">
                <a:moveTo>
                  <a:pt x="0" y="0"/>
                </a:moveTo>
                <a:lnTo>
                  <a:pt x="685800" y="0"/>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159" name="path-579">
            <a:extLst xmlns:a="http://schemas.openxmlformats.org/drawingml/2006/main">
              <a:ext uri="{FF2B5EF4-FFF2-40B4-BE49-F238E27FC236}">
                <a16:creationId xmlns:a16="http://schemas.microsoft.com/office/drawing/2014/main" id="{C5899695-B94B-42F9-A37C-88CD61A555EE}"/>
              </a:ext>
            </a:extLst>
          </p:cNvPr>
          <p:cNvSpPr>
            <a:spLocks xmlns:a="http://schemas.openxmlformats.org/drawingml/2006/main" noGrp="1"/>
          </p:cNvSpPr>
          <p:nvPr/>
        </p:nvSpPr>
        <p:spPr>
          <a:xfrm xmlns:a="http://schemas.openxmlformats.org/drawingml/2006/main">
            <a:off x="7181850" y="2566988"/>
            <a:ext cx="685800" cy="953"/>
          </a:xfrm>
          <a:custGeom xmlns:a="http://schemas.openxmlformats.org/drawingml/2006/main">
            <a:pathLst>
              <a:path w="685800" h="953">
                <a:moveTo>
                  <a:pt x="0" y="0"/>
                </a:moveTo>
                <a:lnTo>
                  <a:pt x="685800" y="0"/>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160" name="path-580">
            <a:extLst xmlns:a="http://schemas.openxmlformats.org/drawingml/2006/main">
              <a:ext uri="{FF2B5EF4-FFF2-40B4-BE49-F238E27FC236}">
                <a16:creationId xmlns:a16="http://schemas.microsoft.com/office/drawing/2014/main" id="{EB113997-9EB2-4981-921E-43B572F3DDD2}"/>
              </a:ext>
            </a:extLst>
          </p:cNvPr>
          <p:cNvSpPr>
            <a:spLocks xmlns:a="http://schemas.openxmlformats.org/drawingml/2006/main" noGrp="1"/>
          </p:cNvSpPr>
          <p:nvPr/>
        </p:nvSpPr>
        <p:spPr>
          <a:xfrm xmlns:a="http://schemas.openxmlformats.org/drawingml/2006/main">
            <a:off x="7181850" y="2912269"/>
            <a:ext cx="685800" cy="953"/>
          </a:xfrm>
          <a:custGeom xmlns:a="http://schemas.openxmlformats.org/drawingml/2006/main">
            <a:pathLst>
              <a:path w="685800" h="953">
                <a:moveTo>
                  <a:pt x="0" y="0"/>
                </a:moveTo>
                <a:lnTo>
                  <a:pt x="685800" y="0"/>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161" name="label-581">
            <a:extLst xmlns:a="http://schemas.openxmlformats.org/drawingml/2006/main">
              <a:ext uri="{FF2B5EF4-FFF2-40B4-BE49-F238E27FC236}">
                <a16:creationId xmlns:a16="http://schemas.microsoft.com/office/drawing/2014/main" id="{3DBC45AE-F42B-4893-AB23-47F2E8938724}"/>
              </a:ext>
            </a:extLst>
          </p:cNvPr>
          <p:cNvSpPr>
            <a:spLocks xmlns:a="http://schemas.openxmlformats.org/drawingml/2006/main" noGrp="1"/>
          </p:cNvSpPr>
          <p:nvPr/>
        </p:nvSpPr>
        <p:spPr>
          <a:xfrm xmlns:a="http://schemas.openxmlformats.org/drawingml/2006/main">
            <a:off x="7219950" y="1952625"/>
            <a:ext cx="609600" cy="1228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C86A1B"/>
                </a:solidFill>
                <a:latin typeface="DejaVu Sans"/>
                <a:ea typeface="DejaVu Sans"/>
                <a:cs typeface="DejaVu Sans"/>
              </a:defRPr>
            </a:defPPr>
            <a:lvl1pPr algn="ctr">
              <a:defRPr sz="1725" b="1">
                <a:solidFill>
                  <a:srgbClr val="C86A1B"/>
                </a:solidFill>
                <a:latin typeface="DejaVu Sans"/>
                <a:ea typeface="DejaVu Sans"/>
                <a:cs typeface="DejaVu Sans"/>
              </a:defRPr>
            </a:lvl1pPr>
            <a:lvl2pPr algn="ctr">
              <a:defRPr sz="1725" b="1">
                <a:solidFill>
                  <a:srgbClr val="C86A1B"/>
                </a:solidFill>
                <a:latin typeface="DejaVu Sans"/>
                <a:ea typeface="DejaVu Sans"/>
                <a:cs typeface="DejaVu Sans"/>
              </a:defRPr>
            </a:lvl2pPr>
            <a:lvl3pPr algn="ctr">
              <a:defRPr sz="1725" b="1">
                <a:solidFill>
                  <a:srgbClr val="C86A1B"/>
                </a:solidFill>
                <a:latin typeface="DejaVu Sans"/>
                <a:ea typeface="DejaVu Sans"/>
                <a:cs typeface="DejaVu Sans"/>
              </a:defRPr>
            </a:lvl3pPr>
            <a:lvl4pPr algn="ctr">
              <a:defRPr sz="1725" b="1">
                <a:solidFill>
                  <a:srgbClr val="C86A1B"/>
                </a:solidFill>
                <a:latin typeface="DejaVu Sans"/>
                <a:ea typeface="DejaVu Sans"/>
                <a:cs typeface="DejaVu Sans"/>
              </a:defRPr>
            </a:lvl4pPr>
            <a:lvl5pPr algn="ctr">
              <a:defRPr sz="1725" b="1">
                <a:solidFill>
                  <a:srgbClr val="C86A1B"/>
                </a:solidFill>
                <a:latin typeface="DejaVu Sans"/>
                <a:ea typeface="DejaVu Sans"/>
                <a:cs typeface="DejaVu Sans"/>
              </a:defRPr>
            </a:lvl5pPr>
            <a:lvl6pPr algn="ctr">
              <a:defRPr sz="1725" b="1">
                <a:solidFill>
                  <a:srgbClr val="C86A1B"/>
                </a:solidFill>
                <a:latin typeface="DejaVu Sans"/>
                <a:ea typeface="DejaVu Sans"/>
                <a:cs typeface="DejaVu Sans"/>
              </a:defRPr>
            </a:lvl6pPr>
            <a:lvl7pPr algn="ctr">
              <a:defRPr sz="1725" b="1">
                <a:solidFill>
                  <a:srgbClr val="C86A1B"/>
                </a:solidFill>
                <a:latin typeface="DejaVu Sans"/>
                <a:ea typeface="DejaVu Sans"/>
                <a:cs typeface="DejaVu Sans"/>
              </a:defRPr>
            </a:lvl7pPr>
            <a:lvl8pPr algn="ctr">
              <a:defRPr sz="1725" b="1">
                <a:solidFill>
                  <a:srgbClr val="C86A1B"/>
                </a:solidFill>
                <a:latin typeface="DejaVu Sans"/>
                <a:ea typeface="DejaVu Sans"/>
                <a:cs typeface="DejaVu Sans"/>
              </a:defRPr>
            </a:lvl8pPr>
            <a:lvl9pPr algn="ctr">
              <a:defRPr sz="1725" b="1">
                <a:solidFill>
                  <a:srgbClr val="C86A1B"/>
                </a:solidFill>
                <a:latin typeface="DejaVu Sans"/>
                <a:ea typeface="DejaVu Sans"/>
                <a:cs typeface="DejaVu Sans"/>
              </a:defRPr>
            </a:lvl9pPr>
          </a:lstStyle>
          <a:p xmlns:a="http://schemas.openxmlformats.org/drawingml/2006/main">
            <a:pPr algn="ctr">
              <a:defRPr sz="1725" b="1">
                <a:solidFill>
                  <a:srgbClr val="C86A1B"/>
                </a:solidFill>
                <a:latin typeface="DejaVu Sans"/>
                <a:ea typeface="DejaVu Sans"/>
                <a:cs typeface="DejaVu Sans"/>
              </a:defRPr>
            </a:pPr>
            <a:r>
              <a:rPr sz="1725" b="1">
                <a:solidFill>
                  <a:srgbClr val="C86A1B"/>
                </a:solidFill>
                <a:latin typeface="DejaVu Sans"/>
                <a:ea typeface="DejaVu Sans"/>
                <a:cs typeface="DejaVu Sans"/>
              </a:rPr>
              <a:t>16</a:t>
            </a:r>
          </a:p>
        </p:txBody>
      </p:sp>
      <p:sp>
        <p:nvSpPr>
          <p:cNvPr id="162" name="path-582">
            <a:extLst xmlns:a="http://schemas.openxmlformats.org/drawingml/2006/main">
              <a:ext uri="{FF2B5EF4-FFF2-40B4-BE49-F238E27FC236}">
                <a16:creationId xmlns:a16="http://schemas.microsoft.com/office/drawing/2014/main" id="{C9728C48-55E8-483A-88D6-9FB3F8ECA483}"/>
              </a:ext>
            </a:extLst>
          </p:cNvPr>
          <p:cNvSpPr>
            <a:spLocks xmlns:a="http://schemas.openxmlformats.org/drawingml/2006/main" noGrp="1"/>
          </p:cNvSpPr>
          <p:nvPr/>
        </p:nvSpPr>
        <p:spPr>
          <a:xfrm xmlns:a="http://schemas.openxmlformats.org/drawingml/2006/main">
            <a:off x="8210550" y="2000250"/>
            <a:ext cx="771525" cy="85725"/>
          </a:xfrm>
          <a:custGeom xmlns:a="http://schemas.openxmlformats.org/drawingml/2006/main">
            <a:pathLst>
              <a:path w="771525" h="85725">
                <a:moveTo>
                  <a:pt x="0" y="85725"/>
                </a:moveTo>
                <a:lnTo>
                  <a:pt x="85725" y="0"/>
                </a:lnTo>
                <a:lnTo>
                  <a:pt x="771525" y="0"/>
                </a:lnTo>
                <a:lnTo>
                  <a:pt x="685800" y="85725"/>
                </a:lnTo>
                <a:close/>
              </a:path>
            </a:pathLst>
          </a:custGeom>
          <a:solidFill xmlns:a="http://schemas.openxmlformats.org/drawingml/2006/main">
            <a:srgbClr val="C86A1B">
              <a:lumMod val="35000"/>
              <a:lumOff val="65000"/>
            </a:srgbClr>
          </a:solidFill>
          <a:ln xmlns:a="http://schemas.openxmlformats.org/drawingml/2006/main" w="13335">
            <a:solidFill>
              <a:srgbClr val="C86A1B"/>
            </a:solidFill>
            <a:prstDash val="solid"/>
          </a:ln>
        </p:spPr>
      </p:sp>
      <p:sp>
        <p:nvSpPr>
          <p:cNvPr id="163" name="path-583">
            <a:extLst xmlns:a="http://schemas.openxmlformats.org/drawingml/2006/main">
              <a:ext uri="{FF2B5EF4-FFF2-40B4-BE49-F238E27FC236}">
                <a16:creationId xmlns:a16="http://schemas.microsoft.com/office/drawing/2014/main" id="{B0510402-F556-4908-AD12-1F3B0FA9496B}"/>
              </a:ext>
            </a:extLst>
          </p:cNvPr>
          <p:cNvSpPr>
            <a:spLocks xmlns:a="http://schemas.openxmlformats.org/drawingml/2006/main" noGrp="1"/>
          </p:cNvSpPr>
          <p:nvPr/>
        </p:nvSpPr>
        <p:spPr>
          <a:xfrm xmlns:a="http://schemas.openxmlformats.org/drawingml/2006/main">
            <a:off x="8896350" y="2000250"/>
            <a:ext cx="85725" cy="1257300"/>
          </a:xfrm>
          <a:custGeom xmlns:a="http://schemas.openxmlformats.org/drawingml/2006/main">
            <a:pathLst>
              <a:path w="85725" h="1257300">
                <a:moveTo>
                  <a:pt x="0" y="85725"/>
                </a:moveTo>
                <a:lnTo>
                  <a:pt x="85725" y="0"/>
                </a:lnTo>
                <a:lnTo>
                  <a:pt x="85725" y="1171575"/>
                </a:lnTo>
                <a:lnTo>
                  <a:pt x="0" y="1257300"/>
                </a:lnTo>
                <a:close/>
              </a:path>
            </a:pathLst>
          </a:custGeom>
          <a:solidFill xmlns:a="http://schemas.openxmlformats.org/drawingml/2006/main">
            <a:srgbClr val="C86A1B">
              <a:lumMod val="65000"/>
              <a:lumOff val="35000"/>
            </a:srgbClr>
          </a:solidFill>
          <a:ln xmlns:a="http://schemas.openxmlformats.org/drawingml/2006/main" w="13335">
            <a:solidFill>
              <a:srgbClr val="C86A1B"/>
            </a:solidFill>
            <a:prstDash val="solid"/>
          </a:ln>
        </p:spPr>
      </p:sp>
      <p:sp>
        <p:nvSpPr>
          <p:cNvPr id="164" name="shape-584">
            <a:extLst xmlns:a="http://schemas.openxmlformats.org/drawingml/2006/main">
              <a:ext uri="{FF2B5EF4-FFF2-40B4-BE49-F238E27FC236}">
                <a16:creationId xmlns:a16="http://schemas.microsoft.com/office/drawing/2014/main" id="{8D1E9182-1D3D-4B59-9B0D-9D20F55B366F}"/>
              </a:ext>
            </a:extLst>
          </p:cNvPr>
          <p:cNvSpPr>
            <a:spLocks xmlns:a="http://schemas.openxmlformats.org/drawingml/2006/main" noGrp="1"/>
          </p:cNvSpPr>
          <p:nvPr/>
        </p:nvSpPr>
        <p:spPr>
          <a:xfrm xmlns:a="http://schemas.openxmlformats.org/drawingml/2006/main" rot="0">
            <a:off x="8210550" y="2085975"/>
            <a:ext cx="685800" cy="1171575"/>
          </a:xfrm>
          <a:prstGeom xmlns:a="http://schemas.openxmlformats.org/drawingml/2006/main" prst="rect">
            <a:avLst/>
          </a:prstGeom>
          <a:solidFill xmlns:a="http://schemas.openxmlformats.org/drawingml/2006/main">
            <a:srgbClr val="C86A1B">
              <a:lumMod val="18000"/>
              <a:lumOff val="82000"/>
            </a:srgbClr>
          </a:solidFill>
          <a:ln xmlns:a="http://schemas.openxmlformats.org/drawingml/2006/main" w="15240">
            <a:solidFill>
              <a:srgbClr val="C86A1B"/>
            </a:solidFill>
            <a:prstDash val="solid"/>
          </a:ln>
        </p:spPr>
      </p:sp>
      <p:sp>
        <p:nvSpPr>
          <p:cNvPr id="165" name="path-585">
            <a:extLst xmlns:a="http://schemas.openxmlformats.org/drawingml/2006/main">
              <a:ext uri="{FF2B5EF4-FFF2-40B4-BE49-F238E27FC236}">
                <a16:creationId xmlns:a16="http://schemas.microsoft.com/office/drawing/2014/main" id="{AC5ABA2D-6B55-45F2-9FFD-F4BA428E02D4}"/>
              </a:ext>
            </a:extLst>
          </p:cNvPr>
          <p:cNvSpPr>
            <a:spLocks xmlns:a="http://schemas.openxmlformats.org/drawingml/2006/main" noGrp="1"/>
          </p:cNvSpPr>
          <p:nvPr/>
        </p:nvSpPr>
        <p:spPr>
          <a:xfrm xmlns:a="http://schemas.openxmlformats.org/drawingml/2006/main">
            <a:off x="8382000" y="2085975"/>
            <a:ext cx="953" cy="1171575"/>
          </a:xfrm>
          <a:custGeom xmlns:a="http://schemas.openxmlformats.org/drawingml/2006/main">
            <a:pathLst>
              <a:path w="953" h="1171575">
                <a:moveTo>
                  <a:pt x="0" y="0"/>
                </a:moveTo>
                <a:lnTo>
                  <a:pt x="0" y="1171575"/>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166" name="path-586">
            <a:extLst xmlns:a="http://schemas.openxmlformats.org/drawingml/2006/main">
              <a:ext uri="{FF2B5EF4-FFF2-40B4-BE49-F238E27FC236}">
                <a16:creationId xmlns:a16="http://schemas.microsoft.com/office/drawing/2014/main" id="{055E9D58-D45E-426E-8DCC-0621EE17ED5B}"/>
              </a:ext>
            </a:extLst>
          </p:cNvPr>
          <p:cNvSpPr>
            <a:spLocks xmlns:a="http://schemas.openxmlformats.org/drawingml/2006/main" noGrp="1"/>
          </p:cNvSpPr>
          <p:nvPr/>
        </p:nvSpPr>
        <p:spPr>
          <a:xfrm xmlns:a="http://schemas.openxmlformats.org/drawingml/2006/main">
            <a:off x="8553450" y="2085975"/>
            <a:ext cx="953" cy="1171575"/>
          </a:xfrm>
          <a:custGeom xmlns:a="http://schemas.openxmlformats.org/drawingml/2006/main">
            <a:pathLst>
              <a:path w="953" h="1171575">
                <a:moveTo>
                  <a:pt x="0" y="0"/>
                </a:moveTo>
                <a:lnTo>
                  <a:pt x="0" y="1171575"/>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167" name="path-587">
            <a:extLst xmlns:a="http://schemas.openxmlformats.org/drawingml/2006/main">
              <a:ext uri="{FF2B5EF4-FFF2-40B4-BE49-F238E27FC236}">
                <a16:creationId xmlns:a16="http://schemas.microsoft.com/office/drawing/2014/main" id="{6C0B0BF7-7CF5-4B29-833B-C7687D679E2F}"/>
              </a:ext>
            </a:extLst>
          </p:cNvPr>
          <p:cNvSpPr>
            <a:spLocks xmlns:a="http://schemas.openxmlformats.org/drawingml/2006/main" noGrp="1"/>
          </p:cNvSpPr>
          <p:nvPr/>
        </p:nvSpPr>
        <p:spPr>
          <a:xfrm xmlns:a="http://schemas.openxmlformats.org/drawingml/2006/main">
            <a:off x="8724900" y="2085975"/>
            <a:ext cx="953" cy="1171575"/>
          </a:xfrm>
          <a:custGeom xmlns:a="http://schemas.openxmlformats.org/drawingml/2006/main">
            <a:pathLst>
              <a:path w="953" h="1171575">
                <a:moveTo>
                  <a:pt x="0" y="0"/>
                </a:moveTo>
                <a:lnTo>
                  <a:pt x="0" y="1171575"/>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168" name="path-588">
            <a:extLst xmlns:a="http://schemas.openxmlformats.org/drawingml/2006/main">
              <a:ext uri="{FF2B5EF4-FFF2-40B4-BE49-F238E27FC236}">
                <a16:creationId xmlns:a16="http://schemas.microsoft.com/office/drawing/2014/main" id="{0CDF4F91-C5A0-475A-9138-67549B3A8960}"/>
              </a:ext>
            </a:extLst>
          </p:cNvPr>
          <p:cNvSpPr>
            <a:spLocks xmlns:a="http://schemas.openxmlformats.org/drawingml/2006/main" noGrp="1"/>
          </p:cNvSpPr>
          <p:nvPr/>
        </p:nvSpPr>
        <p:spPr>
          <a:xfrm xmlns:a="http://schemas.openxmlformats.org/drawingml/2006/main">
            <a:off x="8210550" y="2378869"/>
            <a:ext cx="685800" cy="953"/>
          </a:xfrm>
          <a:custGeom xmlns:a="http://schemas.openxmlformats.org/drawingml/2006/main">
            <a:pathLst>
              <a:path w="685800" h="953">
                <a:moveTo>
                  <a:pt x="0" y="0"/>
                </a:moveTo>
                <a:lnTo>
                  <a:pt x="685800" y="0"/>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169" name="path-589">
            <a:extLst xmlns:a="http://schemas.openxmlformats.org/drawingml/2006/main">
              <a:ext uri="{FF2B5EF4-FFF2-40B4-BE49-F238E27FC236}">
                <a16:creationId xmlns:a16="http://schemas.microsoft.com/office/drawing/2014/main" id="{CDAEC451-5B45-46FE-B872-AD612DBC3D15}"/>
              </a:ext>
            </a:extLst>
          </p:cNvPr>
          <p:cNvSpPr>
            <a:spLocks xmlns:a="http://schemas.openxmlformats.org/drawingml/2006/main" noGrp="1"/>
          </p:cNvSpPr>
          <p:nvPr/>
        </p:nvSpPr>
        <p:spPr>
          <a:xfrm xmlns:a="http://schemas.openxmlformats.org/drawingml/2006/main">
            <a:off x="8210550" y="2671763"/>
            <a:ext cx="685800" cy="953"/>
          </a:xfrm>
          <a:custGeom xmlns:a="http://schemas.openxmlformats.org/drawingml/2006/main">
            <a:pathLst>
              <a:path w="685800" h="953">
                <a:moveTo>
                  <a:pt x="0" y="0"/>
                </a:moveTo>
                <a:lnTo>
                  <a:pt x="685800" y="0"/>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170" name="path-590">
            <a:extLst xmlns:a="http://schemas.openxmlformats.org/drawingml/2006/main">
              <a:ext uri="{FF2B5EF4-FFF2-40B4-BE49-F238E27FC236}">
                <a16:creationId xmlns:a16="http://schemas.microsoft.com/office/drawing/2014/main" id="{0C750494-B0C5-4F48-89A0-9245A59B01C0}"/>
              </a:ext>
            </a:extLst>
          </p:cNvPr>
          <p:cNvSpPr>
            <a:spLocks xmlns:a="http://schemas.openxmlformats.org/drawingml/2006/main" noGrp="1"/>
          </p:cNvSpPr>
          <p:nvPr/>
        </p:nvSpPr>
        <p:spPr>
          <a:xfrm xmlns:a="http://schemas.openxmlformats.org/drawingml/2006/main">
            <a:off x="8210550" y="2964656"/>
            <a:ext cx="685800" cy="953"/>
          </a:xfrm>
          <a:custGeom xmlns:a="http://schemas.openxmlformats.org/drawingml/2006/main">
            <a:pathLst>
              <a:path w="685800" h="953">
                <a:moveTo>
                  <a:pt x="0" y="0"/>
                </a:moveTo>
                <a:lnTo>
                  <a:pt x="685800" y="0"/>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171" name="label-591">
            <a:extLst xmlns:a="http://schemas.openxmlformats.org/drawingml/2006/main">
              <a:ext uri="{FF2B5EF4-FFF2-40B4-BE49-F238E27FC236}">
                <a16:creationId xmlns:a16="http://schemas.microsoft.com/office/drawing/2014/main" id="{16B2F759-1C74-4FA7-B0EB-75AEEFA46E2E}"/>
              </a:ext>
            </a:extLst>
          </p:cNvPr>
          <p:cNvSpPr>
            <a:spLocks xmlns:a="http://schemas.openxmlformats.org/drawingml/2006/main" noGrp="1"/>
          </p:cNvSpPr>
          <p:nvPr/>
        </p:nvSpPr>
        <p:spPr>
          <a:xfrm xmlns:a="http://schemas.openxmlformats.org/drawingml/2006/main">
            <a:off x="8248650" y="2162175"/>
            <a:ext cx="609600" cy="1019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C86A1B"/>
                </a:solidFill>
                <a:latin typeface="DejaVu Sans"/>
                <a:ea typeface="DejaVu Sans"/>
                <a:cs typeface="DejaVu Sans"/>
              </a:defRPr>
            </a:defPPr>
            <a:lvl1pPr algn="ctr">
              <a:defRPr sz="1725" b="1">
                <a:solidFill>
                  <a:srgbClr val="C86A1B"/>
                </a:solidFill>
                <a:latin typeface="DejaVu Sans"/>
                <a:ea typeface="DejaVu Sans"/>
                <a:cs typeface="DejaVu Sans"/>
              </a:defRPr>
            </a:lvl1pPr>
            <a:lvl2pPr algn="ctr">
              <a:defRPr sz="1725" b="1">
                <a:solidFill>
                  <a:srgbClr val="C86A1B"/>
                </a:solidFill>
                <a:latin typeface="DejaVu Sans"/>
                <a:ea typeface="DejaVu Sans"/>
                <a:cs typeface="DejaVu Sans"/>
              </a:defRPr>
            </a:lvl2pPr>
            <a:lvl3pPr algn="ctr">
              <a:defRPr sz="1725" b="1">
                <a:solidFill>
                  <a:srgbClr val="C86A1B"/>
                </a:solidFill>
                <a:latin typeface="DejaVu Sans"/>
                <a:ea typeface="DejaVu Sans"/>
                <a:cs typeface="DejaVu Sans"/>
              </a:defRPr>
            </a:lvl3pPr>
            <a:lvl4pPr algn="ctr">
              <a:defRPr sz="1725" b="1">
                <a:solidFill>
                  <a:srgbClr val="C86A1B"/>
                </a:solidFill>
                <a:latin typeface="DejaVu Sans"/>
                <a:ea typeface="DejaVu Sans"/>
                <a:cs typeface="DejaVu Sans"/>
              </a:defRPr>
            </a:lvl4pPr>
            <a:lvl5pPr algn="ctr">
              <a:defRPr sz="1725" b="1">
                <a:solidFill>
                  <a:srgbClr val="C86A1B"/>
                </a:solidFill>
                <a:latin typeface="DejaVu Sans"/>
                <a:ea typeface="DejaVu Sans"/>
                <a:cs typeface="DejaVu Sans"/>
              </a:defRPr>
            </a:lvl5pPr>
            <a:lvl6pPr algn="ctr">
              <a:defRPr sz="1725" b="1">
                <a:solidFill>
                  <a:srgbClr val="C86A1B"/>
                </a:solidFill>
                <a:latin typeface="DejaVu Sans"/>
                <a:ea typeface="DejaVu Sans"/>
                <a:cs typeface="DejaVu Sans"/>
              </a:defRPr>
            </a:lvl6pPr>
            <a:lvl7pPr algn="ctr">
              <a:defRPr sz="1725" b="1">
                <a:solidFill>
                  <a:srgbClr val="C86A1B"/>
                </a:solidFill>
                <a:latin typeface="DejaVu Sans"/>
                <a:ea typeface="DejaVu Sans"/>
                <a:cs typeface="DejaVu Sans"/>
              </a:defRPr>
            </a:lvl7pPr>
            <a:lvl8pPr algn="ctr">
              <a:defRPr sz="1725" b="1">
                <a:solidFill>
                  <a:srgbClr val="C86A1B"/>
                </a:solidFill>
                <a:latin typeface="DejaVu Sans"/>
                <a:ea typeface="DejaVu Sans"/>
                <a:cs typeface="DejaVu Sans"/>
              </a:defRPr>
            </a:lvl8pPr>
            <a:lvl9pPr algn="ctr">
              <a:defRPr sz="1725" b="1">
                <a:solidFill>
                  <a:srgbClr val="C86A1B"/>
                </a:solidFill>
                <a:latin typeface="DejaVu Sans"/>
                <a:ea typeface="DejaVu Sans"/>
                <a:cs typeface="DejaVu Sans"/>
              </a:defRPr>
            </a:lvl9pPr>
          </a:lstStyle>
          <a:p xmlns:a="http://schemas.openxmlformats.org/drawingml/2006/main">
            <a:pPr algn="ctr">
              <a:defRPr sz="1725" b="1">
                <a:solidFill>
                  <a:srgbClr val="C86A1B"/>
                </a:solidFill>
                <a:latin typeface="DejaVu Sans"/>
                <a:ea typeface="DejaVu Sans"/>
                <a:cs typeface="DejaVu Sans"/>
              </a:defRPr>
            </a:pPr>
            <a:r>
              <a:rPr sz="1725" b="1">
                <a:solidFill>
                  <a:srgbClr val="C86A1B"/>
                </a:solidFill>
                <a:latin typeface="DejaVu Sans"/>
                <a:ea typeface="DejaVu Sans"/>
                <a:cs typeface="DejaVu Sans"/>
              </a:rPr>
              <a:t>32</a:t>
            </a:r>
          </a:p>
        </p:txBody>
      </p:sp>
      <p:sp>
        <p:nvSpPr>
          <p:cNvPr id="172" name="path-592">
            <a:extLst xmlns:a="http://schemas.openxmlformats.org/drawingml/2006/main">
              <a:ext uri="{FF2B5EF4-FFF2-40B4-BE49-F238E27FC236}">
                <a16:creationId xmlns:a16="http://schemas.microsoft.com/office/drawing/2014/main" id="{3F3396D1-57FC-435E-93AE-CA9FCA263301}"/>
              </a:ext>
            </a:extLst>
          </p:cNvPr>
          <p:cNvSpPr>
            <a:spLocks xmlns:a="http://schemas.openxmlformats.org/drawingml/2006/main" noGrp="1"/>
          </p:cNvSpPr>
          <p:nvPr/>
        </p:nvSpPr>
        <p:spPr>
          <a:xfrm xmlns:a="http://schemas.openxmlformats.org/drawingml/2006/main">
            <a:off x="7953375" y="2781300"/>
            <a:ext cx="190500" cy="953"/>
          </a:xfrm>
          <a:custGeom xmlns:a="http://schemas.openxmlformats.org/drawingml/2006/main">
            <a:pathLst>
              <a:path w="190500" h="953">
                <a:moveTo>
                  <a:pt x="0" y="0"/>
                </a:moveTo>
                <a:lnTo>
                  <a:pt x="190500" y="0"/>
                </a:lnTo>
              </a:path>
            </a:pathLst>
          </a:custGeom>
          <a:noFill xmlns:a="http://schemas.openxmlformats.org/drawingml/2006/main"/>
          <a:ln xmlns:a="http://schemas.openxmlformats.org/drawingml/2006/main" w="16193">
            <a:solidFill>
              <a:srgbClr val="C86A1B"/>
            </a:solidFill>
            <a:prstDash val="solid"/>
          </a:ln>
        </p:spPr>
      </p:sp>
      <p:sp>
        <p:nvSpPr>
          <p:cNvPr id="173" name="path-593">
            <a:extLst xmlns:a="http://schemas.openxmlformats.org/drawingml/2006/main">
              <a:ext uri="{FF2B5EF4-FFF2-40B4-BE49-F238E27FC236}">
                <a16:creationId xmlns:a16="http://schemas.microsoft.com/office/drawing/2014/main" id="{2AD1A11D-5326-45FD-88CC-C616379A7022}"/>
              </a:ext>
            </a:extLst>
          </p:cNvPr>
          <p:cNvSpPr>
            <a:spLocks xmlns:a="http://schemas.openxmlformats.org/drawingml/2006/main" noGrp="1"/>
          </p:cNvSpPr>
          <p:nvPr/>
        </p:nvSpPr>
        <p:spPr>
          <a:xfrm xmlns:a="http://schemas.openxmlformats.org/drawingml/2006/main">
            <a:off x="8048625" y="2737485"/>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C86A1B"/>
          </a:solidFill>
          <a:ln xmlns:a="http://schemas.openxmlformats.org/drawingml/2006/main" w="0">
            <a:solidFill>
              <a:srgbClr val="C86A1B"/>
            </a:solidFill>
            <a:prstDash val="solid"/>
          </a:ln>
        </p:spPr>
      </p:sp>
      <p:sp>
        <p:nvSpPr>
          <p:cNvPr id="174" name="path-594">
            <a:extLst xmlns:a="http://schemas.openxmlformats.org/drawingml/2006/main">
              <a:ext uri="{FF2B5EF4-FFF2-40B4-BE49-F238E27FC236}">
                <a16:creationId xmlns:a16="http://schemas.microsoft.com/office/drawing/2014/main" id="{7FC0E022-AC23-4C56-9C09-0562B2726326}"/>
              </a:ext>
            </a:extLst>
          </p:cNvPr>
          <p:cNvSpPr>
            <a:spLocks xmlns:a="http://schemas.openxmlformats.org/drawingml/2006/main" noGrp="1"/>
          </p:cNvSpPr>
          <p:nvPr/>
        </p:nvSpPr>
        <p:spPr>
          <a:xfrm xmlns:a="http://schemas.openxmlformats.org/drawingml/2006/main">
            <a:off x="9239250" y="2209800"/>
            <a:ext cx="771525" cy="85725"/>
          </a:xfrm>
          <a:custGeom xmlns:a="http://schemas.openxmlformats.org/drawingml/2006/main">
            <a:pathLst>
              <a:path w="771525" h="85725">
                <a:moveTo>
                  <a:pt x="0" y="85725"/>
                </a:moveTo>
                <a:lnTo>
                  <a:pt x="85725" y="0"/>
                </a:lnTo>
                <a:lnTo>
                  <a:pt x="771525" y="0"/>
                </a:lnTo>
                <a:lnTo>
                  <a:pt x="685800" y="85725"/>
                </a:lnTo>
                <a:close/>
              </a:path>
            </a:pathLst>
          </a:custGeom>
          <a:solidFill xmlns:a="http://schemas.openxmlformats.org/drawingml/2006/main">
            <a:srgbClr val="C86A1B">
              <a:lumMod val="35000"/>
              <a:lumOff val="65000"/>
            </a:srgbClr>
          </a:solidFill>
          <a:ln xmlns:a="http://schemas.openxmlformats.org/drawingml/2006/main" w="13335">
            <a:solidFill>
              <a:srgbClr val="C86A1B"/>
            </a:solidFill>
            <a:prstDash val="solid"/>
          </a:ln>
        </p:spPr>
      </p:sp>
      <p:sp>
        <p:nvSpPr>
          <p:cNvPr id="175" name="path-595">
            <a:extLst xmlns:a="http://schemas.openxmlformats.org/drawingml/2006/main">
              <a:ext uri="{FF2B5EF4-FFF2-40B4-BE49-F238E27FC236}">
                <a16:creationId xmlns:a16="http://schemas.microsoft.com/office/drawing/2014/main" id="{089BA1AB-8C93-4386-95A6-C9CE6322AE68}"/>
              </a:ext>
            </a:extLst>
          </p:cNvPr>
          <p:cNvSpPr>
            <a:spLocks xmlns:a="http://schemas.openxmlformats.org/drawingml/2006/main" noGrp="1"/>
          </p:cNvSpPr>
          <p:nvPr/>
        </p:nvSpPr>
        <p:spPr>
          <a:xfrm xmlns:a="http://schemas.openxmlformats.org/drawingml/2006/main">
            <a:off x="9925050" y="2209800"/>
            <a:ext cx="85725" cy="1047750"/>
          </a:xfrm>
          <a:custGeom xmlns:a="http://schemas.openxmlformats.org/drawingml/2006/main">
            <a:pathLst>
              <a:path w="85725" h="1047750">
                <a:moveTo>
                  <a:pt x="0" y="85725"/>
                </a:moveTo>
                <a:lnTo>
                  <a:pt x="85725" y="0"/>
                </a:lnTo>
                <a:lnTo>
                  <a:pt x="85725" y="962025"/>
                </a:lnTo>
                <a:lnTo>
                  <a:pt x="0" y="1047750"/>
                </a:lnTo>
                <a:close/>
              </a:path>
            </a:pathLst>
          </a:custGeom>
          <a:solidFill xmlns:a="http://schemas.openxmlformats.org/drawingml/2006/main">
            <a:srgbClr val="C86A1B">
              <a:lumMod val="65000"/>
              <a:lumOff val="35000"/>
            </a:srgbClr>
          </a:solidFill>
          <a:ln xmlns:a="http://schemas.openxmlformats.org/drawingml/2006/main" w="13335">
            <a:solidFill>
              <a:srgbClr val="C86A1B"/>
            </a:solidFill>
            <a:prstDash val="solid"/>
          </a:ln>
        </p:spPr>
      </p:sp>
      <p:sp>
        <p:nvSpPr>
          <p:cNvPr id="176" name="shape-596">
            <a:extLst xmlns:a="http://schemas.openxmlformats.org/drawingml/2006/main">
              <a:ext uri="{FF2B5EF4-FFF2-40B4-BE49-F238E27FC236}">
                <a16:creationId xmlns:a16="http://schemas.microsoft.com/office/drawing/2014/main" id="{9AF7B454-5EA4-4D05-AAEF-94B378CA9FDD}"/>
              </a:ext>
            </a:extLst>
          </p:cNvPr>
          <p:cNvSpPr>
            <a:spLocks xmlns:a="http://schemas.openxmlformats.org/drawingml/2006/main" noGrp="1"/>
          </p:cNvSpPr>
          <p:nvPr/>
        </p:nvSpPr>
        <p:spPr>
          <a:xfrm xmlns:a="http://schemas.openxmlformats.org/drawingml/2006/main" rot="0">
            <a:off x="9239250" y="2295525"/>
            <a:ext cx="685800" cy="962025"/>
          </a:xfrm>
          <a:prstGeom xmlns:a="http://schemas.openxmlformats.org/drawingml/2006/main" prst="rect">
            <a:avLst/>
          </a:prstGeom>
          <a:solidFill xmlns:a="http://schemas.openxmlformats.org/drawingml/2006/main">
            <a:srgbClr val="C86A1B">
              <a:lumMod val="18000"/>
              <a:lumOff val="82000"/>
            </a:srgbClr>
          </a:solidFill>
          <a:ln xmlns:a="http://schemas.openxmlformats.org/drawingml/2006/main" w="15240">
            <a:solidFill>
              <a:srgbClr val="C86A1B"/>
            </a:solidFill>
            <a:prstDash val="solid"/>
          </a:ln>
        </p:spPr>
      </p:sp>
      <p:sp>
        <p:nvSpPr>
          <p:cNvPr id="177" name="path-597">
            <a:extLst xmlns:a="http://schemas.openxmlformats.org/drawingml/2006/main">
              <a:ext uri="{FF2B5EF4-FFF2-40B4-BE49-F238E27FC236}">
                <a16:creationId xmlns:a16="http://schemas.microsoft.com/office/drawing/2014/main" id="{EB2DB52C-DC47-409E-89E6-1464E97F3213}"/>
              </a:ext>
            </a:extLst>
          </p:cNvPr>
          <p:cNvSpPr>
            <a:spLocks xmlns:a="http://schemas.openxmlformats.org/drawingml/2006/main" noGrp="1"/>
          </p:cNvSpPr>
          <p:nvPr/>
        </p:nvSpPr>
        <p:spPr>
          <a:xfrm xmlns:a="http://schemas.openxmlformats.org/drawingml/2006/main">
            <a:off x="9410700" y="2295525"/>
            <a:ext cx="953" cy="962025"/>
          </a:xfrm>
          <a:custGeom xmlns:a="http://schemas.openxmlformats.org/drawingml/2006/main">
            <a:pathLst>
              <a:path w="953" h="962025">
                <a:moveTo>
                  <a:pt x="0" y="0"/>
                </a:moveTo>
                <a:lnTo>
                  <a:pt x="0" y="962025"/>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178" name="path-598">
            <a:extLst xmlns:a="http://schemas.openxmlformats.org/drawingml/2006/main">
              <a:ext uri="{FF2B5EF4-FFF2-40B4-BE49-F238E27FC236}">
                <a16:creationId xmlns:a16="http://schemas.microsoft.com/office/drawing/2014/main" id="{292DC74E-6FC3-4AE6-81CC-4EC99923903B}"/>
              </a:ext>
            </a:extLst>
          </p:cNvPr>
          <p:cNvSpPr>
            <a:spLocks xmlns:a="http://schemas.openxmlformats.org/drawingml/2006/main" noGrp="1"/>
          </p:cNvSpPr>
          <p:nvPr/>
        </p:nvSpPr>
        <p:spPr>
          <a:xfrm xmlns:a="http://schemas.openxmlformats.org/drawingml/2006/main">
            <a:off x="9582150" y="2295525"/>
            <a:ext cx="953" cy="962025"/>
          </a:xfrm>
          <a:custGeom xmlns:a="http://schemas.openxmlformats.org/drawingml/2006/main">
            <a:pathLst>
              <a:path w="953" h="962025">
                <a:moveTo>
                  <a:pt x="0" y="0"/>
                </a:moveTo>
                <a:lnTo>
                  <a:pt x="0" y="962025"/>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179" name="path-599">
            <a:extLst xmlns:a="http://schemas.openxmlformats.org/drawingml/2006/main">
              <a:ext uri="{FF2B5EF4-FFF2-40B4-BE49-F238E27FC236}">
                <a16:creationId xmlns:a16="http://schemas.microsoft.com/office/drawing/2014/main" id="{6CB293A4-0360-451F-886A-971DE23DCF9A}"/>
              </a:ext>
            </a:extLst>
          </p:cNvPr>
          <p:cNvSpPr>
            <a:spLocks xmlns:a="http://schemas.openxmlformats.org/drawingml/2006/main" noGrp="1"/>
          </p:cNvSpPr>
          <p:nvPr/>
        </p:nvSpPr>
        <p:spPr>
          <a:xfrm xmlns:a="http://schemas.openxmlformats.org/drawingml/2006/main">
            <a:off x="9753600" y="2295525"/>
            <a:ext cx="953" cy="962025"/>
          </a:xfrm>
          <a:custGeom xmlns:a="http://schemas.openxmlformats.org/drawingml/2006/main">
            <a:pathLst>
              <a:path w="953" h="962025">
                <a:moveTo>
                  <a:pt x="0" y="0"/>
                </a:moveTo>
                <a:lnTo>
                  <a:pt x="0" y="962025"/>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180" name="path-600">
            <a:extLst xmlns:a="http://schemas.openxmlformats.org/drawingml/2006/main">
              <a:ext uri="{FF2B5EF4-FFF2-40B4-BE49-F238E27FC236}">
                <a16:creationId xmlns:a16="http://schemas.microsoft.com/office/drawing/2014/main" id="{84FE18D4-9C5E-41AF-BBBF-27E36CE27544}"/>
              </a:ext>
            </a:extLst>
          </p:cNvPr>
          <p:cNvSpPr>
            <a:spLocks xmlns:a="http://schemas.openxmlformats.org/drawingml/2006/main" noGrp="1"/>
          </p:cNvSpPr>
          <p:nvPr/>
        </p:nvSpPr>
        <p:spPr>
          <a:xfrm xmlns:a="http://schemas.openxmlformats.org/drawingml/2006/main">
            <a:off x="9239250" y="2536031"/>
            <a:ext cx="685800" cy="953"/>
          </a:xfrm>
          <a:custGeom xmlns:a="http://schemas.openxmlformats.org/drawingml/2006/main">
            <a:pathLst>
              <a:path w="685800" h="953">
                <a:moveTo>
                  <a:pt x="0" y="0"/>
                </a:moveTo>
                <a:lnTo>
                  <a:pt x="685800" y="0"/>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181" name="path-601">
            <a:extLst xmlns:a="http://schemas.openxmlformats.org/drawingml/2006/main">
              <a:ext uri="{FF2B5EF4-FFF2-40B4-BE49-F238E27FC236}">
                <a16:creationId xmlns:a16="http://schemas.microsoft.com/office/drawing/2014/main" id="{88B4BF56-F986-4F50-83B8-8E0B59185336}"/>
              </a:ext>
            </a:extLst>
          </p:cNvPr>
          <p:cNvSpPr>
            <a:spLocks xmlns:a="http://schemas.openxmlformats.org/drawingml/2006/main" noGrp="1"/>
          </p:cNvSpPr>
          <p:nvPr/>
        </p:nvSpPr>
        <p:spPr>
          <a:xfrm xmlns:a="http://schemas.openxmlformats.org/drawingml/2006/main">
            <a:off x="9239250" y="2776538"/>
            <a:ext cx="685800" cy="953"/>
          </a:xfrm>
          <a:custGeom xmlns:a="http://schemas.openxmlformats.org/drawingml/2006/main">
            <a:pathLst>
              <a:path w="685800" h="953">
                <a:moveTo>
                  <a:pt x="0" y="0"/>
                </a:moveTo>
                <a:lnTo>
                  <a:pt x="685800" y="0"/>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182" name="path-602">
            <a:extLst xmlns:a="http://schemas.openxmlformats.org/drawingml/2006/main">
              <a:ext uri="{FF2B5EF4-FFF2-40B4-BE49-F238E27FC236}">
                <a16:creationId xmlns:a16="http://schemas.microsoft.com/office/drawing/2014/main" id="{DF291674-67EA-4A42-AB01-3D0522DCD4B2}"/>
              </a:ext>
            </a:extLst>
          </p:cNvPr>
          <p:cNvSpPr>
            <a:spLocks xmlns:a="http://schemas.openxmlformats.org/drawingml/2006/main" noGrp="1"/>
          </p:cNvSpPr>
          <p:nvPr/>
        </p:nvSpPr>
        <p:spPr>
          <a:xfrm xmlns:a="http://schemas.openxmlformats.org/drawingml/2006/main">
            <a:off x="9239250" y="3017044"/>
            <a:ext cx="685800" cy="953"/>
          </a:xfrm>
          <a:custGeom xmlns:a="http://schemas.openxmlformats.org/drawingml/2006/main">
            <a:pathLst>
              <a:path w="685800" h="953">
                <a:moveTo>
                  <a:pt x="0" y="0"/>
                </a:moveTo>
                <a:lnTo>
                  <a:pt x="685800" y="0"/>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183" name="label-603">
            <a:extLst xmlns:a="http://schemas.openxmlformats.org/drawingml/2006/main">
              <a:ext uri="{FF2B5EF4-FFF2-40B4-BE49-F238E27FC236}">
                <a16:creationId xmlns:a16="http://schemas.microsoft.com/office/drawing/2014/main" id="{38439488-12F7-4AE4-A462-63D359502DAE}"/>
              </a:ext>
            </a:extLst>
          </p:cNvPr>
          <p:cNvSpPr>
            <a:spLocks xmlns:a="http://schemas.openxmlformats.org/drawingml/2006/main" noGrp="1"/>
          </p:cNvSpPr>
          <p:nvPr/>
        </p:nvSpPr>
        <p:spPr>
          <a:xfrm xmlns:a="http://schemas.openxmlformats.org/drawingml/2006/main">
            <a:off x="9277350" y="2371725"/>
            <a:ext cx="6096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C86A1B"/>
                </a:solidFill>
                <a:latin typeface="DejaVu Sans"/>
                <a:ea typeface="DejaVu Sans"/>
                <a:cs typeface="DejaVu Sans"/>
              </a:defRPr>
            </a:defPPr>
            <a:lvl1pPr algn="ctr">
              <a:defRPr sz="1725" b="1">
                <a:solidFill>
                  <a:srgbClr val="C86A1B"/>
                </a:solidFill>
                <a:latin typeface="DejaVu Sans"/>
                <a:ea typeface="DejaVu Sans"/>
                <a:cs typeface="DejaVu Sans"/>
              </a:defRPr>
            </a:lvl1pPr>
            <a:lvl2pPr algn="ctr">
              <a:defRPr sz="1725" b="1">
                <a:solidFill>
                  <a:srgbClr val="C86A1B"/>
                </a:solidFill>
                <a:latin typeface="DejaVu Sans"/>
                <a:ea typeface="DejaVu Sans"/>
                <a:cs typeface="DejaVu Sans"/>
              </a:defRPr>
            </a:lvl2pPr>
            <a:lvl3pPr algn="ctr">
              <a:defRPr sz="1725" b="1">
                <a:solidFill>
                  <a:srgbClr val="C86A1B"/>
                </a:solidFill>
                <a:latin typeface="DejaVu Sans"/>
                <a:ea typeface="DejaVu Sans"/>
                <a:cs typeface="DejaVu Sans"/>
              </a:defRPr>
            </a:lvl3pPr>
            <a:lvl4pPr algn="ctr">
              <a:defRPr sz="1725" b="1">
                <a:solidFill>
                  <a:srgbClr val="C86A1B"/>
                </a:solidFill>
                <a:latin typeface="DejaVu Sans"/>
                <a:ea typeface="DejaVu Sans"/>
                <a:cs typeface="DejaVu Sans"/>
              </a:defRPr>
            </a:lvl4pPr>
            <a:lvl5pPr algn="ctr">
              <a:defRPr sz="1725" b="1">
                <a:solidFill>
                  <a:srgbClr val="C86A1B"/>
                </a:solidFill>
                <a:latin typeface="DejaVu Sans"/>
                <a:ea typeface="DejaVu Sans"/>
                <a:cs typeface="DejaVu Sans"/>
              </a:defRPr>
            </a:lvl5pPr>
            <a:lvl6pPr algn="ctr">
              <a:defRPr sz="1725" b="1">
                <a:solidFill>
                  <a:srgbClr val="C86A1B"/>
                </a:solidFill>
                <a:latin typeface="DejaVu Sans"/>
                <a:ea typeface="DejaVu Sans"/>
                <a:cs typeface="DejaVu Sans"/>
              </a:defRPr>
            </a:lvl6pPr>
            <a:lvl7pPr algn="ctr">
              <a:defRPr sz="1725" b="1">
                <a:solidFill>
                  <a:srgbClr val="C86A1B"/>
                </a:solidFill>
                <a:latin typeface="DejaVu Sans"/>
                <a:ea typeface="DejaVu Sans"/>
                <a:cs typeface="DejaVu Sans"/>
              </a:defRPr>
            </a:lvl7pPr>
            <a:lvl8pPr algn="ctr">
              <a:defRPr sz="1725" b="1">
                <a:solidFill>
                  <a:srgbClr val="C86A1B"/>
                </a:solidFill>
                <a:latin typeface="DejaVu Sans"/>
                <a:ea typeface="DejaVu Sans"/>
                <a:cs typeface="DejaVu Sans"/>
              </a:defRPr>
            </a:lvl8pPr>
            <a:lvl9pPr algn="ctr">
              <a:defRPr sz="1725" b="1">
                <a:solidFill>
                  <a:srgbClr val="C86A1B"/>
                </a:solidFill>
                <a:latin typeface="DejaVu Sans"/>
                <a:ea typeface="DejaVu Sans"/>
                <a:cs typeface="DejaVu Sans"/>
              </a:defRPr>
            </a:lvl9pPr>
          </a:lstStyle>
          <a:p xmlns:a="http://schemas.openxmlformats.org/drawingml/2006/main">
            <a:pPr algn="ctr">
              <a:defRPr sz="1725" b="1">
                <a:solidFill>
                  <a:srgbClr val="C86A1B"/>
                </a:solidFill>
                <a:latin typeface="DejaVu Sans"/>
                <a:ea typeface="DejaVu Sans"/>
                <a:cs typeface="DejaVu Sans"/>
              </a:defRPr>
            </a:pPr>
            <a:r>
              <a:rPr sz="1725" b="1">
                <a:solidFill>
                  <a:srgbClr val="C86A1B"/>
                </a:solidFill>
                <a:latin typeface="DejaVu Sans"/>
                <a:ea typeface="DejaVu Sans"/>
                <a:cs typeface="DejaVu Sans"/>
              </a:rPr>
              <a:t>64</a:t>
            </a:r>
          </a:p>
        </p:txBody>
      </p:sp>
      <p:sp>
        <p:nvSpPr>
          <p:cNvPr id="184" name="path-604">
            <a:extLst xmlns:a="http://schemas.openxmlformats.org/drawingml/2006/main">
              <a:ext uri="{FF2B5EF4-FFF2-40B4-BE49-F238E27FC236}">
                <a16:creationId xmlns:a16="http://schemas.microsoft.com/office/drawing/2014/main" id="{CFE7FEE8-B8E1-4E04-9B71-8B39467A2038}"/>
              </a:ext>
            </a:extLst>
          </p:cNvPr>
          <p:cNvSpPr>
            <a:spLocks xmlns:a="http://schemas.openxmlformats.org/drawingml/2006/main" noGrp="1"/>
          </p:cNvSpPr>
          <p:nvPr/>
        </p:nvSpPr>
        <p:spPr>
          <a:xfrm xmlns:a="http://schemas.openxmlformats.org/drawingml/2006/main">
            <a:off x="8982075" y="2781300"/>
            <a:ext cx="190500" cy="953"/>
          </a:xfrm>
          <a:custGeom xmlns:a="http://schemas.openxmlformats.org/drawingml/2006/main">
            <a:pathLst>
              <a:path w="190500" h="953">
                <a:moveTo>
                  <a:pt x="0" y="0"/>
                </a:moveTo>
                <a:lnTo>
                  <a:pt x="190500" y="0"/>
                </a:lnTo>
              </a:path>
            </a:pathLst>
          </a:custGeom>
          <a:noFill xmlns:a="http://schemas.openxmlformats.org/drawingml/2006/main"/>
          <a:ln xmlns:a="http://schemas.openxmlformats.org/drawingml/2006/main" w="16193">
            <a:solidFill>
              <a:srgbClr val="C86A1B"/>
            </a:solidFill>
            <a:prstDash val="solid"/>
          </a:ln>
        </p:spPr>
      </p:sp>
      <p:sp>
        <p:nvSpPr>
          <p:cNvPr id="185" name="path-605">
            <a:extLst xmlns:a="http://schemas.openxmlformats.org/drawingml/2006/main">
              <a:ext uri="{FF2B5EF4-FFF2-40B4-BE49-F238E27FC236}">
                <a16:creationId xmlns:a16="http://schemas.microsoft.com/office/drawing/2014/main" id="{44D9E17F-273D-42E7-83D8-98814B7129A7}"/>
              </a:ext>
            </a:extLst>
          </p:cNvPr>
          <p:cNvSpPr>
            <a:spLocks xmlns:a="http://schemas.openxmlformats.org/drawingml/2006/main" noGrp="1"/>
          </p:cNvSpPr>
          <p:nvPr/>
        </p:nvSpPr>
        <p:spPr>
          <a:xfrm xmlns:a="http://schemas.openxmlformats.org/drawingml/2006/main">
            <a:off x="9077325" y="2737485"/>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C86A1B"/>
          </a:solidFill>
          <a:ln xmlns:a="http://schemas.openxmlformats.org/drawingml/2006/main" w="0">
            <a:solidFill>
              <a:srgbClr val="C86A1B"/>
            </a:solidFill>
            <a:prstDash val="solid"/>
          </a:ln>
        </p:spPr>
      </p:sp>
      <p:sp>
        <p:nvSpPr>
          <p:cNvPr id="186" name="path-606">
            <a:extLst xmlns:a="http://schemas.openxmlformats.org/drawingml/2006/main">
              <a:ext uri="{FF2B5EF4-FFF2-40B4-BE49-F238E27FC236}">
                <a16:creationId xmlns:a16="http://schemas.microsoft.com/office/drawing/2014/main" id="{740387A2-0B9D-45DE-A015-DA70FF78C69B}"/>
              </a:ext>
            </a:extLst>
          </p:cNvPr>
          <p:cNvSpPr>
            <a:spLocks xmlns:a="http://schemas.openxmlformats.org/drawingml/2006/main" noGrp="1"/>
          </p:cNvSpPr>
          <p:nvPr/>
        </p:nvSpPr>
        <p:spPr>
          <a:xfrm xmlns:a="http://schemas.openxmlformats.org/drawingml/2006/main">
            <a:off x="10267950" y="2419350"/>
            <a:ext cx="771525" cy="85725"/>
          </a:xfrm>
          <a:custGeom xmlns:a="http://schemas.openxmlformats.org/drawingml/2006/main">
            <a:pathLst>
              <a:path w="771525" h="85725">
                <a:moveTo>
                  <a:pt x="0" y="85725"/>
                </a:moveTo>
                <a:lnTo>
                  <a:pt x="85725" y="0"/>
                </a:lnTo>
                <a:lnTo>
                  <a:pt x="771525" y="0"/>
                </a:lnTo>
                <a:lnTo>
                  <a:pt x="685800" y="85725"/>
                </a:lnTo>
                <a:close/>
              </a:path>
            </a:pathLst>
          </a:custGeom>
          <a:solidFill xmlns:a="http://schemas.openxmlformats.org/drawingml/2006/main">
            <a:srgbClr val="C86A1B">
              <a:lumMod val="35000"/>
              <a:lumOff val="65000"/>
            </a:srgbClr>
          </a:solidFill>
          <a:ln xmlns:a="http://schemas.openxmlformats.org/drawingml/2006/main" w="13335">
            <a:solidFill>
              <a:srgbClr val="C86A1B"/>
            </a:solidFill>
            <a:prstDash val="solid"/>
          </a:ln>
        </p:spPr>
      </p:sp>
      <p:sp>
        <p:nvSpPr>
          <p:cNvPr id="187" name="path-607">
            <a:extLst xmlns:a="http://schemas.openxmlformats.org/drawingml/2006/main">
              <a:ext uri="{FF2B5EF4-FFF2-40B4-BE49-F238E27FC236}">
                <a16:creationId xmlns:a16="http://schemas.microsoft.com/office/drawing/2014/main" id="{EAFADE39-1194-46CC-8878-1D00BA71AE2D}"/>
              </a:ext>
            </a:extLst>
          </p:cNvPr>
          <p:cNvSpPr>
            <a:spLocks xmlns:a="http://schemas.openxmlformats.org/drawingml/2006/main" noGrp="1"/>
          </p:cNvSpPr>
          <p:nvPr/>
        </p:nvSpPr>
        <p:spPr>
          <a:xfrm xmlns:a="http://schemas.openxmlformats.org/drawingml/2006/main">
            <a:off x="10953750" y="2419350"/>
            <a:ext cx="85725" cy="838200"/>
          </a:xfrm>
          <a:custGeom xmlns:a="http://schemas.openxmlformats.org/drawingml/2006/main">
            <a:pathLst>
              <a:path w="85725" h="838200">
                <a:moveTo>
                  <a:pt x="0" y="85725"/>
                </a:moveTo>
                <a:lnTo>
                  <a:pt x="85725" y="0"/>
                </a:lnTo>
                <a:lnTo>
                  <a:pt x="85725" y="752475"/>
                </a:lnTo>
                <a:lnTo>
                  <a:pt x="0" y="838200"/>
                </a:lnTo>
                <a:close/>
              </a:path>
            </a:pathLst>
          </a:custGeom>
          <a:solidFill xmlns:a="http://schemas.openxmlformats.org/drawingml/2006/main">
            <a:srgbClr val="C86A1B">
              <a:lumMod val="65000"/>
              <a:lumOff val="35000"/>
            </a:srgbClr>
          </a:solidFill>
          <a:ln xmlns:a="http://schemas.openxmlformats.org/drawingml/2006/main" w="13335">
            <a:solidFill>
              <a:srgbClr val="C86A1B"/>
            </a:solidFill>
            <a:prstDash val="solid"/>
          </a:ln>
        </p:spPr>
      </p:sp>
      <p:sp>
        <p:nvSpPr>
          <p:cNvPr id="188" name="shape-608">
            <a:extLst xmlns:a="http://schemas.openxmlformats.org/drawingml/2006/main">
              <a:ext uri="{FF2B5EF4-FFF2-40B4-BE49-F238E27FC236}">
                <a16:creationId xmlns:a16="http://schemas.microsoft.com/office/drawing/2014/main" id="{3447D8C1-8C12-4B7D-89D4-55BEE41B8FD6}"/>
              </a:ext>
            </a:extLst>
          </p:cNvPr>
          <p:cNvSpPr>
            <a:spLocks xmlns:a="http://schemas.openxmlformats.org/drawingml/2006/main" noGrp="1"/>
          </p:cNvSpPr>
          <p:nvPr/>
        </p:nvSpPr>
        <p:spPr>
          <a:xfrm xmlns:a="http://schemas.openxmlformats.org/drawingml/2006/main" rot="0">
            <a:off x="10267950" y="2505075"/>
            <a:ext cx="685800" cy="752475"/>
          </a:xfrm>
          <a:prstGeom xmlns:a="http://schemas.openxmlformats.org/drawingml/2006/main" prst="rect">
            <a:avLst/>
          </a:prstGeom>
          <a:solidFill xmlns:a="http://schemas.openxmlformats.org/drawingml/2006/main">
            <a:srgbClr val="C86A1B">
              <a:lumMod val="18000"/>
              <a:lumOff val="82000"/>
            </a:srgbClr>
          </a:solidFill>
          <a:ln xmlns:a="http://schemas.openxmlformats.org/drawingml/2006/main" w="15240">
            <a:solidFill>
              <a:srgbClr val="C86A1B"/>
            </a:solidFill>
            <a:prstDash val="solid"/>
          </a:ln>
        </p:spPr>
      </p:sp>
      <p:sp>
        <p:nvSpPr>
          <p:cNvPr id="189" name="path-609">
            <a:extLst xmlns:a="http://schemas.openxmlformats.org/drawingml/2006/main">
              <a:ext uri="{FF2B5EF4-FFF2-40B4-BE49-F238E27FC236}">
                <a16:creationId xmlns:a16="http://schemas.microsoft.com/office/drawing/2014/main" id="{753796F5-BF2E-433B-BAED-15740B4D71ED}"/>
              </a:ext>
            </a:extLst>
          </p:cNvPr>
          <p:cNvSpPr>
            <a:spLocks xmlns:a="http://schemas.openxmlformats.org/drawingml/2006/main" noGrp="1"/>
          </p:cNvSpPr>
          <p:nvPr/>
        </p:nvSpPr>
        <p:spPr>
          <a:xfrm xmlns:a="http://schemas.openxmlformats.org/drawingml/2006/main">
            <a:off x="10439400" y="2505075"/>
            <a:ext cx="953" cy="752475"/>
          </a:xfrm>
          <a:custGeom xmlns:a="http://schemas.openxmlformats.org/drawingml/2006/main">
            <a:pathLst>
              <a:path w="953" h="752475">
                <a:moveTo>
                  <a:pt x="0" y="0"/>
                </a:moveTo>
                <a:lnTo>
                  <a:pt x="0" y="752475"/>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190" name="path-610">
            <a:extLst xmlns:a="http://schemas.openxmlformats.org/drawingml/2006/main">
              <a:ext uri="{FF2B5EF4-FFF2-40B4-BE49-F238E27FC236}">
                <a16:creationId xmlns:a16="http://schemas.microsoft.com/office/drawing/2014/main" id="{8A9B6DB4-43EF-4BAD-BCB7-EF97EE708E5E}"/>
              </a:ext>
            </a:extLst>
          </p:cNvPr>
          <p:cNvSpPr>
            <a:spLocks xmlns:a="http://schemas.openxmlformats.org/drawingml/2006/main" noGrp="1"/>
          </p:cNvSpPr>
          <p:nvPr/>
        </p:nvSpPr>
        <p:spPr>
          <a:xfrm xmlns:a="http://schemas.openxmlformats.org/drawingml/2006/main">
            <a:off x="10610850" y="2505075"/>
            <a:ext cx="953" cy="752475"/>
          </a:xfrm>
          <a:custGeom xmlns:a="http://schemas.openxmlformats.org/drawingml/2006/main">
            <a:pathLst>
              <a:path w="953" h="752475">
                <a:moveTo>
                  <a:pt x="0" y="0"/>
                </a:moveTo>
                <a:lnTo>
                  <a:pt x="0" y="752475"/>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191" name="path-611">
            <a:extLst xmlns:a="http://schemas.openxmlformats.org/drawingml/2006/main">
              <a:ext uri="{FF2B5EF4-FFF2-40B4-BE49-F238E27FC236}">
                <a16:creationId xmlns:a16="http://schemas.microsoft.com/office/drawing/2014/main" id="{E9C70D29-6A2E-47E2-B923-E054C3C5545D}"/>
              </a:ext>
            </a:extLst>
          </p:cNvPr>
          <p:cNvSpPr>
            <a:spLocks xmlns:a="http://schemas.openxmlformats.org/drawingml/2006/main" noGrp="1"/>
          </p:cNvSpPr>
          <p:nvPr/>
        </p:nvSpPr>
        <p:spPr>
          <a:xfrm xmlns:a="http://schemas.openxmlformats.org/drawingml/2006/main">
            <a:off x="10782300" y="2505075"/>
            <a:ext cx="953" cy="752475"/>
          </a:xfrm>
          <a:custGeom xmlns:a="http://schemas.openxmlformats.org/drawingml/2006/main">
            <a:pathLst>
              <a:path w="953" h="752475">
                <a:moveTo>
                  <a:pt x="0" y="0"/>
                </a:moveTo>
                <a:lnTo>
                  <a:pt x="0" y="752475"/>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192" name="path-612">
            <a:extLst xmlns:a="http://schemas.openxmlformats.org/drawingml/2006/main">
              <a:ext uri="{FF2B5EF4-FFF2-40B4-BE49-F238E27FC236}">
                <a16:creationId xmlns:a16="http://schemas.microsoft.com/office/drawing/2014/main" id="{D18FCEF3-D800-4DB4-8A4F-6802293AF222}"/>
              </a:ext>
            </a:extLst>
          </p:cNvPr>
          <p:cNvSpPr>
            <a:spLocks xmlns:a="http://schemas.openxmlformats.org/drawingml/2006/main" noGrp="1"/>
          </p:cNvSpPr>
          <p:nvPr/>
        </p:nvSpPr>
        <p:spPr>
          <a:xfrm xmlns:a="http://schemas.openxmlformats.org/drawingml/2006/main">
            <a:off x="10267950" y="2693194"/>
            <a:ext cx="685800" cy="953"/>
          </a:xfrm>
          <a:custGeom xmlns:a="http://schemas.openxmlformats.org/drawingml/2006/main">
            <a:pathLst>
              <a:path w="685800" h="953">
                <a:moveTo>
                  <a:pt x="0" y="0"/>
                </a:moveTo>
                <a:lnTo>
                  <a:pt x="685800" y="0"/>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193" name="path-613">
            <a:extLst xmlns:a="http://schemas.openxmlformats.org/drawingml/2006/main">
              <a:ext uri="{FF2B5EF4-FFF2-40B4-BE49-F238E27FC236}">
                <a16:creationId xmlns:a16="http://schemas.microsoft.com/office/drawing/2014/main" id="{8DAB26E5-73C9-4C58-9E46-75901DC45EFE}"/>
              </a:ext>
            </a:extLst>
          </p:cNvPr>
          <p:cNvSpPr>
            <a:spLocks xmlns:a="http://schemas.openxmlformats.org/drawingml/2006/main" noGrp="1"/>
          </p:cNvSpPr>
          <p:nvPr/>
        </p:nvSpPr>
        <p:spPr>
          <a:xfrm xmlns:a="http://schemas.openxmlformats.org/drawingml/2006/main">
            <a:off x="10267950" y="2881313"/>
            <a:ext cx="685800" cy="953"/>
          </a:xfrm>
          <a:custGeom xmlns:a="http://schemas.openxmlformats.org/drawingml/2006/main">
            <a:pathLst>
              <a:path w="685800" h="953">
                <a:moveTo>
                  <a:pt x="0" y="0"/>
                </a:moveTo>
                <a:lnTo>
                  <a:pt x="685800" y="0"/>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194" name="path-614">
            <a:extLst xmlns:a="http://schemas.openxmlformats.org/drawingml/2006/main">
              <a:ext uri="{FF2B5EF4-FFF2-40B4-BE49-F238E27FC236}">
                <a16:creationId xmlns:a16="http://schemas.microsoft.com/office/drawing/2014/main" id="{14286489-392C-429A-A226-CA1392F8EC0B}"/>
              </a:ext>
            </a:extLst>
          </p:cNvPr>
          <p:cNvSpPr>
            <a:spLocks xmlns:a="http://schemas.openxmlformats.org/drawingml/2006/main" noGrp="1"/>
          </p:cNvSpPr>
          <p:nvPr/>
        </p:nvSpPr>
        <p:spPr>
          <a:xfrm xmlns:a="http://schemas.openxmlformats.org/drawingml/2006/main">
            <a:off x="10267950" y="3069431"/>
            <a:ext cx="685800" cy="953"/>
          </a:xfrm>
          <a:custGeom xmlns:a="http://schemas.openxmlformats.org/drawingml/2006/main">
            <a:pathLst>
              <a:path w="685800" h="953">
                <a:moveTo>
                  <a:pt x="0" y="0"/>
                </a:moveTo>
                <a:lnTo>
                  <a:pt x="685800" y="0"/>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195" name="label-615">
            <a:extLst xmlns:a="http://schemas.openxmlformats.org/drawingml/2006/main">
              <a:ext uri="{FF2B5EF4-FFF2-40B4-BE49-F238E27FC236}">
                <a16:creationId xmlns:a16="http://schemas.microsoft.com/office/drawing/2014/main" id="{4B50E988-BCA3-45D1-8DA6-67E2935F5869}"/>
              </a:ext>
            </a:extLst>
          </p:cNvPr>
          <p:cNvSpPr>
            <a:spLocks xmlns:a="http://schemas.openxmlformats.org/drawingml/2006/main" noGrp="1"/>
          </p:cNvSpPr>
          <p:nvPr/>
        </p:nvSpPr>
        <p:spPr>
          <a:xfrm xmlns:a="http://schemas.openxmlformats.org/drawingml/2006/main">
            <a:off x="10306050" y="2581275"/>
            <a:ext cx="6096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C86A1B"/>
                </a:solidFill>
                <a:latin typeface="DejaVu Sans"/>
                <a:ea typeface="DejaVu Sans"/>
                <a:cs typeface="DejaVu Sans"/>
              </a:defRPr>
            </a:defPPr>
            <a:lvl1pPr algn="ctr">
              <a:defRPr sz="1725" b="1">
                <a:solidFill>
                  <a:srgbClr val="C86A1B"/>
                </a:solidFill>
                <a:latin typeface="DejaVu Sans"/>
                <a:ea typeface="DejaVu Sans"/>
                <a:cs typeface="DejaVu Sans"/>
              </a:defRPr>
            </a:lvl1pPr>
            <a:lvl2pPr algn="ctr">
              <a:defRPr sz="1725" b="1">
                <a:solidFill>
                  <a:srgbClr val="C86A1B"/>
                </a:solidFill>
                <a:latin typeface="DejaVu Sans"/>
                <a:ea typeface="DejaVu Sans"/>
                <a:cs typeface="DejaVu Sans"/>
              </a:defRPr>
            </a:lvl2pPr>
            <a:lvl3pPr algn="ctr">
              <a:defRPr sz="1725" b="1">
                <a:solidFill>
                  <a:srgbClr val="C86A1B"/>
                </a:solidFill>
                <a:latin typeface="DejaVu Sans"/>
                <a:ea typeface="DejaVu Sans"/>
                <a:cs typeface="DejaVu Sans"/>
              </a:defRPr>
            </a:lvl3pPr>
            <a:lvl4pPr algn="ctr">
              <a:defRPr sz="1725" b="1">
                <a:solidFill>
                  <a:srgbClr val="C86A1B"/>
                </a:solidFill>
                <a:latin typeface="DejaVu Sans"/>
                <a:ea typeface="DejaVu Sans"/>
                <a:cs typeface="DejaVu Sans"/>
              </a:defRPr>
            </a:lvl4pPr>
            <a:lvl5pPr algn="ctr">
              <a:defRPr sz="1725" b="1">
                <a:solidFill>
                  <a:srgbClr val="C86A1B"/>
                </a:solidFill>
                <a:latin typeface="DejaVu Sans"/>
                <a:ea typeface="DejaVu Sans"/>
                <a:cs typeface="DejaVu Sans"/>
              </a:defRPr>
            </a:lvl5pPr>
            <a:lvl6pPr algn="ctr">
              <a:defRPr sz="1725" b="1">
                <a:solidFill>
                  <a:srgbClr val="C86A1B"/>
                </a:solidFill>
                <a:latin typeface="DejaVu Sans"/>
                <a:ea typeface="DejaVu Sans"/>
                <a:cs typeface="DejaVu Sans"/>
              </a:defRPr>
            </a:lvl6pPr>
            <a:lvl7pPr algn="ctr">
              <a:defRPr sz="1725" b="1">
                <a:solidFill>
                  <a:srgbClr val="C86A1B"/>
                </a:solidFill>
                <a:latin typeface="DejaVu Sans"/>
                <a:ea typeface="DejaVu Sans"/>
                <a:cs typeface="DejaVu Sans"/>
              </a:defRPr>
            </a:lvl7pPr>
            <a:lvl8pPr algn="ctr">
              <a:defRPr sz="1725" b="1">
                <a:solidFill>
                  <a:srgbClr val="C86A1B"/>
                </a:solidFill>
                <a:latin typeface="DejaVu Sans"/>
                <a:ea typeface="DejaVu Sans"/>
                <a:cs typeface="DejaVu Sans"/>
              </a:defRPr>
            </a:lvl8pPr>
            <a:lvl9pPr algn="ctr">
              <a:defRPr sz="1725" b="1">
                <a:solidFill>
                  <a:srgbClr val="C86A1B"/>
                </a:solidFill>
                <a:latin typeface="DejaVu Sans"/>
                <a:ea typeface="DejaVu Sans"/>
                <a:cs typeface="DejaVu Sans"/>
              </a:defRPr>
            </a:lvl9pPr>
          </a:lstStyle>
          <a:p xmlns:a="http://schemas.openxmlformats.org/drawingml/2006/main">
            <a:pPr algn="ctr">
              <a:defRPr sz="1725" b="1">
                <a:solidFill>
                  <a:srgbClr val="C86A1B"/>
                </a:solidFill>
                <a:latin typeface="DejaVu Sans"/>
                <a:ea typeface="DejaVu Sans"/>
                <a:cs typeface="DejaVu Sans"/>
              </a:defRPr>
            </a:pPr>
            <a:r>
              <a:rPr sz="1725" b="1">
                <a:solidFill>
                  <a:srgbClr val="C86A1B"/>
                </a:solidFill>
                <a:latin typeface="DejaVu Sans"/>
                <a:ea typeface="DejaVu Sans"/>
                <a:cs typeface="DejaVu Sans"/>
              </a:rPr>
              <a:t>128</a:t>
            </a:r>
          </a:p>
        </p:txBody>
      </p:sp>
      <p:sp>
        <p:nvSpPr>
          <p:cNvPr id="196" name="path-616">
            <a:extLst xmlns:a="http://schemas.openxmlformats.org/drawingml/2006/main">
              <a:ext uri="{FF2B5EF4-FFF2-40B4-BE49-F238E27FC236}">
                <a16:creationId xmlns:a16="http://schemas.microsoft.com/office/drawing/2014/main" id="{BD81BD59-FA03-4EFC-81B7-308CFE721B32}"/>
              </a:ext>
            </a:extLst>
          </p:cNvPr>
          <p:cNvSpPr>
            <a:spLocks xmlns:a="http://schemas.openxmlformats.org/drawingml/2006/main" noGrp="1"/>
          </p:cNvSpPr>
          <p:nvPr/>
        </p:nvSpPr>
        <p:spPr>
          <a:xfrm xmlns:a="http://schemas.openxmlformats.org/drawingml/2006/main">
            <a:off x="10010775" y="2781300"/>
            <a:ext cx="190500" cy="953"/>
          </a:xfrm>
          <a:custGeom xmlns:a="http://schemas.openxmlformats.org/drawingml/2006/main">
            <a:pathLst>
              <a:path w="190500" h="953">
                <a:moveTo>
                  <a:pt x="0" y="0"/>
                </a:moveTo>
                <a:lnTo>
                  <a:pt x="190500" y="0"/>
                </a:lnTo>
              </a:path>
            </a:pathLst>
          </a:custGeom>
          <a:noFill xmlns:a="http://schemas.openxmlformats.org/drawingml/2006/main"/>
          <a:ln xmlns:a="http://schemas.openxmlformats.org/drawingml/2006/main" w="16193">
            <a:solidFill>
              <a:srgbClr val="C86A1B"/>
            </a:solidFill>
            <a:prstDash val="solid"/>
          </a:ln>
        </p:spPr>
      </p:sp>
      <p:sp>
        <p:nvSpPr>
          <p:cNvPr id="197" name="path-617">
            <a:extLst xmlns:a="http://schemas.openxmlformats.org/drawingml/2006/main">
              <a:ext uri="{FF2B5EF4-FFF2-40B4-BE49-F238E27FC236}">
                <a16:creationId xmlns:a16="http://schemas.microsoft.com/office/drawing/2014/main" id="{52F1AE83-A14E-48C0-B53A-DC4E73C75158}"/>
              </a:ext>
            </a:extLst>
          </p:cNvPr>
          <p:cNvSpPr>
            <a:spLocks xmlns:a="http://schemas.openxmlformats.org/drawingml/2006/main" noGrp="1"/>
          </p:cNvSpPr>
          <p:nvPr/>
        </p:nvSpPr>
        <p:spPr>
          <a:xfrm xmlns:a="http://schemas.openxmlformats.org/drawingml/2006/main">
            <a:off x="10106025" y="2737485"/>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C86A1B"/>
          </a:solidFill>
          <a:ln xmlns:a="http://schemas.openxmlformats.org/drawingml/2006/main" w="0">
            <a:solidFill>
              <a:srgbClr val="C86A1B"/>
            </a:solidFill>
            <a:prstDash val="solid"/>
          </a:ln>
        </p:spPr>
      </p:sp>
      <p:sp>
        <p:nvSpPr>
          <p:cNvPr id="198" name="label-618">
            <a:extLst xmlns:a="http://schemas.openxmlformats.org/drawingml/2006/main">
              <a:ext uri="{FF2B5EF4-FFF2-40B4-BE49-F238E27FC236}">
                <a16:creationId xmlns:a16="http://schemas.microsoft.com/office/drawing/2014/main" id="{EEB4AE89-A1BD-44CF-A79F-2E81471A7291}"/>
              </a:ext>
            </a:extLst>
          </p:cNvPr>
          <p:cNvSpPr>
            <a:spLocks xmlns:a="http://schemas.openxmlformats.org/drawingml/2006/main" noGrp="1"/>
          </p:cNvSpPr>
          <p:nvPr/>
        </p:nvSpPr>
        <p:spPr>
          <a:xfrm xmlns:a="http://schemas.openxmlformats.org/drawingml/2006/main">
            <a:off x="7153275" y="3762375"/>
            <a:ext cx="44005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0">
                <a:solidFill>
                  <a:srgbClr val="C86A1B"/>
                </a:solidFill>
                <a:latin typeface="DejaVu Sans"/>
                <a:ea typeface="DejaVu Sans"/>
                <a:cs typeface="DejaVu Sans"/>
              </a:defRPr>
            </a:defPPr>
            <a:lvl1pPr algn="ctr">
              <a:defRPr sz="1650" b="0">
                <a:solidFill>
                  <a:srgbClr val="C86A1B"/>
                </a:solidFill>
                <a:latin typeface="DejaVu Sans"/>
                <a:ea typeface="DejaVu Sans"/>
                <a:cs typeface="DejaVu Sans"/>
              </a:defRPr>
            </a:lvl1pPr>
            <a:lvl2pPr algn="ctr">
              <a:defRPr sz="1650" b="0">
                <a:solidFill>
                  <a:srgbClr val="C86A1B"/>
                </a:solidFill>
                <a:latin typeface="DejaVu Sans"/>
                <a:ea typeface="DejaVu Sans"/>
                <a:cs typeface="DejaVu Sans"/>
              </a:defRPr>
            </a:lvl2pPr>
            <a:lvl3pPr algn="ctr">
              <a:defRPr sz="1650" b="0">
                <a:solidFill>
                  <a:srgbClr val="C86A1B"/>
                </a:solidFill>
                <a:latin typeface="DejaVu Sans"/>
                <a:ea typeface="DejaVu Sans"/>
                <a:cs typeface="DejaVu Sans"/>
              </a:defRPr>
            </a:lvl3pPr>
            <a:lvl4pPr algn="ctr">
              <a:defRPr sz="1650" b="0">
                <a:solidFill>
                  <a:srgbClr val="C86A1B"/>
                </a:solidFill>
                <a:latin typeface="DejaVu Sans"/>
                <a:ea typeface="DejaVu Sans"/>
                <a:cs typeface="DejaVu Sans"/>
              </a:defRPr>
            </a:lvl4pPr>
            <a:lvl5pPr algn="ctr">
              <a:defRPr sz="1650" b="0">
                <a:solidFill>
                  <a:srgbClr val="C86A1B"/>
                </a:solidFill>
                <a:latin typeface="DejaVu Sans"/>
                <a:ea typeface="DejaVu Sans"/>
                <a:cs typeface="DejaVu Sans"/>
              </a:defRPr>
            </a:lvl5pPr>
            <a:lvl6pPr algn="ctr">
              <a:defRPr sz="1650" b="0">
                <a:solidFill>
                  <a:srgbClr val="C86A1B"/>
                </a:solidFill>
                <a:latin typeface="DejaVu Sans"/>
                <a:ea typeface="DejaVu Sans"/>
                <a:cs typeface="DejaVu Sans"/>
              </a:defRPr>
            </a:lvl6pPr>
            <a:lvl7pPr algn="ctr">
              <a:defRPr sz="1650" b="0">
                <a:solidFill>
                  <a:srgbClr val="C86A1B"/>
                </a:solidFill>
                <a:latin typeface="DejaVu Sans"/>
                <a:ea typeface="DejaVu Sans"/>
                <a:cs typeface="DejaVu Sans"/>
              </a:defRPr>
            </a:lvl7pPr>
            <a:lvl8pPr algn="ctr">
              <a:defRPr sz="1650" b="0">
                <a:solidFill>
                  <a:srgbClr val="C86A1B"/>
                </a:solidFill>
                <a:latin typeface="DejaVu Sans"/>
                <a:ea typeface="DejaVu Sans"/>
                <a:cs typeface="DejaVu Sans"/>
              </a:defRPr>
            </a:lvl8pPr>
            <a:lvl9pPr algn="ctr">
              <a:defRPr sz="1650" b="0">
                <a:solidFill>
                  <a:srgbClr val="C86A1B"/>
                </a:solidFill>
                <a:latin typeface="DejaVu Sans"/>
                <a:ea typeface="DejaVu Sans"/>
                <a:cs typeface="DejaVu Sans"/>
              </a:defRPr>
            </a:lvl9pPr>
          </a:lstStyle>
          <a:p xmlns:a="http://schemas.openxmlformats.org/drawingml/2006/main">
            <a:pPr algn="ctr">
              <a:defRPr sz="1650" b="0">
                <a:solidFill>
                  <a:srgbClr val="C86A1B"/>
                </a:solidFill>
                <a:latin typeface="DejaVu Sans"/>
                <a:ea typeface="DejaVu Sans"/>
                <a:cs typeface="DejaVu Sans"/>
              </a:defRPr>
            </a:pPr>
            <a:r>
              <a:rPr sz="1650" b="0">
                <a:solidFill>
                  <a:srgbClr val="C86A1B"/>
                </a:solidFill>
                <a:latin typeface="DejaVu Sans"/>
                <a:ea typeface="DejaVu Sans"/>
                <a:cs typeface="DejaVu Sans"/>
              </a:rPr>
              <a:t>Channel width increases as spatial size falls</a:t>
            </a:r>
          </a:p>
        </p:txBody>
      </p:sp>
      <p:sp>
        <p:nvSpPr>
          <p:cNvPr id="199" name="shape-619">
            <a:extLst xmlns:a="http://schemas.openxmlformats.org/drawingml/2006/main">
              <a:ext uri="{FF2B5EF4-FFF2-40B4-BE49-F238E27FC236}">
                <a16:creationId xmlns:a16="http://schemas.microsoft.com/office/drawing/2014/main" id="{305EFE5F-CAC0-4CEC-B8D1-9A3194F34D31}"/>
              </a:ext>
            </a:extLst>
          </p:cNvPr>
          <p:cNvSpPr>
            <a:spLocks xmlns:a="http://schemas.openxmlformats.org/drawingml/2006/main" noGrp="1"/>
          </p:cNvSpPr>
          <p:nvPr/>
        </p:nvSpPr>
        <p:spPr>
          <a:xfrm xmlns:a="http://schemas.openxmlformats.org/drawingml/2006/main" rot="0">
            <a:off x="7458075" y="4638675"/>
            <a:ext cx="1914525" cy="790575"/>
          </a:xfrm>
          <a:prstGeom xmlns:a="http://schemas.openxmlformats.org/drawingml/2006/main" prst="rect">
            <a:avLst/>
          </a:prstGeom>
          <a:solidFill xmlns:a="http://schemas.openxmlformats.org/drawingml/2006/main">
            <a:srgbClr val="FBE8D8"/>
          </a:solidFill>
          <a:ln xmlns:a="http://schemas.openxmlformats.org/drawingml/2006/main" w="15240">
            <a:solidFill>
              <a:srgbClr val="C86A1B"/>
            </a:solidFill>
            <a:prstDash val="solid"/>
          </a:ln>
        </p:spPr>
      </p:sp>
      <p:sp>
        <p:nvSpPr>
          <p:cNvPr id="200" name="label-620">
            <a:extLst xmlns:a="http://schemas.openxmlformats.org/drawingml/2006/main">
              <a:ext uri="{FF2B5EF4-FFF2-40B4-BE49-F238E27FC236}">
                <a16:creationId xmlns:a16="http://schemas.microsoft.com/office/drawing/2014/main" id="{B9FAC4A9-B050-4893-953F-7F821C64DF4E}"/>
              </a:ext>
            </a:extLst>
          </p:cNvPr>
          <p:cNvSpPr>
            <a:spLocks xmlns:a="http://schemas.openxmlformats.org/drawingml/2006/main" noGrp="1"/>
          </p:cNvSpPr>
          <p:nvPr/>
        </p:nvSpPr>
        <p:spPr>
          <a:xfrm xmlns:a="http://schemas.openxmlformats.org/drawingml/2006/main">
            <a:off x="7534275" y="4686300"/>
            <a:ext cx="1762125"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75" b="1">
                <a:solidFill>
                  <a:srgbClr val="C86A1B"/>
                </a:solidFill>
                <a:latin typeface="DejaVu Sans"/>
                <a:ea typeface="DejaVu Sans"/>
                <a:cs typeface="DejaVu Sans"/>
              </a:defRPr>
            </a:defPPr>
            <a:lvl1pPr algn="ctr">
              <a:defRPr sz="1875" b="1">
                <a:solidFill>
                  <a:srgbClr val="C86A1B"/>
                </a:solidFill>
                <a:latin typeface="DejaVu Sans"/>
                <a:ea typeface="DejaVu Sans"/>
                <a:cs typeface="DejaVu Sans"/>
              </a:defRPr>
            </a:lvl1pPr>
            <a:lvl2pPr algn="ctr">
              <a:defRPr sz="1875" b="1">
                <a:solidFill>
                  <a:srgbClr val="C86A1B"/>
                </a:solidFill>
                <a:latin typeface="DejaVu Sans"/>
                <a:ea typeface="DejaVu Sans"/>
                <a:cs typeface="DejaVu Sans"/>
              </a:defRPr>
            </a:lvl2pPr>
            <a:lvl3pPr algn="ctr">
              <a:defRPr sz="1875" b="1">
                <a:solidFill>
                  <a:srgbClr val="C86A1B"/>
                </a:solidFill>
                <a:latin typeface="DejaVu Sans"/>
                <a:ea typeface="DejaVu Sans"/>
                <a:cs typeface="DejaVu Sans"/>
              </a:defRPr>
            </a:lvl3pPr>
            <a:lvl4pPr algn="ctr">
              <a:defRPr sz="1875" b="1">
                <a:solidFill>
                  <a:srgbClr val="C86A1B"/>
                </a:solidFill>
                <a:latin typeface="DejaVu Sans"/>
                <a:ea typeface="DejaVu Sans"/>
                <a:cs typeface="DejaVu Sans"/>
              </a:defRPr>
            </a:lvl4pPr>
            <a:lvl5pPr algn="ctr">
              <a:defRPr sz="1875" b="1">
                <a:solidFill>
                  <a:srgbClr val="C86A1B"/>
                </a:solidFill>
                <a:latin typeface="DejaVu Sans"/>
                <a:ea typeface="DejaVu Sans"/>
                <a:cs typeface="DejaVu Sans"/>
              </a:defRPr>
            </a:lvl5pPr>
            <a:lvl6pPr algn="ctr">
              <a:defRPr sz="1875" b="1">
                <a:solidFill>
                  <a:srgbClr val="C86A1B"/>
                </a:solidFill>
                <a:latin typeface="DejaVu Sans"/>
                <a:ea typeface="DejaVu Sans"/>
                <a:cs typeface="DejaVu Sans"/>
              </a:defRPr>
            </a:lvl6pPr>
            <a:lvl7pPr algn="ctr">
              <a:defRPr sz="1875" b="1">
                <a:solidFill>
                  <a:srgbClr val="C86A1B"/>
                </a:solidFill>
                <a:latin typeface="DejaVu Sans"/>
                <a:ea typeface="DejaVu Sans"/>
                <a:cs typeface="DejaVu Sans"/>
              </a:defRPr>
            </a:lvl7pPr>
            <a:lvl8pPr algn="ctr">
              <a:defRPr sz="1875" b="1">
                <a:solidFill>
                  <a:srgbClr val="C86A1B"/>
                </a:solidFill>
                <a:latin typeface="DejaVu Sans"/>
                <a:ea typeface="DejaVu Sans"/>
                <a:cs typeface="DejaVu Sans"/>
              </a:defRPr>
            </a:lvl8pPr>
            <a:lvl9pPr algn="ctr">
              <a:defRPr sz="1875" b="1">
                <a:solidFill>
                  <a:srgbClr val="C86A1B"/>
                </a:solidFill>
                <a:latin typeface="DejaVu Sans"/>
                <a:ea typeface="DejaVu Sans"/>
                <a:cs typeface="DejaVu Sans"/>
              </a:defRPr>
            </a:lvl9pPr>
          </a:lstStyle>
          <a:p xmlns:a="http://schemas.openxmlformats.org/drawingml/2006/main">
            <a:pPr algn="ctr">
              <a:defRPr sz="1875" b="1">
                <a:solidFill>
                  <a:srgbClr val="C86A1B"/>
                </a:solidFill>
                <a:latin typeface="DejaVu Sans"/>
                <a:ea typeface="DejaVu Sans"/>
                <a:cs typeface="DejaVu Sans"/>
              </a:defRPr>
            </a:pPr>
            <a:r>
              <a:rPr sz="1875" b="1">
                <a:solidFill>
                  <a:srgbClr val="C86A1B"/>
                </a:solidFill>
                <a:latin typeface="DejaVu Sans"/>
                <a:ea typeface="DejaVu Sans"/>
                <a:cs typeface="DejaVu Sans"/>
              </a:rPr>
              <a:t>Height to</a:t>
            </a:r>
          </a:p>
          <a:p xmlns:a="http://schemas.openxmlformats.org/drawingml/2006/main">
            <a:pPr algn="ctr">
              <a:defRPr sz="1875" b="1">
                <a:solidFill>
                  <a:srgbClr val="C86A1B"/>
                </a:solidFill>
                <a:latin typeface="DejaVu Sans"/>
                <a:ea typeface="DejaVu Sans"/>
                <a:cs typeface="DejaVu Sans"/>
              </a:defRPr>
            </a:pPr>
            <a:r>
              <a:rPr sz="1875" b="1">
                <a:solidFill>
                  <a:srgbClr val="C86A1B"/>
                </a:solidFill>
                <a:latin typeface="DejaVu Sans"/>
                <a:ea typeface="DejaVu Sans"/>
                <a:cs typeface="DejaVu Sans"/>
              </a:rPr>
              <a:t>channels</a:t>
            </a:r>
          </a:p>
        </p:txBody>
      </p:sp>
      <p:sp>
        <p:nvSpPr>
          <p:cNvPr id="201" name="path-621">
            <a:extLst xmlns:a="http://schemas.openxmlformats.org/drawingml/2006/main">
              <a:ext uri="{FF2B5EF4-FFF2-40B4-BE49-F238E27FC236}">
                <a16:creationId xmlns:a16="http://schemas.microsoft.com/office/drawing/2014/main" id="{0EA0D499-CFAF-4E49-BB58-58D707E7673C}"/>
              </a:ext>
            </a:extLst>
          </p:cNvPr>
          <p:cNvSpPr>
            <a:spLocks xmlns:a="http://schemas.openxmlformats.org/drawingml/2006/main" noGrp="1"/>
          </p:cNvSpPr>
          <p:nvPr/>
        </p:nvSpPr>
        <p:spPr>
          <a:xfrm xmlns:a="http://schemas.openxmlformats.org/drawingml/2006/main">
            <a:off x="9372600" y="2876550"/>
            <a:ext cx="2085975" cy="2162175"/>
          </a:xfrm>
          <a:custGeom xmlns:a="http://schemas.openxmlformats.org/drawingml/2006/main">
            <a:pathLst>
              <a:path w="2085975" h="2162175">
                <a:moveTo>
                  <a:pt x="1676400" y="0"/>
                </a:moveTo>
                <a:lnTo>
                  <a:pt x="2085975" y="0"/>
                </a:lnTo>
                <a:lnTo>
                  <a:pt x="2085975" y="2162175"/>
                </a:lnTo>
                <a:lnTo>
                  <a:pt x="0" y="2162175"/>
                </a:lnTo>
              </a:path>
            </a:pathLst>
          </a:custGeom>
          <a:noFill xmlns:a="http://schemas.openxmlformats.org/drawingml/2006/main"/>
          <a:ln xmlns:a="http://schemas.openxmlformats.org/drawingml/2006/main" w="22860">
            <a:solidFill>
              <a:srgbClr val="C86A1B"/>
            </a:solidFill>
            <a:prstDash val="solid"/>
          </a:ln>
        </p:spPr>
      </p:sp>
      <p:sp>
        <p:nvSpPr>
          <p:cNvPr id="202" name="path-622">
            <a:extLst xmlns:a="http://schemas.openxmlformats.org/drawingml/2006/main">
              <a:ext uri="{FF2B5EF4-FFF2-40B4-BE49-F238E27FC236}">
                <a16:creationId xmlns:a16="http://schemas.microsoft.com/office/drawing/2014/main" id="{EAE31E8C-76F0-45BE-B645-C64C540A2D2E}"/>
              </a:ext>
            </a:extLst>
          </p:cNvPr>
          <p:cNvSpPr>
            <a:spLocks xmlns:a="http://schemas.openxmlformats.org/drawingml/2006/main" noGrp="1"/>
          </p:cNvSpPr>
          <p:nvPr/>
        </p:nvSpPr>
        <p:spPr>
          <a:xfrm xmlns:a="http://schemas.openxmlformats.org/drawingml/2006/main">
            <a:off x="9372600" y="4994910"/>
            <a:ext cx="95250" cy="87630"/>
          </a:xfrm>
          <a:custGeom xmlns:a="http://schemas.openxmlformats.org/drawingml/2006/main">
            <a:pathLst>
              <a:path w="95250" h="87630">
                <a:moveTo>
                  <a:pt x="0" y="43815"/>
                </a:moveTo>
                <a:lnTo>
                  <a:pt x="95250" y="87630"/>
                </a:lnTo>
                <a:lnTo>
                  <a:pt x="95250" y="0"/>
                </a:lnTo>
                <a:close/>
              </a:path>
            </a:pathLst>
          </a:custGeom>
          <a:solidFill xmlns:a="http://schemas.openxmlformats.org/drawingml/2006/main">
            <a:srgbClr val="C86A1B"/>
          </a:solidFill>
          <a:ln xmlns:a="http://schemas.openxmlformats.org/drawingml/2006/main" w="0">
            <a:solidFill>
              <a:srgbClr val="C86A1B"/>
            </a:solidFill>
            <a:prstDash val="solid"/>
          </a:ln>
        </p:spPr>
      </p:sp>
      <p:sp>
        <p:nvSpPr>
          <p:cNvPr id="203" name="path-623">
            <a:extLst xmlns:a="http://schemas.openxmlformats.org/drawingml/2006/main">
              <a:ext uri="{FF2B5EF4-FFF2-40B4-BE49-F238E27FC236}">
                <a16:creationId xmlns:a16="http://schemas.microsoft.com/office/drawing/2014/main" id="{DF15DF79-522A-4803-B2AB-A8CE474E7317}"/>
              </a:ext>
            </a:extLst>
          </p:cNvPr>
          <p:cNvSpPr>
            <a:spLocks xmlns:a="http://schemas.openxmlformats.org/drawingml/2006/main" noGrp="1"/>
          </p:cNvSpPr>
          <p:nvPr/>
        </p:nvSpPr>
        <p:spPr>
          <a:xfrm xmlns:a="http://schemas.openxmlformats.org/drawingml/2006/main">
            <a:off x="5534025" y="4486275"/>
            <a:ext cx="1400175" cy="133350"/>
          </a:xfrm>
          <a:custGeom xmlns:a="http://schemas.openxmlformats.org/drawingml/2006/main">
            <a:pathLst>
              <a:path w="1400175" h="133350">
                <a:moveTo>
                  <a:pt x="0" y="133350"/>
                </a:moveTo>
                <a:lnTo>
                  <a:pt x="133350" y="0"/>
                </a:lnTo>
                <a:lnTo>
                  <a:pt x="1400175" y="0"/>
                </a:lnTo>
                <a:lnTo>
                  <a:pt x="1266825" y="133350"/>
                </a:lnTo>
                <a:close/>
              </a:path>
            </a:pathLst>
          </a:custGeom>
          <a:solidFill xmlns:a="http://schemas.openxmlformats.org/drawingml/2006/main">
            <a:srgbClr val="C86A1B">
              <a:lumMod val="35000"/>
              <a:lumOff val="65000"/>
            </a:srgbClr>
          </a:solidFill>
          <a:ln xmlns:a="http://schemas.openxmlformats.org/drawingml/2006/main" w="13335">
            <a:solidFill>
              <a:srgbClr val="C86A1B"/>
            </a:solidFill>
            <a:prstDash val="solid"/>
          </a:ln>
        </p:spPr>
      </p:sp>
      <p:sp>
        <p:nvSpPr>
          <p:cNvPr id="204" name="path-624">
            <a:extLst xmlns:a="http://schemas.openxmlformats.org/drawingml/2006/main">
              <a:ext uri="{FF2B5EF4-FFF2-40B4-BE49-F238E27FC236}">
                <a16:creationId xmlns:a16="http://schemas.microsoft.com/office/drawing/2014/main" id="{A4C28800-18D7-404A-AEB5-D98DA7B90288}"/>
              </a:ext>
            </a:extLst>
          </p:cNvPr>
          <p:cNvSpPr>
            <a:spLocks xmlns:a="http://schemas.openxmlformats.org/drawingml/2006/main" noGrp="1"/>
          </p:cNvSpPr>
          <p:nvPr/>
        </p:nvSpPr>
        <p:spPr>
          <a:xfrm xmlns:a="http://schemas.openxmlformats.org/drawingml/2006/main">
            <a:off x="6800850" y="4486275"/>
            <a:ext cx="133350" cy="923925"/>
          </a:xfrm>
          <a:custGeom xmlns:a="http://schemas.openxmlformats.org/drawingml/2006/main">
            <a:pathLst>
              <a:path w="133350" h="923925">
                <a:moveTo>
                  <a:pt x="0" y="133350"/>
                </a:moveTo>
                <a:lnTo>
                  <a:pt x="133350" y="0"/>
                </a:lnTo>
                <a:lnTo>
                  <a:pt x="133350" y="790575"/>
                </a:lnTo>
                <a:lnTo>
                  <a:pt x="0" y="923925"/>
                </a:lnTo>
                <a:close/>
              </a:path>
            </a:pathLst>
          </a:custGeom>
          <a:solidFill xmlns:a="http://schemas.openxmlformats.org/drawingml/2006/main">
            <a:srgbClr val="C86A1B">
              <a:lumMod val="65000"/>
              <a:lumOff val="35000"/>
            </a:srgbClr>
          </a:solidFill>
          <a:ln xmlns:a="http://schemas.openxmlformats.org/drawingml/2006/main" w="13335">
            <a:solidFill>
              <a:srgbClr val="C86A1B"/>
            </a:solidFill>
            <a:prstDash val="solid"/>
          </a:ln>
        </p:spPr>
      </p:sp>
      <p:sp>
        <p:nvSpPr>
          <p:cNvPr id="205" name="shape-625">
            <a:extLst xmlns:a="http://schemas.openxmlformats.org/drawingml/2006/main">
              <a:ext uri="{FF2B5EF4-FFF2-40B4-BE49-F238E27FC236}">
                <a16:creationId xmlns:a16="http://schemas.microsoft.com/office/drawing/2014/main" id="{BA7B37CD-6D95-496E-AD1F-763FCC85C10D}"/>
              </a:ext>
            </a:extLst>
          </p:cNvPr>
          <p:cNvSpPr>
            <a:spLocks xmlns:a="http://schemas.openxmlformats.org/drawingml/2006/main" noGrp="1"/>
          </p:cNvSpPr>
          <p:nvPr/>
        </p:nvSpPr>
        <p:spPr>
          <a:xfrm xmlns:a="http://schemas.openxmlformats.org/drawingml/2006/main" rot="0">
            <a:off x="5534025" y="4619625"/>
            <a:ext cx="1266825" cy="790575"/>
          </a:xfrm>
          <a:prstGeom xmlns:a="http://schemas.openxmlformats.org/drawingml/2006/main" prst="rect">
            <a:avLst/>
          </a:prstGeom>
          <a:solidFill xmlns:a="http://schemas.openxmlformats.org/drawingml/2006/main">
            <a:srgbClr val="C86A1B">
              <a:lumMod val="18000"/>
              <a:lumOff val="82000"/>
            </a:srgbClr>
          </a:solidFill>
          <a:ln xmlns:a="http://schemas.openxmlformats.org/drawingml/2006/main" w="15240">
            <a:solidFill>
              <a:srgbClr val="C86A1B"/>
            </a:solidFill>
            <a:prstDash val="solid"/>
          </a:ln>
        </p:spPr>
      </p:sp>
      <p:sp>
        <p:nvSpPr>
          <p:cNvPr id="206" name="path-626">
            <a:extLst xmlns:a="http://schemas.openxmlformats.org/drawingml/2006/main">
              <a:ext uri="{FF2B5EF4-FFF2-40B4-BE49-F238E27FC236}">
                <a16:creationId xmlns:a16="http://schemas.microsoft.com/office/drawing/2014/main" id="{5FA93AE8-E230-4156-8F1F-872DAB6FA7F5}"/>
              </a:ext>
            </a:extLst>
          </p:cNvPr>
          <p:cNvSpPr>
            <a:spLocks xmlns:a="http://schemas.openxmlformats.org/drawingml/2006/main" noGrp="1"/>
          </p:cNvSpPr>
          <p:nvPr/>
        </p:nvSpPr>
        <p:spPr>
          <a:xfrm xmlns:a="http://schemas.openxmlformats.org/drawingml/2006/main">
            <a:off x="5850731" y="4619625"/>
            <a:ext cx="953" cy="790575"/>
          </a:xfrm>
          <a:custGeom xmlns:a="http://schemas.openxmlformats.org/drawingml/2006/main">
            <a:pathLst>
              <a:path w="953" h="790575">
                <a:moveTo>
                  <a:pt x="0" y="0"/>
                </a:moveTo>
                <a:lnTo>
                  <a:pt x="0" y="790575"/>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207" name="path-627">
            <a:extLst xmlns:a="http://schemas.openxmlformats.org/drawingml/2006/main">
              <a:ext uri="{FF2B5EF4-FFF2-40B4-BE49-F238E27FC236}">
                <a16:creationId xmlns:a16="http://schemas.microsoft.com/office/drawing/2014/main" id="{D5BA2F65-823D-4AFC-9CEA-3448FAA8D635}"/>
              </a:ext>
            </a:extLst>
          </p:cNvPr>
          <p:cNvSpPr>
            <a:spLocks xmlns:a="http://schemas.openxmlformats.org/drawingml/2006/main" noGrp="1"/>
          </p:cNvSpPr>
          <p:nvPr/>
        </p:nvSpPr>
        <p:spPr>
          <a:xfrm xmlns:a="http://schemas.openxmlformats.org/drawingml/2006/main">
            <a:off x="6167438" y="4619625"/>
            <a:ext cx="953" cy="790575"/>
          </a:xfrm>
          <a:custGeom xmlns:a="http://schemas.openxmlformats.org/drawingml/2006/main">
            <a:pathLst>
              <a:path w="953" h="790575">
                <a:moveTo>
                  <a:pt x="0" y="0"/>
                </a:moveTo>
                <a:lnTo>
                  <a:pt x="0" y="790575"/>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208" name="path-628">
            <a:extLst xmlns:a="http://schemas.openxmlformats.org/drawingml/2006/main">
              <a:ext uri="{FF2B5EF4-FFF2-40B4-BE49-F238E27FC236}">
                <a16:creationId xmlns:a16="http://schemas.microsoft.com/office/drawing/2014/main" id="{D6E588B6-086F-4784-8776-E928D78F9503}"/>
              </a:ext>
            </a:extLst>
          </p:cNvPr>
          <p:cNvSpPr>
            <a:spLocks xmlns:a="http://schemas.openxmlformats.org/drawingml/2006/main" noGrp="1"/>
          </p:cNvSpPr>
          <p:nvPr/>
        </p:nvSpPr>
        <p:spPr>
          <a:xfrm xmlns:a="http://schemas.openxmlformats.org/drawingml/2006/main">
            <a:off x="6484144" y="4619625"/>
            <a:ext cx="953" cy="790575"/>
          </a:xfrm>
          <a:custGeom xmlns:a="http://schemas.openxmlformats.org/drawingml/2006/main">
            <a:pathLst>
              <a:path w="953" h="790575">
                <a:moveTo>
                  <a:pt x="0" y="0"/>
                </a:moveTo>
                <a:lnTo>
                  <a:pt x="0" y="790575"/>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209" name="path-629">
            <a:extLst xmlns:a="http://schemas.openxmlformats.org/drawingml/2006/main">
              <a:ext uri="{FF2B5EF4-FFF2-40B4-BE49-F238E27FC236}">
                <a16:creationId xmlns:a16="http://schemas.microsoft.com/office/drawing/2014/main" id="{1B2B2EDE-3505-4D68-93DF-E983527DEB21}"/>
              </a:ext>
            </a:extLst>
          </p:cNvPr>
          <p:cNvSpPr>
            <a:spLocks xmlns:a="http://schemas.openxmlformats.org/drawingml/2006/main" noGrp="1"/>
          </p:cNvSpPr>
          <p:nvPr/>
        </p:nvSpPr>
        <p:spPr>
          <a:xfrm xmlns:a="http://schemas.openxmlformats.org/drawingml/2006/main">
            <a:off x="5534025" y="4817269"/>
            <a:ext cx="1266825" cy="953"/>
          </a:xfrm>
          <a:custGeom xmlns:a="http://schemas.openxmlformats.org/drawingml/2006/main">
            <a:pathLst>
              <a:path w="1266825" h="953">
                <a:moveTo>
                  <a:pt x="0" y="0"/>
                </a:moveTo>
                <a:lnTo>
                  <a:pt x="1266825" y="0"/>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210" name="path-630">
            <a:extLst xmlns:a="http://schemas.openxmlformats.org/drawingml/2006/main">
              <a:ext uri="{FF2B5EF4-FFF2-40B4-BE49-F238E27FC236}">
                <a16:creationId xmlns:a16="http://schemas.microsoft.com/office/drawing/2014/main" id="{770BB91C-4D18-475C-98FD-376F3F0FF7D2}"/>
              </a:ext>
            </a:extLst>
          </p:cNvPr>
          <p:cNvSpPr>
            <a:spLocks xmlns:a="http://schemas.openxmlformats.org/drawingml/2006/main" noGrp="1"/>
          </p:cNvSpPr>
          <p:nvPr/>
        </p:nvSpPr>
        <p:spPr>
          <a:xfrm xmlns:a="http://schemas.openxmlformats.org/drawingml/2006/main">
            <a:off x="5534025" y="5014913"/>
            <a:ext cx="1266825" cy="953"/>
          </a:xfrm>
          <a:custGeom xmlns:a="http://schemas.openxmlformats.org/drawingml/2006/main">
            <a:pathLst>
              <a:path w="1266825" h="953">
                <a:moveTo>
                  <a:pt x="0" y="0"/>
                </a:moveTo>
                <a:lnTo>
                  <a:pt x="1266825" y="0"/>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211" name="path-631">
            <a:extLst xmlns:a="http://schemas.openxmlformats.org/drawingml/2006/main">
              <a:ext uri="{FF2B5EF4-FFF2-40B4-BE49-F238E27FC236}">
                <a16:creationId xmlns:a16="http://schemas.microsoft.com/office/drawing/2014/main" id="{D7348B13-0E90-4BAB-A959-F3E2157B6CB7}"/>
              </a:ext>
            </a:extLst>
          </p:cNvPr>
          <p:cNvSpPr>
            <a:spLocks xmlns:a="http://schemas.openxmlformats.org/drawingml/2006/main" noGrp="1"/>
          </p:cNvSpPr>
          <p:nvPr/>
        </p:nvSpPr>
        <p:spPr>
          <a:xfrm xmlns:a="http://schemas.openxmlformats.org/drawingml/2006/main">
            <a:off x="5534025" y="5212556"/>
            <a:ext cx="1266825" cy="953"/>
          </a:xfrm>
          <a:custGeom xmlns:a="http://schemas.openxmlformats.org/drawingml/2006/main">
            <a:pathLst>
              <a:path w="1266825" h="953">
                <a:moveTo>
                  <a:pt x="0" y="0"/>
                </a:moveTo>
                <a:lnTo>
                  <a:pt x="1266825" y="0"/>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212" name="label-632">
            <a:extLst xmlns:a="http://schemas.openxmlformats.org/drawingml/2006/main">
              <a:ext uri="{FF2B5EF4-FFF2-40B4-BE49-F238E27FC236}">
                <a16:creationId xmlns:a16="http://schemas.microsoft.com/office/drawing/2014/main" id="{C1474381-9747-497E-9879-614879A7415E}"/>
              </a:ext>
            </a:extLst>
          </p:cNvPr>
          <p:cNvSpPr>
            <a:spLocks xmlns:a="http://schemas.openxmlformats.org/drawingml/2006/main" noGrp="1"/>
          </p:cNvSpPr>
          <p:nvPr/>
        </p:nvSpPr>
        <p:spPr>
          <a:xfrm xmlns:a="http://schemas.openxmlformats.org/drawingml/2006/main">
            <a:off x="5572125" y="4695825"/>
            <a:ext cx="1190625"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C86A1B"/>
                </a:solidFill>
                <a:latin typeface="DejaVu Sans"/>
                <a:ea typeface="DejaVu Sans"/>
                <a:cs typeface="DejaVu Sans"/>
              </a:defRPr>
            </a:defPPr>
            <a:lvl1pPr algn="ctr">
              <a:defRPr sz="1725" b="1">
                <a:solidFill>
                  <a:srgbClr val="C86A1B"/>
                </a:solidFill>
                <a:latin typeface="DejaVu Sans"/>
                <a:ea typeface="DejaVu Sans"/>
                <a:cs typeface="DejaVu Sans"/>
              </a:defRPr>
            </a:lvl1pPr>
            <a:lvl2pPr algn="ctr">
              <a:defRPr sz="1725" b="1">
                <a:solidFill>
                  <a:srgbClr val="C86A1B"/>
                </a:solidFill>
                <a:latin typeface="DejaVu Sans"/>
                <a:ea typeface="DejaVu Sans"/>
                <a:cs typeface="DejaVu Sans"/>
              </a:defRPr>
            </a:lvl2pPr>
            <a:lvl3pPr algn="ctr">
              <a:defRPr sz="1725" b="1">
                <a:solidFill>
                  <a:srgbClr val="C86A1B"/>
                </a:solidFill>
                <a:latin typeface="DejaVu Sans"/>
                <a:ea typeface="DejaVu Sans"/>
                <a:cs typeface="DejaVu Sans"/>
              </a:defRPr>
            </a:lvl3pPr>
            <a:lvl4pPr algn="ctr">
              <a:defRPr sz="1725" b="1">
                <a:solidFill>
                  <a:srgbClr val="C86A1B"/>
                </a:solidFill>
                <a:latin typeface="DejaVu Sans"/>
                <a:ea typeface="DejaVu Sans"/>
                <a:cs typeface="DejaVu Sans"/>
              </a:defRPr>
            </a:lvl4pPr>
            <a:lvl5pPr algn="ctr">
              <a:defRPr sz="1725" b="1">
                <a:solidFill>
                  <a:srgbClr val="C86A1B"/>
                </a:solidFill>
                <a:latin typeface="DejaVu Sans"/>
                <a:ea typeface="DejaVu Sans"/>
                <a:cs typeface="DejaVu Sans"/>
              </a:defRPr>
            </a:lvl5pPr>
            <a:lvl6pPr algn="ctr">
              <a:defRPr sz="1725" b="1">
                <a:solidFill>
                  <a:srgbClr val="C86A1B"/>
                </a:solidFill>
                <a:latin typeface="DejaVu Sans"/>
                <a:ea typeface="DejaVu Sans"/>
                <a:cs typeface="DejaVu Sans"/>
              </a:defRPr>
            </a:lvl6pPr>
            <a:lvl7pPr algn="ctr">
              <a:defRPr sz="1725" b="1">
                <a:solidFill>
                  <a:srgbClr val="C86A1B"/>
                </a:solidFill>
                <a:latin typeface="DejaVu Sans"/>
                <a:ea typeface="DejaVu Sans"/>
                <a:cs typeface="DejaVu Sans"/>
              </a:defRPr>
            </a:lvl7pPr>
            <a:lvl8pPr algn="ctr">
              <a:defRPr sz="1725" b="1">
                <a:solidFill>
                  <a:srgbClr val="C86A1B"/>
                </a:solidFill>
                <a:latin typeface="DejaVu Sans"/>
                <a:ea typeface="DejaVu Sans"/>
                <a:cs typeface="DejaVu Sans"/>
              </a:defRPr>
            </a:lvl8pPr>
            <a:lvl9pPr algn="ctr">
              <a:defRPr sz="1725" b="1">
                <a:solidFill>
                  <a:srgbClr val="C86A1B"/>
                </a:solidFill>
                <a:latin typeface="DejaVu Sans"/>
                <a:ea typeface="DejaVu Sans"/>
                <a:cs typeface="DejaVu Sans"/>
              </a:defRPr>
            </a:lvl9pPr>
          </a:lstStyle>
          <a:p xmlns:a="http://schemas.openxmlformats.org/drawingml/2006/main">
            <a:pPr algn="ctr">
              <a:defRPr sz="1725" b="1">
                <a:solidFill>
                  <a:srgbClr val="C86A1B"/>
                </a:solidFill>
                <a:latin typeface="DejaVu Sans"/>
                <a:ea typeface="DejaVu Sans"/>
                <a:cs typeface="DejaVu Sans"/>
              </a:defRPr>
            </a:pPr>
            <a:r>
              <a:rPr sz="1725" b="1">
                <a:solidFill>
                  <a:srgbClr val="C86A1B"/>
                </a:solidFill>
                <a:latin typeface="DejaVu Sans"/>
                <a:ea typeface="DejaVu Sans"/>
                <a:cs typeface="DejaVu Sans"/>
              </a:rPr>
              <a:t>256 ch</a:t>
            </a:r>
          </a:p>
        </p:txBody>
      </p:sp>
      <p:sp>
        <p:nvSpPr>
          <p:cNvPr id="213" name="path-633">
            <a:extLst xmlns:a="http://schemas.openxmlformats.org/drawingml/2006/main">
              <a:ext uri="{FF2B5EF4-FFF2-40B4-BE49-F238E27FC236}">
                <a16:creationId xmlns:a16="http://schemas.microsoft.com/office/drawing/2014/main" id="{F2705BDC-45E6-48BE-BA97-F7EC401325DE}"/>
              </a:ext>
            </a:extLst>
          </p:cNvPr>
          <p:cNvSpPr>
            <a:spLocks xmlns:a="http://schemas.openxmlformats.org/drawingml/2006/main" noGrp="1"/>
          </p:cNvSpPr>
          <p:nvPr/>
        </p:nvSpPr>
        <p:spPr>
          <a:xfrm xmlns:a="http://schemas.openxmlformats.org/drawingml/2006/main">
            <a:off x="6943725" y="5038725"/>
            <a:ext cx="514350" cy="953"/>
          </a:xfrm>
          <a:custGeom xmlns:a="http://schemas.openxmlformats.org/drawingml/2006/main">
            <a:pathLst>
              <a:path w="514350" h="953">
                <a:moveTo>
                  <a:pt x="514350" y="0"/>
                </a:moveTo>
                <a:lnTo>
                  <a:pt x="0" y="0"/>
                </a:lnTo>
              </a:path>
            </a:pathLst>
          </a:custGeom>
          <a:noFill xmlns:a="http://schemas.openxmlformats.org/drawingml/2006/main"/>
          <a:ln xmlns:a="http://schemas.openxmlformats.org/drawingml/2006/main" w="22860">
            <a:solidFill>
              <a:srgbClr val="C86A1B"/>
            </a:solidFill>
            <a:prstDash val="solid"/>
          </a:ln>
        </p:spPr>
      </p:sp>
      <p:sp>
        <p:nvSpPr>
          <p:cNvPr id="214" name="path-634">
            <a:extLst xmlns:a="http://schemas.openxmlformats.org/drawingml/2006/main">
              <a:ext uri="{FF2B5EF4-FFF2-40B4-BE49-F238E27FC236}">
                <a16:creationId xmlns:a16="http://schemas.microsoft.com/office/drawing/2014/main" id="{3EFB8721-6F49-41DF-AAC8-245B7CC69AE3}"/>
              </a:ext>
            </a:extLst>
          </p:cNvPr>
          <p:cNvSpPr>
            <a:spLocks xmlns:a="http://schemas.openxmlformats.org/drawingml/2006/main" noGrp="1"/>
          </p:cNvSpPr>
          <p:nvPr/>
        </p:nvSpPr>
        <p:spPr>
          <a:xfrm xmlns:a="http://schemas.openxmlformats.org/drawingml/2006/main">
            <a:off x="6943725" y="4994910"/>
            <a:ext cx="95250" cy="87630"/>
          </a:xfrm>
          <a:custGeom xmlns:a="http://schemas.openxmlformats.org/drawingml/2006/main">
            <a:pathLst>
              <a:path w="95250" h="87630">
                <a:moveTo>
                  <a:pt x="0" y="43815"/>
                </a:moveTo>
                <a:lnTo>
                  <a:pt x="95250" y="87630"/>
                </a:lnTo>
                <a:lnTo>
                  <a:pt x="95250" y="0"/>
                </a:lnTo>
                <a:close/>
              </a:path>
            </a:pathLst>
          </a:custGeom>
          <a:solidFill xmlns:a="http://schemas.openxmlformats.org/drawingml/2006/main">
            <a:srgbClr val="C86A1B"/>
          </a:solidFill>
          <a:ln xmlns:a="http://schemas.openxmlformats.org/drawingml/2006/main" w="0">
            <a:solidFill>
              <a:srgbClr val="C86A1B"/>
            </a:solidFill>
            <a:prstDash val="solid"/>
          </a:ln>
        </p:spPr>
      </p:sp>
      <p:sp>
        <p:nvSpPr>
          <p:cNvPr id="215" name="label-635">
            <a:extLst xmlns:a="http://schemas.openxmlformats.org/drawingml/2006/main">
              <a:ext uri="{FF2B5EF4-FFF2-40B4-BE49-F238E27FC236}">
                <a16:creationId xmlns:a16="http://schemas.microsoft.com/office/drawing/2014/main" id="{861D5586-9518-4A1B-BC6A-2DA5D12EE8EA}"/>
              </a:ext>
            </a:extLst>
          </p:cNvPr>
          <p:cNvSpPr>
            <a:spLocks xmlns:a="http://schemas.openxmlformats.org/drawingml/2006/main" noGrp="1"/>
          </p:cNvSpPr>
          <p:nvPr/>
        </p:nvSpPr>
        <p:spPr>
          <a:xfrm xmlns:a="http://schemas.openxmlformats.org/drawingml/2006/main">
            <a:off x="2876550" y="4676775"/>
            <a:ext cx="23241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950" b="0">
                <a:solidFill>
                  <a:srgbClr val="C86A1B"/>
                </a:solidFill>
                <a:latin typeface="DejaVu Sans"/>
                <a:ea typeface="DejaVu Sans"/>
                <a:cs typeface="DejaVu Sans"/>
              </a:defRPr>
            </a:defPPr>
            <a:lvl1pPr algn="r">
              <a:defRPr sz="1950" b="0">
                <a:solidFill>
                  <a:srgbClr val="C86A1B"/>
                </a:solidFill>
                <a:latin typeface="DejaVu Sans"/>
                <a:ea typeface="DejaVu Sans"/>
                <a:cs typeface="DejaVu Sans"/>
              </a:defRPr>
            </a:lvl1pPr>
            <a:lvl2pPr algn="r">
              <a:defRPr sz="1950" b="0">
                <a:solidFill>
                  <a:srgbClr val="C86A1B"/>
                </a:solidFill>
                <a:latin typeface="DejaVu Sans"/>
                <a:ea typeface="DejaVu Sans"/>
                <a:cs typeface="DejaVu Sans"/>
              </a:defRPr>
            </a:lvl2pPr>
            <a:lvl3pPr algn="r">
              <a:defRPr sz="1950" b="0">
                <a:solidFill>
                  <a:srgbClr val="C86A1B"/>
                </a:solidFill>
                <a:latin typeface="DejaVu Sans"/>
                <a:ea typeface="DejaVu Sans"/>
                <a:cs typeface="DejaVu Sans"/>
              </a:defRPr>
            </a:lvl3pPr>
            <a:lvl4pPr algn="r">
              <a:defRPr sz="1950" b="0">
                <a:solidFill>
                  <a:srgbClr val="C86A1B"/>
                </a:solidFill>
                <a:latin typeface="DejaVu Sans"/>
                <a:ea typeface="DejaVu Sans"/>
                <a:cs typeface="DejaVu Sans"/>
              </a:defRPr>
            </a:lvl4pPr>
            <a:lvl5pPr algn="r">
              <a:defRPr sz="1950" b="0">
                <a:solidFill>
                  <a:srgbClr val="C86A1B"/>
                </a:solidFill>
                <a:latin typeface="DejaVu Sans"/>
                <a:ea typeface="DejaVu Sans"/>
                <a:cs typeface="DejaVu Sans"/>
              </a:defRPr>
            </a:lvl5pPr>
            <a:lvl6pPr algn="r">
              <a:defRPr sz="1950" b="0">
                <a:solidFill>
                  <a:srgbClr val="C86A1B"/>
                </a:solidFill>
                <a:latin typeface="DejaVu Sans"/>
                <a:ea typeface="DejaVu Sans"/>
                <a:cs typeface="DejaVu Sans"/>
              </a:defRPr>
            </a:lvl6pPr>
            <a:lvl7pPr algn="r">
              <a:defRPr sz="1950" b="0">
                <a:solidFill>
                  <a:srgbClr val="C86A1B"/>
                </a:solidFill>
                <a:latin typeface="DejaVu Sans"/>
                <a:ea typeface="DejaVu Sans"/>
                <a:cs typeface="DejaVu Sans"/>
              </a:defRPr>
            </a:lvl7pPr>
            <a:lvl8pPr algn="r">
              <a:defRPr sz="1950" b="0">
                <a:solidFill>
                  <a:srgbClr val="C86A1B"/>
                </a:solidFill>
                <a:latin typeface="DejaVu Sans"/>
                <a:ea typeface="DejaVu Sans"/>
                <a:cs typeface="DejaVu Sans"/>
              </a:defRPr>
            </a:lvl8pPr>
            <a:lvl9pPr algn="r">
              <a:defRPr sz="1950" b="0">
                <a:solidFill>
                  <a:srgbClr val="C86A1B"/>
                </a:solidFill>
                <a:latin typeface="DejaVu Sans"/>
                <a:ea typeface="DejaVu Sans"/>
                <a:cs typeface="DejaVu Sans"/>
              </a:defRPr>
            </a:lvl9pPr>
          </a:lstStyle>
          <a:p xmlns:a="http://schemas.openxmlformats.org/drawingml/2006/main">
            <a:pPr algn="r">
              <a:defRPr sz="1950" b="0">
                <a:solidFill>
                  <a:srgbClr val="C86A1B"/>
                </a:solidFill>
                <a:latin typeface="DejaVu Sans"/>
                <a:ea typeface="DejaVu Sans"/>
                <a:cs typeface="DejaVu Sans"/>
              </a:defRPr>
            </a:pPr>
            <a:r>
              <a:rPr sz="1950" b="0">
                <a:solidFill>
                  <a:srgbClr val="C86A1B"/>
                </a:solidFill>
                <a:latin typeface="DejaVu Sans"/>
                <a:ea typeface="DejaVu Sans"/>
                <a:cs typeface="DejaVu Sans"/>
              </a:rPr>
              <a:t>180 × 180 BEV</a:t>
            </a:r>
          </a:p>
          <a:p xmlns:a="http://schemas.openxmlformats.org/drawingml/2006/main">
            <a:pPr algn="r">
              <a:defRPr sz="1950" b="0">
                <a:solidFill>
                  <a:srgbClr val="C86A1B"/>
                </a:solidFill>
                <a:latin typeface="DejaVu Sans"/>
                <a:ea typeface="DejaVu Sans"/>
                <a:cs typeface="DejaVu Sans"/>
              </a:defRPr>
            </a:pPr>
            <a:r>
              <a:rPr sz="1950" b="0">
                <a:solidFill>
                  <a:srgbClr val="C86A1B"/>
                </a:solidFill>
                <a:latin typeface="DejaVu Sans"/>
                <a:ea typeface="DejaVu Sans"/>
                <a:cs typeface="DejaVu Sans"/>
              </a:rPr>
              <a:t>Spatial stride 8</a:t>
            </a:r>
          </a:p>
        </p:txBody>
      </p:sp>
      <p:sp>
        <p:nvSpPr>
          <p:cNvPr id="216" name="path-636">
            <a:extLst xmlns:a="http://schemas.openxmlformats.org/drawingml/2006/main">
              <a:ext uri="{FF2B5EF4-FFF2-40B4-BE49-F238E27FC236}">
                <a16:creationId xmlns:a16="http://schemas.microsoft.com/office/drawing/2014/main" id="{8B6E8635-51B8-45E0-A622-EF9D3C2FD408}"/>
              </a:ext>
            </a:extLst>
          </p:cNvPr>
          <p:cNvSpPr>
            <a:spLocks xmlns:a="http://schemas.openxmlformats.org/drawingml/2006/main" noGrp="1"/>
          </p:cNvSpPr>
          <p:nvPr/>
        </p:nvSpPr>
        <p:spPr>
          <a:xfrm xmlns:a="http://schemas.openxmlformats.org/drawingml/2006/main">
            <a:off x="533400" y="6019800"/>
            <a:ext cx="11125200" cy="953"/>
          </a:xfrm>
          <a:custGeom xmlns:a="http://schemas.openxmlformats.org/drawingml/2006/main">
            <a:pathLst>
              <a:path w="11125200" h="953">
                <a:moveTo>
                  <a:pt x="0" y="0"/>
                </a:moveTo>
                <a:lnTo>
                  <a:pt x="11125200" y="0"/>
                </a:lnTo>
              </a:path>
            </a:pathLst>
          </a:custGeom>
          <a:noFill xmlns:a="http://schemas.openxmlformats.org/drawingml/2006/main"/>
          <a:ln xmlns:a="http://schemas.openxmlformats.org/drawingml/2006/main" w="9525">
            <a:solidFill>
              <a:srgbClr val="CFD7E2"/>
            </a:solidFill>
            <a:prstDash val="solid"/>
          </a:ln>
        </p:spPr>
      </p:sp>
      <p:sp>
        <p:nvSpPr>
          <p:cNvPr id="217" name="label-637">
            <a:extLst xmlns:a="http://schemas.openxmlformats.org/drawingml/2006/main">
              <a:ext uri="{FF2B5EF4-FFF2-40B4-BE49-F238E27FC236}">
                <a16:creationId xmlns:a16="http://schemas.microsoft.com/office/drawing/2014/main" id="{2CD1362D-D2AA-4EBE-B6C7-399199BF47A4}"/>
              </a:ext>
            </a:extLst>
          </p:cNvPr>
          <p:cNvSpPr>
            <a:spLocks xmlns:a="http://schemas.openxmlformats.org/drawingml/2006/main" noGrp="1"/>
          </p:cNvSpPr>
          <p:nvPr/>
        </p:nvSpPr>
        <p:spPr>
          <a:xfrm xmlns:a="http://schemas.openxmlformats.org/drawingml/2006/main">
            <a:off x="533400" y="6181725"/>
            <a:ext cx="10334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6253B"/>
                </a:solidFill>
                <a:latin typeface="DejaVu Sans"/>
                <a:ea typeface="DejaVu Sans"/>
                <a:cs typeface="DejaVu Sans"/>
              </a:defRPr>
            </a:defPPr>
            <a:lvl1pPr algn="l">
              <a:defRPr sz="1725" b="0">
                <a:solidFill>
                  <a:srgbClr val="16253B"/>
                </a:solidFill>
                <a:latin typeface="DejaVu Sans"/>
                <a:ea typeface="DejaVu Sans"/>
                <a:cs typeface="DejaVu Sans"/>
              </a:defRPr>
            </a:lvl1pPr>
            <a:lvl2pPr algn="l">
              <a:defRPr sz="1725" b="0">
                <a:solidFill>
                  <a:srgbClr val="16253B"/>
                </a:solidFill>
                <a:latin typeface="DejaVu Sans"/>
                <a:ea typeface="DejaVu Sans"/>
                <a:cs typeface="DejaVu Sans"/>
              </a:defRPr>
            </a:lvl2pPr>
            <a:lvl3pPr algn="l">
              <a:defRPr sz="1725" b="0">
                <a:solidFill>
                  <a:srgbClr val="16253B"/>
                </a:solidFill>
                <a:latin typeface="DejaVu Sans"/>
                <a:ea typeface="DejaVu Sans"/>
                <a:cs typeface="DejaVu Sans"/>
              </a:defRPr>
            </a:lvl3pPr>
            <a:lvl4pPr algn="l">
              <a:defRPr sz="1725" b="0">
                <a:solidFill>
                  <a:srgbClr val="16253B"/>
                </a:solidFill>
                <a:latin typeface="DejaVu Sans"/>
                <a:ea typeface="DejaVu Sans"/>
                <a:cs typeface="DejaVu Sans"/>
              </a:defRPr>
            </a:lvl4pPr>
            <a:lvl5pPr algn="l">
              <a:defRPr sz="1725" b="0">
                <a:solidFill>
                  <a:srgbClr val="16253B"/>
                </a:solidFill>
                <a:latin typeface="DejaVu Sans"/>
                <a:ea typeface="DejaVu Sans"/>
                <a:cs typeface="DejaVu Sans"/>
              </a:defRPr>
            </a:lvl5pPr>
            <a:lvl6pPr algn="l">
              <a:defRPr sz="1725" b="0">
                <a:solidFill>
                  <a:srgbClr val="16253B"/>
                </a:solidFill>
                <a:latin typeface="DejaVu Sans"/>
                <a:ea typeface="DejaVu Sans"/>
                <a:cs typeface="DejaVu Sans"/>
              </a:defRPr>
            </a:lvl6pPr>
            <a:lvl7pPr algn="l">
              <a:defRPr sz="1725" b="0">
                <a:solidFill>
                  <a:srgbClr val="16253B"/>
                </a:solidFill>
                <a:latin typeface="DejaVu Sans"/>
                <a:ea typeface="DejaVu Sans"/>
                <a:cs typeface="DejaVu Sans"/>
              </a:defRPr>
            </a:lvl7pPr>
            <a:lvl8pPr algn="l">
              <a:defRPr sz="1725" b="0">
                <a:solidFill>
                  <a:srgbClr val="16253B"/>
                </a:solidFill>
                <a:latin typeface="DejaVu Sans"/>
                <a:ea typeface="DejaVu Sans"/>
                <a:cs typeface="DejaVu Sans"/>
              </a:defRPr>
            </a:lvl8pPr>
            <a:lvl9pPr algn="l">
              <a:defRPr sz="1725" b="0">
                <a:solidFill>
                  <a:srgbClr val="16253B"/>
                </a:solidFill>
                <a:latin typeface="DejaVu Sans"/>
                <a:ea typeface="DejaVu Sans"/>
                <a:cs typeface="DejaVu Sans"/>
              </a:defRPr>
            </a:lvl9pPr>
          </a:lstStyle>
          <a:p xmlns:a="http://schemas.openxmlformats.org/drawingml/2006/main">
            <a:pPr algn="l">
              <a:defRPr sz="1725" b="0">
                <a:solidFill>
                  <a:srgbClr val="16253B"/>
                </a:solidFill>
                <a:latin typeface="DejaVu Sans"/>
                <a:ea typeface="DejaVu Sans"/>
                <a:cs typeface="DejaVu Sans"/>
              </a:defRPr>
            </a:pPr>
            <a:r>
              <a:rPr sz="1725" b="0">
                <a:solidFill>
                  <a:srgbClr val="16253B"/>
                </a:solidFill>
                <a:latin typeface="DejaVu Sans"/>
                <a:ea typeface="DejaVu Sans"/>
                <a:cs typeface="DejaVu Sans"/>
              </a:rPr>
              <a:t>Sparse 3D encoding keeps geometry and folds height into BEV channels.</a:t>
            </a:r>
          </a:p>
        </p:txBody>
      </p:sp>
    </p:spTree>
    <p:extLst>
      <p:ext uri="{BB962C8B-B14F-4D97-AF65-F5344CB8AC3E}">
        <p14:creationId xmlns:p14="http://schemas.microsoft.com/office/powerpoint/2010/main" val="350507083"/>
      </p:ext>
    </p:extLst>
  </p:cSld>
</p:sld>
</file>

<file path=ppt/slides/slide8.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79" name="slide-title">
            <a:extLst xmlns:a="http://schemas.openxmlformats.org/drawingml/2006/main">
              <a:ext uri="{FF2B5EF4-FFF2-40B4-BE49-F238E27FC236}">
                <a16:creationId xmlns:a16="http://schemas.microsoft.com/office/drawing/2014/main" id="{F819B26B-2374-478B-B30E-878653C17710}"/>
              </a:ext>
            </a:extLst>
          </p:cNvPr>
          <p:cNvSpPr>
            <a:spLocks xmlns:a="http://schemas.openxmlformats.org/drawingml/2006/main" noGrp="1"/>
          </p:cNvSpPr>
          <p:nvPr/>
        </p:nvSpPr>
        <p:spPr>
          <a:xfrm xmlns:a="http://schemas.openxmlformats.org/drawingml/2006/main">
            <a:off x="533400" y="361950"/>
            <a:ext cx="1112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6253B"/>
                </a:solidFill>
                <a:latin typeface="DejaVu Sans"/>
                <a:ea typeface="DejaVu Sans"/>
                <a:cs typeface="DejaVu Sans"/>
              </a:defRPr>
            </a:defPPr>
            <a:lvl1pPr algn="l">
              <a:defRPr sz="3300" b="1">
                <a:solidFill>
                  <a:srgbClr val="16253B"/>
                </a:solidFill>
                <a:latin typeface="DejaVu Sans"/>
                <a:ea typeface="DejaVu Sans"/>
                <a:cs typeface="DejaVu Sans"/>
              </a:defRPr>
            </a:lvl1pPr>
            <a:lvl2pPr algn="l">
              <a:defRPr sz="3300" b="1">
                <a:solidFill>
                  <a:srgbClr val="16253B"/>
                </a:solidFill>
                <a:latin typeface="DejaVu Sans"/>
                <a:ea typeface="DejaVu Sans"/>
                <a:cs typeface="DejaVu Sans"/>
              </a:defRPr>
            </a:lvl2pPr>
            <a:lvl3pPr algn="l">
              <a:defRPr sz="3300" b="1">
                <a:solidFill>
                  <a:srgbClr val="16253B"/>
                </a:solidFill>
                <a:latin typeface="DejaVu Sans"/>
                <a:ea typeface="DejaVu Sans"/>
                <a:cs typeface="DejaVu Sans"/>
              </a:defRPr>
            </a:lvl3pPr>
            <a:lvl4pPr algn="l">
              <a:defRPr sz="3300" b="1">
                <a:solidFill>
                  <a:srgbClr val="16253B"/>
                </a:solidFill>
                <a:latin typeface="DejaVu Sans"/>
                <a:ea typeface="DejaVu Sans"/>
                <a:cs typeface="DejaVu Sans"/>
              </a:defRPr>
            </a:lvl4pPr>
            <a:lvl5pPr algn="l">
              <a:defRPr sz="3300" b="1">
                <a:solidFill>
                  <a:srgbClr val="16253B"/>
                </a:solidFill>
                <a:latin typeface="DejaVu Sans"/>
                <a:ea typeface="DejaVu Sans"/>
                <a:cs typeface="DejaVu Sans"/>
              </a:defRPr>
            </a:lvl5pPr>
            <a:lvl6pPr algn="l">
              <a:defRPr sz="3300" b="1">
                <a:solidFill>
                  <a:srgbClr val="16253B"/>
                </a:solidFill>
                <a:latin typeface="DejaVu Sans"/>
                <a:ea typeface="DejaVu Sans"/>
                <a:cs typeface="DejaVu Sans"/>
              </a:defRPr>
            </a:lvl6pPr>
            <a:lvl7pPr algn="l">
              <a:defRPr sz="3300" b="1">
                <a:solidFill>
                  <a:srgbClr val="16253B"/>
                </a:solidFill>
                <a:latin typeface="DejaVu Sans"/>
                <a:ea typeface="DejaVu Sans"/>
                <a:cs typeface="DejaVu Sans"/>
              </a:defRPr>
            </a:lvl7pPr>
            <a:lvl8pPr algn="l">
              <a:defRPr sz="3300" b="1">
                <a:solidFill>
                  <a:srgbClr val="16253B"/>
                </a:solidFill>
                <a:latin typeface="DejaVu Sans"/>
                <a:ea typeface="DejaVu Sans"/>
                <a:cs typeface="DejaVu Sans"/>
              </a:defRPr>
            </a:lvl8pPr>
            <a:lvl9pPr algn="l">
              <a:defRPr sz="3300" b="1">
                <a:solidFill>
                  <a:srgbClr val="16253B"/>
                </a:solidFill>
                <a:latin typeface="DejaVu Sans"/>
                <a:ea typeface="DejaVu Sans"/>
                <a:cs typeface="DejaVu Sans"/>
              </a:defRPr>
            </a:lvl9pPr>
          </a:lstStyle>
          <a:p xmlns:a="http://schemas.openxmlformats.org/drawingml/2006/main">
            <a:pPr algn="l">
              <a:defRPr sz="3300" b="1">
                <a:solidFill>
                  <a:srgbClr val="16253B"/>
                </a:solidFill>
                <a:latin typeface="DejaVu Sans"/>
                <a:ea typeface="DejaVu Sans"/>
                <a:cs typeface="DejaVu Sans"/>
              </a:defRPr>
            </a:pPr>
            <a:r>
              <a:rPr sz="3300" b="1">
                <a:solidFill>
                  <a:srgbClr val="16253B"/>
                </a:solidFill>
                <a:latin typeface="DejaVu Sans"/>
                <a:ea typeface="DejaVu Sans"/>
                <a:cs typeface="DejaVu Sans"/>
              </a:rPr>
              <a:t>Two proxy maps condition the spatial gate</a:t>
            </a:r>
          </a:p>
        </p:txBody>
      </p:sp>
      <p:sp>
        <p:nvSpPr>
          <p:cNvPr id="2" name="label-638">
            <a:extLst xmlns:a="http://schemas.openxmlformats.org/drawingml/2006/main">
              <a:ext uri="{FF2B5EF4-FFF2-40B4-BE49-F238E27FC236}">
                <a16:creationId xmlns:a16="http://schemas.microsoft.com/office/drawing/2014/main" id="{AE684C65-5102-4BE1-9380-D090E7029397}"/>
              </a:ext>
            </a:extLst>
          </p:cNvPr>
          <p:cNvSpPr>
            <a:spLocks xmlns:a="http://schemas.openxmlformats.org/drawingml/2006/main" noGrp="1"/>
          </p:cNvSpPr>
          <p:nvPr/>
        </p:nvSpPr>
        <p:spPr>
          <a:xfrm xmlns:a="http://schemas.openxmlformats.org/drawingml/2006/main">
            <a:off x="11144250" y="64674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77C"/>
                </a:solidFill>
                <a:latin typeface="DejaVu Sans"/>
                <a:ea typeface="DejaVu Sans"/>
                <a:cs typeface="DejaVu Sans"/>
              </a:defRPr>
            </a:defPPr>
            <a:lvl1pPr algn="r">
              <a:defRPr sz="1200" b="0">
                <a:solidFill>
                  <a:srgbClr val="58677C"/>
                </a:solidFill>
                <a:latin typeface="DejaVu Sans"/>
                <a:ea typeface="DejaVu Sans"/>
                <a:cs typeface="DejaVu Sans"/>
              </a:defRPr>
            </a:lvl1pPr>
            <a:lvl2pPr algn="r">
              <a:defRPr sz="1200" b="0">
                <a:solidFill>
                  <a:srgbClr val="58677C"/>
                </a:solidFill>
                <a:latin typeface="DejaVu Sans"/>
                <a:ea typeface="DejaVu Sans"/>
                <a:cs typeface="DejaVu Sans"/>
              </a:defRPr>
            </a:lvl2pPr>
            <a:lvl3pPr algn="r">
              <a:defRPr sz="1200" b="0">
                <a:solidFill>
                  <a:srgbClr val="58677C"/>
                </a:solidFill>
                <a:latin typeface="DejaVu Sans"/>
                <a:ea typeface="DejaVu Sans"/>
                <a:cs typeface="DejaVu Sans"/>
              </a:defRPr>
            </a:lvl3pPr>
            <a:lvl4pPr algn="r">
              <a:defRPr sz="1200" b="0">
                <a:solidFill>
                  <a:srgbClr val="58677C"/>
                </a:solidFill>
                <a:latin typeface="DejaVu Sans"/>
                <a:ea typeface="DejaVu Sans"/>
                <a:cs typeface="DejaVu Sans"/>
              </a:defRPr>
            </a:lvl4pPr>
            <a:lvl5pPr algn="r">
              <a:defRPr sz="1200" b="0">
                <a:solidFill>
                  <a:srgbClr val="58677C"/>
                </a:solidFill>
                <a:latin typeface="DejaVu Sans"/>
                <a:ea typeface="DejaVu Sans"/>
                <a:cs typeface="DejaVu Sans"/>
              </a:defRPr>
            </a:lvl5pPr>
            <a:lvl6pPr algn="r">
              <a:defRPr sz="1200" b="0">
                <a:solidFill>
                  <a:srgbClr val="58677C"/>
                </a:solidFill>
                <a:latin typeface="DejaVu Sans"/>
                <a:ea typeface="DejaVu Sans"/>
                <a:cs typeface="DejaVu Sans"/>
              </a:defRPr>
            </a:lvl6pPr>
            <a:lvl7pPr algn="r">
              <a:defRPr sz="1200" b="0">
                <a:solidFill>
                  <a:srgbClr val="58677C"/>
                </a:solidFill>
                <a:latin typeface="DejaVu Sans"/>
                <a:ea typeface="DejaVu Sans"/>
                <a:cs typeface="DejaVu Sans"/>
              </a:defRPr>
            </a:lvl7pPr>
            <a:lvl8pPr algn="r">
              <a:defRPr sz="1200" b="0">
                <a:solidFill>
                  <a:srgbClr val="58677C"/>
                </a:solidFill>
                <a:latin typeface="DejaVu Sans"/>
                <a:ea typeface="DejaVu Sans"/>
                <a:cs typeface="DejaVu Sans"/>
              </a:defRPr>
            </a:lvl8pPr>
            <a:lvl9pPr algn="r">
              <a:defRPr sz="1200" b="0">
                <a:solidFill>
                  <a:srgbClr val="58677C"/>
                </a:solidFill>
                <a:latin typeface="DejaVu Sans"/>
                <a:ea typeface="DejaVu Sans"/>
                <a:cs typeface="DejaVu Sans"/>
              </a:defRPr>
            </a:lvl9pPr>
          </a:lstStyle>
          <a:p xmlns:a="http://schemas.openxmlformats.org/drawingml/2006/main">
            <a:pPr algn="r">
              <a:defRPr sz="1200" b="0">
                <a:solidFill>
                  <a:srgbClr val="58677C"/>
                </a:solidFill>
                <a:latin typeface="DejaVu Sans"/>
                <a:ea typeface="DejaVu Sans"/>
                <a:cs typeface="DejaVu Sans"/>
              </a:defRPr>
            </a:pPr>
            <a:r>
              <a:rPr sz="1200" b="0">
                <a:solidFill>
                  <a:srgbClr val="58677C"/>
                </a:solidFill>
                <a:latin typeface="DejaVu Sans"/>
                <a:ea typeface="DejaVu Sans"/>
                <a:cs typeface="DejaVu Sans"/>
              </a:rPr>
              <a:t>08</a:t>
            </a:r>
          </a:p>
        </p:txBody>
      </p:sp>
      <p:sp>
        <p:nvSpPr>
          <p:cNvPr id="3" name="shape-639">
            <a:extLst xmlns:a="http://schemas.openxmlformats.org/drawingml/2006/main">
              <a:ext uri="{FF2B5EF4-FFF2-40B4-BE49-F238E27FC236}">
                <a16:creationId xmlns:a16="http://schemas.microsoft.com/office/drawing/2014/main" id="{D868F965-ACDB-41B0-AFB4-BFF97D45C620}"/>
              </a:ext>
            </a:extLst>
          </p:cNvPr>
          <p:cNvSpPr>
            <a:spLocks xmlns:a="http://schemas.openxmlformats.org/drawingml/2006/main" noGrp="1"/>
          </p:cNvSpPr>
          <p:nvPr/>
        </p:nvSpPr>
        <p:spPr>
          <a:xfrm xmlns:a="http://schemas.openxmlformats.org/drawingml/2006/main" rot="0">
            <a:off x="533400" y="1600200"/>
            <a:ext cx="1552575" cy="752475"/>
          </a:xfrm>
          <a:prstGeom xmlns:a="http://schemas.openxmlformats.org/drawingml/2006/main" prst="rect">
            <a:avLst/>
          </a:prstGeom>
          <a:solidFill xmlns:a="http://schemas.openxmlformats.org/drawingml/2006/main">
            <a:srgbClr val="DFEDFC"/>
          </a:solidFill>
          <a:ln xmlns:a="http://schemas.openxmlformats.org/drawingml/2006/main" w="15240">
            <a:solidFill>
              <a:srgbClr val="1674D1"/>
            </a:solidFill>
            <a:prstDash val="solid"/>
          </a:ln>
        </p:spPr>
      </p:sp>
      <p:sp>
        <p:nvSpPr>
          <p:cNvPr id="4" name="label-640">
            <a:extLst xmlns:a="http://schemas.openxmlformats.org/drawingml/2006/main">
              <a:ext uri="{FF2B5EF4-FFF2-40B4-BE49-F238E27FC236}">
                <a16:creationId xmlns:a16="http://schemas.microsoft.com/office/drawing/2014/main" id="{23D0BEED-B28A-47C2-97AD-D13D58F52FA6}"/>
              </a:ext>
            </a:extLst>
          </p:cNvPr>
          <p:cNvSpPr>
            <a:spLocks xmlns:a="http://schemas.openxmlformats.org/drawingml/2006/main" noGrp="1"/>
          </p:cNvSpPr>
          <p:nvPr/>
        </p:nvSpPr>
        <p:spPr>
          <a:xfrm xmlns:a="http://schemas.openxmlformats.org/drawingml/2006/main">
            <a:off x="609600" y="1647825"/>
            <a:ext cx="140017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1674D1"/>
                </a:solidFill>
                <a:latin typeface="DejaVu Sans"/>
                <a:ea typeface="DejaVu Sans"/>
                <a:cs typeface="DejaVu Sans"/>
              </a:defRPr>
            </a:defPPr>
            <a:lvl1pPr algn="ctr">
              <a:defRPr sz="1800" b="1">
                <a:solidFill>
                  <a:srgbClr val="1674D1"/>
                </a:solidFill>
                <a:latin typeface="DejaVu Sans"/>
                <a:ea typeface="DejaVu Sans"/>
                <a:cs typeface="DejaVu Sans"/>
              </a:defRPr>
            </a:lvl1pPr>
            <a:lvl2pPr algn="ctr">
              <a:defRPr sz="1800" b="1">
                <a:solidFill>
                  <a:srgbClr val="1674D1"/>
                </a:solidFill>
                <a:latin typeface="DejaVu Sans"/>
                <a:ea typeface="DejaVu Sans"/>
                <a:cs typeface="DejaVu Sans"/>
              </a:defRPr>
            </a:lvl2pPr>
            <a:lvl3pPr algn="ctr">
              <a:defRPr sz="1800" b="1">
                <a:solidFill>
                  <a:srgbClr val="1674D1"/>
                </a:solidFill>
                <a:latin typeface="DejaVu Sans"/>
                <a:ea typeface="DejaVu Sans"/>
                <a:cs typeface="DejaVu Sans"/>
              </a:defRPr>
            </a:lvl3pPr>
            <a:lvl4pPr algn="ctr">
              <a:defRPr sz="1800" b="1">
                <a:solidFill>
                  <a:srgbClr val="1674D1"/>
                </a:solidFill>
                <a:latin typeface="DejaVu Sans"/>
                <a:ea typeface="DejaVu Sans"/>
                <a:cs typeface="DejaVu Sans"/>
              </a:defRPr>
            </a:lvl4pPr>
            <a:lvl5pPr algn="ctr">
              <a:defRPr sz="1800" b="1">
                <a:solidFill>
                  <a:srgbClr val="1674D1"/>
                </a:solidFill>
                <a:latin typeface="DejaVu Sans"/>
                <a:ea typeface="DejaVu Sans"/>
                <a:cs typeface="DejaVu Sans"/>
              </a:defRPr>
            </a:lvl5pPr>
            <a:lvl6pPr algn="ctr">
              <a:defRPr sz="1800" b="1">
                <a:solidFill>
                  <a:srgbClr val="1674D1"/>
                </a:solidFill>
                <a:latin typeface="DejaVu Sans"/>
                <a:ea typeface="DejaVu Sans"/>
                <a:cs typeface="DejaVu Sans"/>
              </a:defRPr>
            </a:lvl6pPr>
            <a:lvl7pPr algn="ctr">
              <a:defRPr sz="1800" b="1">
                <a:solidFill>
                  <a:srgbClr val="1674D1"/>
                </a:solidFill>
                <a:latin typeface="DejaVu Sans"/>
                <a:ea typeface="DejaVu Sans"/>
                <a:cs typeface="DejaVu Sans"/>
              </a:defRPr>
            </a:lvl7pPr>
            <a:lvl8pPr algn="ctr">
              <a:defRPr sz="1800" b="1">
                <a:solidFill>
                  <a:srgbClr val="1674D1"/>
                </a:solidFill>
                <a:latin typeface="DejaVu Sans"/>
                <a:ea typeface="DejaVu Sans"/>
                <a:cs typeface="DejaVu Sans"/>
              </a:defRPr>
            </a:lvl8pPr>
            <a:lvl9pPr algn="ctr">
              <a:defRPr sz="1800" b="1">
                <a:solidFill>
                  <a:srgbClr val="1674D1"/>
                </a:solidFill>
                <a:latin typeface="DejaVu Sans"/>
                <a:ea typeface="DejaVu Sans"/>
                <a:cs typeface="DejaVu Sans"/>
              </a:defRPr>
            </a:lvl9pPr>
          </a:lstStyle>
          <a:p xmlns:a="http://schemas.openxmlformats.org/drawingml/2006/main">
            <a:pPr algn="ctr">
              <a:defRPr sz="1800" b="1">
                <a:solidFill>
                  <a:srgbClr val="1674D1"/>
                </a:solidFill>
                <a:latin typeface="DejaVu Sans"/>
                <a:ea typeface="DejaVu Sans"/>
                <a:cs typeface="DejaVu Sans"/>
              </a:defRPr>
            </a:pPr>
            <a:r>
              <a:rPr sz="1800" b="1">
                <a:solidFill>
                  <a:srgbClr val="1674D1"/>
                </a:solidFill>
                <a:latin typeface="DejaVu Sans"/>
                <a:ea typeface="DejaVu Sans"/>
                <a:cs typeface="DejaVu Sans"/>
              </a:rPr>
              <a:t>Image BEV</a:t>
            </a:r>
          </a:p>
          <a:p xmlns:a="http://schemas.openxmlformats.org/drawingml/2006/main">
            <a:pPr algn="ctr">
              <a:defRPr sz="1800" b="1">
                <a:solidFill>
                  <a:srgbClr val="1674D1"/>
                </a:solidFill>
                <a:latin typeface="DejaVu Sans"/>
                <a:ea typeface="DejaVu Sans"/>
                <a:cs typeface="DejaVu Sans"/>
              </a:defRPr>
            </a:pPr>
            <a:r>
              <a:rPr sz="1800" b="1">
                <a:solidFill>
                  <a:srgbClr val="1674D1"/>
                </a:solidFill>
                <a:latin typeface="DejaVu Sans"/>
                <a:ea typeface="DejaVu Sans"/>
                <a:cs typeface="DejaVu Sans"/>
              </a:rPr>
              <a:t>80 ch</a:t>
            </a:r>
          </a:p>
        </p:txBody>
      </p:sp>
      <p:sp>
        <p:nvSpPr>
          <p:cNvPr id="5" name="shape-641">
            <a:extLst xmlns:a="http://schemas.openxmlformats.org/drawingml/2006/main">
              <a:ext uri="{FF2B5EF4-FFF2-40B4-BE49-F238E27FC236}">
                <a16:creationId xmlns:a16="http://schemas.microsoft.com/office/drawing/2014/main" id="{760730D1-6D2B-473A-89A3-E9D49D597AAF}"/>
              </a:ext>
            </a:extLst>
          </p:cNvPr>
          <p:cNvSpPr>
            <a:spLocks xmlns:a="http://schemas.openxmlformats.org/drawingml/2006/main" noGrp="1"/>
          </p:cNvSpPr>
          <p:nvPr/>
        </p:nvSpPr>
        <p:spPr>
          <a:xfrm xmlns:a="http://schemas.openxmlformats.org/drawingml/2006/main" rot="0">
            <a:off x="2466975" y="1600200"/>
            <a:ext cx="1724025" cy="752475"/>
          </a:xfrm>
          <a:prstGeom xmlns:a="http://schemas.openxmlformats.org/drawingml/2006/main" prst="rect">
            <a:avLst/>
          </a:prstGeom>
          <a:solidFill xmlns:a="http://schemas.openxmlformats.org/drawingml/2006/main">
            <a:srgbClr val="DFEDFC"/>
          </a:solidFill>
          <a:ln xmlns:a="http://schemas.openxmlformats.org/drawingml/2006/main" w="15240">
            <a:solidFill>
              <a:srgbClr val="1674D1"/>
            </a:solidFill>
            <a:prstDash val="solid"/>
          </a:ln>
        </p:spPr>
      </p:sp>
      <p:sp>
        <p:nvSpPr>
          <p:cNvPr id="6" name="label-642">
            <a:extLst xmlns:a="http://schemas.openxmlformats.org/drawingml/2006/main">
              <a:ext uri="{FF2B5EF4-FFF2-40B4-BE49-F238E27FC236}">
                <a16:creationId xmlns:a16="http://schemas.microsoft.com/office/drawing/2014/main" id="{6CC30FAC-6D9C-4A01-9F2C-E01B392FE1BA}"/>
              </a:ext>
            </a:extLst>
          </p:cNvPr>
          <p:cNvSpPr>
            <a:spLocks xmlns:a="http://schemas.openxmlformats.org/drawingml/2006/main" noGrp="1"/>
          </p:cNvSpPr>
          <p:nvPr/>
        </p:nvSpPr>
        <p:spPr>
          <a:xfrm xmlns:a="http://schemas.openxmlformats.org/drawingml/2006/main">
            <a:off x="2543175" y="1647825"/>
            <a:ext cx="1571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1674D1"/>
                </a:solidFill>
                <a:latin typeface="DejaVu Sans"/>
                <a:ea typeface="DejaVu Sans"/>
                <a:cs typeface="DejaVu Sans"/>
              </a:defRPr>
            </a:defPPr>
            <a:lvl1pPr algn="ctr">
              <a:defRPr sz="1725" b="1">
                <a:solidFill>
                  <a:srgbClr val="1674D1"/>
                </a:solidFill>
                <a:latin typeface="DejaVu Sans"/>
                <a:ea typeface="DejaVu Sans"/>
                <a:cs typeface="DejaVu Sans"/>
              </a:defRPr>
            </a:lvl1pPr>
            <a:lvl2pPr algn="ctr">
              <a:defRPr sz="1725" b="1">
                <a:solidFill>
                  <a:srgbClr val="1674D1"/>
                </a:solidFill>
                <a:latin typeface="DejaVu Sans"/>
                <a:ea typeface="DejaVu Sans"/>
                <a:cs typeface="DejaVu Sans"/>
              </a:defRPr>
            </a:lvl2pPr>
            <a:lvl3pPr algn="ctr">
              <a:defRPr sz="1725" b="1">
                <a:solidFill>
                  <a:srgbClr val="1674D1"/>
                </a:solidFill>
                <a:latin typeface="DejaVu Sans"/>
                <a:ea typeface="DejaVu Sans"/>
                <a:cs typeface="DejaVu Sans"/>
              </a:defRPr>
            </a:lvl3pPr>
            <a:lvl4pPr algn="ctr">
              <a:defRPr sz="1725" b="1">
                <a:solidFill>
                  <a:srgbClr val="1674D1"/>
                </a:solidFill>
                <a:latin typeface="DejaVu Sans"/>
                <a:ea typeface="DejaVu Sans"/>
                <a:cs typeface="DejaVu Sans"/>
              </a:defRPr>
            </a:lvl4pPr>
            <a:lvl5pPr algn="ctr">
              <a:defRPr sz="1725" b="1">
                <a:solidFill>
                  <a:srgbClr val="1674D1"/>
                </a:solidFill>
                <a:latin typeface="DejaVu Sans"/>
                <a:ea typeface="DejaVu Sans"/>
                <a:cs typeface="DejaVu Sans"/>
              </a:defRPr>
            </a:lvl5pPr>
            <a:lvl6pPr algn="ctr">
              <a:defRPr sz="1725" b="1">
                <a:solidFill>
                  <a:srgbClr val="1674D1"/>
                </a:solidFill>
                <a:latin typeface="DejaVu Sans"/>
                <a:ea typeface="DejaVu Sans"/>
                <a:cs typeface="DejaVu Sans"/>
              </a:defRPr>
            </a:lvl6pPr>
            <a:lvl7pPr algn="ctr">
              <a:defRPr sz="1725" b="1">
                <a:solidFill>
                  <a:srgbClr val="1674D1"/>
                </a:solidFill>
                <a:latin typeface="DejaVu Sans"/>
                <a:ea typeface="DejaVu Sans"/>
                <a:cs typeface="DejaVu Sans"/>
              </a:defRPr>
            </a:lvl7pPr>
            <a:lvl8pPr algn="ctr">
              <a:defRPr sz="1725" b="1">
                <a:solidFill>
                  <a:srgbClr val="1674D1"/>
                </a:solidFill>
                <a:latin typeface="DejaVu Sans"/>
                <a:ea typeface="DejaVu Sans"/>
                <a:cs typeface="DejaVu Sans"/>
              </a:defRPr>
            </a:lvl8pPr>
            <a:lvl9pPr algn="ctr">
              <a:defRPr sz="1725" b="1">
                <a:solidFill>
                  <a:srgbClr val="1674D1"/>
                </a:solidFill>
                <a:latin typeface="DejaVu Sans"/>
                <a:ea typeface="DejaVu Sans"/>
                <a:cs typeface="DejaVu Sans"/>
              </a:defRPr>
            </a:lvl9pPr>
          </a:lstStyle>
          <a:p xmlns:a="http://schemas.openxmlformats.org/drawingml/2006/main">
            <a:pPr algn="ctr">
              <a:defRPr sz="1725" b="1">
                <a:solidFill>
                  <a:srgbClr val="1674D1"/>
                </a:solidFill>
                <a:latin typeface="DejaVu Sans"/>
                <a:ea typeface="DejaVu Sans"/>
                <a:cs typeface="DejaVu Sans"/>
              </a:defRPr>
            </a:pPr>
            <a:r>
              <a:rPr sz="1725" b="1">
                <a:solidFill>
                  <a:srgbClr val="1674D1"/>
                </a:solidFill>
                <a:latin typeface="DejaVu Sans"/>
                <a:ea typeface="DejaVu Sans"/>
                <a:cs typeface="DejaVu Sans"/>
              </a:rPr>
              <a:t>1 × 1 + BN</a:t>
            </a:r>
          </a:p>
          <a:p xmlns:a="http://schemas.openxmlformats.org/drawingml/2006/main">
            <a:pPr algn="ctr">
              <a:defRPr sz="1725" b="1">
                <a:solidFill>
                  <a:srgbClr val="1674D1"/>
                </a:solidFill>
                <a:latin typeface="DejaVu Sans"/>
                <a:ea typeface="DejaVu Sans"/>
                <a:cs typeface="DejaVu Sans"/>
              </a:defRPr>
            </a:pPr>
            <a:r>
              <a:rPr sz="1725" b="1">
                <a:solidFill>
                  <a:srgbClr val="1674D1"/>
                </a:solidFill>
                <a:latin typeface="DejaVu Sans"/>
                <a:ea typeface="DejaVu Sans"/>
                <a:cs typeface="DejaVu Sans"/>
              </a:rPr>
              <a:t>+ ReLU</a:t>
            </a:r>
          </a:p>
        </p:txBody>
      </p:sp>
      <p:sp>
        <p:nvSpPr>
          <p:cNvPr id="7" name="path-643">
            <a:extLst xmlns:a="http://schemas.openxmlformats.org/drawingml/2006/main">
              <a:ext uri="{FF2B5EF4-FFF2-40B4-BE49-F238E27FC236}">
                <a16:creationId xmlns:a16="http://schemas.microsoft.com/office/drawing/2014/main" id="{19293520-8A6D-465C-A30E-D3209C9BDF30}"/>
              </a:ext>
            </a:extLst>
          </p:cNvPr>
          <p:cNvSpPr>
            <a:spLocks xmlns:a="http://schemas.openxmlformats.org/drawingml/2006/main" noGrp="1"/>
          </p:cNvSpPr>
          <p:nvPr/>
        </p:nvSpPr>
        <p:spPr>
          <a:xfrm xmlns:a="http://schemas.openxmlformats.org/drawingml/2006/main">
            <a:off x="2085975" y="1971675"/>
            <a:ext cx="381000" cy="953"/>
          </a:xfrm>
          <a:custGeom xmlns:a="http://schemas.openxmlformats.org/drawingml/2006/main">
            <a:pathLst>
              <a:path w="381000" h="953">
                <a:moveTo>
                  <a:pt x="0" y="0"/>
                </a:moveTo>
                <a:lnTo>
                  <a:pt x="381000" y="0"/>
                </a:lnTo>
              </a:path>
            </a:pathLst>
          </a:custGeom>
          <a:noFill xmlns:a="http://schemas.openxmlformats.org/drawingml/2006/main"/>
          <a:ln xmlns:a="http://schemas.openxmlformats.org/drawingml/2006/main" w="22860">
            <a:solidFill>
              <a:srgbClr val="1674D1"/>
            </a:solidFill>
            <a:prstDash val="solid"/>
          </a:ln>
        </p:spPr>
      </p:sp>
      <p:sp>
        <p:nvSpPr>
          <p:cNvPr id="8" name="path-644">
            <a:extLst xmlns:a="http://schemas.openxmlformats.org/drawingml/2006/main">
              <a:ext uri="{FF2B5EF4-FFF2-40B4-BE49-F238E27FC236}">
                <a16:creationId xmlns:a16="http://schemas.microsoft.com/office/drawing/2014/main" id="{4FB6DF65-E3BA-4AC6-9B7D-4438E6654ABE}"/>
              </a:ext>
            </a:extLst>
          </p:cNvPr>
          <p:cNvSpPr>
            <a:spLocks xmlns:a="http://schemas.openxmlformats.org/drawingml/2006/main" noGrp="1"/>
          </p:cNvSpPr>
          <p:nvPr/>
        </p:nvSpPr>
        <p:spPr>
          <a:xfrm xmlns:a="http://schemas.openxmlformats.org/drawingml/2006/main">
            <a:off x="2371725" y="1927860"/>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1674D1"/>
          </a:solidFill>
          <a:ln xmlns:a="http://schemas.openxmlformats.org/drawingml/2006/main" w="0">
            <a:solidFill>
              <a:srgbClr val="1674D1"/>
            </a:solidFill>
            <a:prstDash val="solid"/>
          </a:ln>
        </p:spPr>
      </p:sp>
      <p:sp>
        <p:nvSpPr>
          <p:cNvPr id="9" name="path-645">
            <a:extLst xmlns:a="http://schemas.openxmlformats.org/drawingml/2006/main">
              <a:ext uri="{FF2B5EF4-FFF2-40B4-BE49-F238E27FC236}">
                <a16:creationId xmlns:a16="http://schemas.microsoft.com/office/drawing/2014/main" id="{22C07B7C-8186-4E5D-A16D-4C193B7E3F99}"/>
              </a:ext>
            </a:extLst>
          </p:cNvPr>
          <p:cNvSpPr>
            <a:spLocks xmlns:a="http://schemas.openxmlformats.org/drawingml/2006/main" noGrp="1"/>
          </p:cNvSpPr>
          <p:nvPr/>
        </p:nvSpPr>
        <p:spPr>
          <a:xfrm xmlns:a="http://schemas.openxmlformats.org/drawingml/2006/main">
            <a:off x="4686300" y="1524000"/>
            <a:ext cx="1152525" cy="95250"/>
          </a:xfrm>
          <a:custGeom xmlns:a="http://schemas.openxmlformats.org/drawingml/2006/main">
            <a:pathLst>
              <a:path w="1152525" h="95250">
                <a:moveTo>
                  <a:pt x="0" y="95250"/>
                </a:moveTo>
                <a:lnTo>
                  <a:pt x="95250" y="0"/>
                </a:lnTo>
                <a:lnTo>
                  <a:pt x="1152525" y="0"/>
                </a:lnTo>
                <a:lnTo>
                  <a:pt x="1057275" y="95250"/>
                </a:lnTo>
                <a:close/>
              </a:path>
            </a:pathLst>
          </a:custGeom>
          <a:solidFill xmlns:a="http://schemas.openxmlformats.org/drawingml/2006/main">
            <a:srgbClr val="1674D1">
              <a:lumMod val="35000"/>
              <a:lumOff val="65000"/>
            </a:srgbClr>
          </a:solidFill>
          <a:ln xmlns:a="http://schemas.openxmlformats.org/drawingml/2006/main" w="13335">
            <a:solidFill>
              <a:srgbClr val="1674D1"/>
            </a:solidFill>
            <a:prstDash val="solid"/>
          </a:ln>
        </p:spPr>
      </p:sp>
      <p:sp>
        <p:nvSpPr>
          <p:cNvPr id="10" name="path-646">
            <a:extLst xmlns:a="http://schemas.openxmlformats.org/drawingml/2006/main">
              <a:ext uri="{FF2B5EF4-FFF2-40B4-BE49-F238E27FC236}">
                <a16:creationId xmlns:a16="http://schemas.microsoft.com/office/drawing/2014/main" id="{1ED57818-FA0B-42E7-87BE-8F3AB69A82B7}"/>
              </a:ext>
            </a:extLst>
          </p:cNvPr>
          <p:cNvSpPr>
            <a:spLocks xmlns:a="http://schemas.openxmlformats.org/drawingml/2006/main" noGrp="1"/>
          </p:cNvSpPr>
          <p:nvPr/>
        </p:nvSpPr>
        <p:spPr>
          <a:xfrm xmlns:a="http://schemas.openxmlformats.org/drawingml/2006/main">
            <a:off x="5743575" y="1524000"/>
            <a:ext cx="95250" cy="790575"/>
          </a:xfrm>
          <a:custGeom xmlns:a="http://schemas.openxmlformats.org/drawingml/2006/main">
            <a:pathLst>
              <a:path w="95250" h="790575">
                <a:moveTo>
                  <a:pt x="0" y="95250"/>
                </a:moveTo>
                <a:lnTo>
                  <a:pt x="95250" y="0"/>
                </a:lnTo>
                <a:lnTo>
                  <a:pt x="95250" y="695325"/>
                </a:lnTo>
                <a:lnTo>
                  <a:pt x="0" y="790575"/>
                </a:lnTo>
                <a:close/>
              </a:path>
            </a:pathLst>
          </a:custGeom>
          <a:solidFill xmlns:a="http://schemas.openxmlformats.org/drawingml/2006/main">
            <a:srgbClr val="1674D1">
              <a:lumMod val="65000"/>
              <a:lumOff val="35000"/>
            </a:srgbClr>
          </a:solidFill>
          <a:ln xmlns:a="http://schemas.openxmlformats.org/drawingml/2006/main" w="13335">
            <a:solidFill>
              <a:srgbClr val="1674D1"/>
            </a:solidFill>
            <a:prstDash val="solid"/>
          </a:ln>
        </p:spPr>
      </p:sp>
      <p:sp>
        <p:nvSpPr>
          <p:cNvPr id="11" name="shape-647">
            <a:extLst xmlns:a="http://schemas.openxmlformats.org/drawingml/2006/main">
              <a:ext uri="{FF2B5EF4-FFF2-40B4-BE49-F238E27FC236}">
                <a16:creationId xmlns:a16="http://schemas.microsoft.com/office/drawing/2014/main" id="{F49F14DE-1AE8-416D-8D93-9FF639EB2264}"/>
              </a:ext>
            </a:extLst>
          </p:cNvPr>
          <p:cNvSpPr>
            <a:spLocks xmlns:a="http://schemas.openxmlformats.org/drawingml/2006/main" noGrp="1"/>
          </p:cNvSpPr>
          <p:nvPr/>
        </p:nvSpPr>
        <p:spPr>
          <a:xfrm xmlns:a="http://schemas.openxmlformats.org/drawingml/2006/main" rot="0">
            <a:off x="4686300" y="1619250"/>
            <a:ext cx="1057275" cy="695325"/>
          </a:xfrm>
          <a:prstGeom xmlns:a="http://schemas.openxmlformats.org/drawingml/2006/main" prst="rect">
            <a:avLst/>
          </a:prstGeom>
          <a:solidFill xmlns:a="http://schemas.openxmlformats.org/drawingml/2006/main">
            <a:srgbClr val="1674D1">
              <a:lumMod val="18000"/>
              <a:lumOff val="82000"/>
            </a:srgbClr>
          </a:solidFill>
          <a:ln xmlns:a="http://schemas.openxmlformats.org/drawingml/2006/main" w="15240">
            <a:solidFill>
              <a:srgbClr val="1674D1"/>
            </a:solidFill>
            <a:prstDash val="solid"/>
          </a:ln>
        </p:spPr>
      </p:sp>
      <p:sp>
        <p:nvSpPr>
          <p:cNvPr id="12" name="path-648">
            <a:extLst xmlns:a="http://schemas.openxmlformats.org/drawingml/2006/main">
              <a:ext uri="{FF2B5EF4-FFF2-40B4-BE49-F238E27FC236}">
                <a16:creationId xmlns:a16="http://schemas.microsoft.com/office/drawing/2014/main" id="{311A8E35-18A3-493B-AD55-25946ADCC565}"/>
              </a:ext>
            </a:extLst>
          </p:cNvPr>
          <p:cNvSpPr>
            <a:spLocks xmlns:a="http://schemas.openxmlformats.org/drawingml/2006/main" noGrp="1"/>
          </p:cNvSpPr>
          <p:nvPr/>
        </p:nvSpPr>
        <p:spPr>
          <a:xfrm xmlns:a="http://schemas.openxmlformats.org/drawingml/2006/main">
            <a:off x="4950619" y="1619250"/>
            <a:ext cx="953" cy="695325"/>
          </a:xfrm>
          <a:custGeom xmlns:a="http://schemas.openxmlformats.org/drawingml/2006/main">
            <a:pathLst>
              <a:path w="953" h="695325">
                <a:moveTo>
                  <a:pt x="0" y="0"/>
                </a:moveTo>
                <a:lnTo>
                  <a:pt x="0" y="695325"/>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13" name="path-649">
            <a:extLst xmlns:a="http://schemas.openxmlformats.org/drawingml/2006/main">
              <a:ext uri="{FF2B5EF4-FFF2-40B4-BE49-F238E27FC236}">
                <a16:creationId xmlns:a16="http://schemas.microsoft.com/office/drawing/2014/main" id="{51118997-3376-44C5-8707-D120ACDEC20B}"/>
              </a:ext>
            </a:extLst>
          </p:cNvPr>
          <p:cNvSpPr>
            <a:spLocks xmlns:a="http://schemas.openxmlformats.org/drawingml/2006/main" noGrp="1"/>
          </p:cNvSpPr>
          <p:nvPr/>
        </p:nvSpPr>
        <p:spPr>
          <a:xfrm xmlns:a="http://schemas.openxmlformats.org/drawingml/2006/main">
            <a:off x="5214938" y="1619250"/>
            <a:ext cx="953" cy="695325"/>
          </a:xfrm>
          <a:custGeom xmlns:a="http://schemas.openxmlformats.org/drawingml/2006/main">
            <a:pathLst>
              <a:path w="953" h="695325">
                <a:moveTo>
                  <a:pt x="0" y="0"/>
                </a:moveTo>
                <a:lnTo>
                  <a:pt x="0" y="695325"/>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14" name="path-650">
            <a:extLst xmlns:a="http://schemas.openxmlformats.org/drawingml/2006/main">
              <a:ext uri="{FF2B5EF4-FFF2-40B4-BE49-F238E27FC236}">
                <a16:creationId xmlns:a16="http://schemas.microsoft.com/office/drawing/2014/main" id="{9FF3B198-3F27-4AFC-9C63-127C2649D80F}"/>
              </a:ext>
            </a:extLst>
          </p:cNvPr>
          <p:cNvSpPr>
            <a:spLocks xmlns:a="http://schemas.openxmlformats.org/drawingml/2006/main" noGrp="1"/>
          </p:cNvSpPr>
          <p:nvPr/>
        </p:nvSpPr>
        <p:spPr>
          <a:xfrm xmlns:a="http://schemas.openxmlformats.org/drawingml/2006/main">
            <a:off x="5479256" y="1619250"/>
            <a:ext cx="953" cy="695325"/>
          </a:xfrm>
          <a:custGeom xmlns:a="http://schemas.openxmlformats.org/drawingml/2006/main">
            <a:pathLst>
              <a:path w="953" h="695325">
                <a:moveTo>
                  <a:pt x="0" y="0"/>
                </a:moveTo>
                <a:lnTo>
                  <a:pt x="0" y="695325"/>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15" name="path-651">
            <a:extLst xmlns:a="http://schemas.openxmlformats.org/drawingml/2006/main">
              <a:ext uri="{FF2B5EF4-FFF2-40B4-BE49-F238E27FC236}">
                <a16:creationId xmlns:a16="http://schemas.microsoft.com/office/drawing/2014/main" id="{B5FAC908-7E1B-4420-BE19-F72358383C3D}"/>
              </a:ext>
            </a:extLst>
          </p:cNvPr>
          <p:cNvSpPr>
            <a:spLocks xmlns:a="http://schemas.openxmlformats.org/drawingml/2006/main" noGrp="1"/>
          </p:cNvSpPr>
          <p:nvPr/>
        </p:nvSpPr>
        <p:spPr>
          <a:xfrm xmlns:a="http://schemas.openxmlformats.org/drawingml/2006/main">
            <a:off x="4686300" y="1793081"/>
            <a:ext cx="1057275" cy="953"/>
          </a:xfrm>
          <a:custGeom xmlns:a="http://schemas.openxmlformats.org/drawingml/2006/main">
            <a:pathLst>
              <a:path w="1057275" h="953">
                <a:moveTo>
                  <a:pt x="0" y="0"/>
                </a:moveTo>
                <a:lnTo>
                  <a:pt x="1057275" y="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16" name="path-652">
            <a:extLst xmlns:a="http://schemas.openxmlformats.org/drawingml/2006/main">
              <a:ext uri="{FF2B5EF4-FFF2-40B4-BE49-F238E27FC236}">
                <a16:creationId xmlns:a16="http://schemas.microsoft.com/office/drawing/2014/main" id="{737426B8-F170-4588-9016-BCBFBFC0AD8A}"/>
              </a:ext>
            </a:extLst>
          </p:cNvPr>
          <p:cNvSpPr>
            <a:spLocks xmlns:a="http://schemas.openxmlformats.org/drawingml/2006/main" noGrp="1"/>
          </p:cNvSpPr>
          <p:nvPr/>
        </p:nvSpPr>
        <p:spPr>
          <a:xfrm xmlns:a="http://schemas.openxmlformats.org/drawingml/2006/main">
            <a:off x="4686300" y="1966913"/>
            <a:ext cx="1057275" cy="953"/>
          </a:xfrm>
          <a:custGeom xmlns:a="http://schemas.openxmlformats.org/drawingml/2006/main">
            <a:pathLst>
              <a:path w="1057275" h="953">
                <a:moveTo>
                  <a:pt x="0" y="0"/>
                </a:moveTo>
                <a:lnTo>
                  <a:pt x="1057275" y="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17" name="path-653">
            <a:extLst xmlns:a="http://schemas.openxmlformats.org/drawingml/2006/main">
              <a:ext uri="{FF2B5EF4-FFF2-40B4-BE49-F238E27FC236}">
                <a16:creationId xmlns:a16="http://schemas.microsoft.com/office/drawing/2014/main" id="{F126AB00-F762-44A1-9790-32AE9FD8F17E}"/>
              </a:ext>
            </a:extLst>
          </p:cNvPr>
          <p:cNvSpPr>
            <a:spLocks xmlns:a="http://schemas.openxmlformats.org/drawingml/2006/main" noGrp="1"/>
          </p:cNvSpPr>
          <p:nvPr/>
        </p:nvSpPr>
        <p:spPr>
          <a:xfrm xmlns:a="http://schemas.openxmlformats.org/drawingml/2006/main">
            <a:off x="4686300" y="2140744"/>
            <a:ext cx="1057275" cy="953"/>
          </a:xfrm>
          <a:custGeom xmlns:a="http://schemas.openxmlformats.org/drawingml/2006/main">
            <a:pathLst>
              <a:path w="1057275" h="953">
                <a:moveTo>
                  <a:pt x="0" y="0"/>
                </a:moveTo>
                <a:lnTo>
                  <a:pt x="1057275" y="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18" name="label-654">
            <a:extLst xmlns:a="http://schemas.openxmlformats.org/drawingml/2006/main">
              <a:ext uri="{FF2B5EF4-FFF2-40B4-BE49-F238E27FC236}">
                <a16:creationId xmlns:a16="http://schemas.microsoft.com/office/drawing/2014/main" id="{D6F54DCF-8478-48C5-B8FE-B57E8094B090}"/>
              </a:ext>
            </a:extLst>
          </p:cNvPr>
          <p:cNvSpPr>
            <a:spLocks xmlns:a="http://schemas.openxmlformats.org/drawingml/2006/main" noGrp="1"/>
          </p:cNvSpPr>
          <p:nvPr/>
        </p:nvSpPr>
        <p:spPr>
          <a:xfrm xmlns:a="http://schemas.openxmlformats.org/drawingml/2006/main">
            <a:off x="4724400" y="1695450"/>
            <a:ext cx="9810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1674D1"/>
                </a:solidFill>
                <a:latin typeface="DejaVu Sans"/>
                <a:ea typeface="DejaVu Sans"/>
                <a:cs typeface="DejaVu Sans"/>
              </a:defRPr>
            </a:defPPr>
            <a:lvl1pPr algn="ctr">
              <a:defRPr sz="1725" b="1">
                <a:solidFill>
                  <a:srgbClr val="1674D1"/>
                </a:solidFill>
                <a:latin typeface="DejaVu Sans"/>
                <a:ea typeface="DejaVu Sans"/>
                <a:cs typeface="DejaVu Sans"/>
              </a:defRPr>
            </a:lvl1pPr>
            <a:lvl2pPr algn="ctr">
              <a:defRPr sz="1725" b="1">
                <a:solidFill>
                  <a:srgbClr val="1674D1"/>
                </a:solidFill>
                <a:latin typeface="DejaVu Sans"/>
                <a:ea typeface="DejaVu Sans"/>
                <a:cs typeface="DejaVu Sans"/>
              </a:defRPr>
            </a:lvl2pPr>
            <a:lvl3pPr algn="ctr">
              <a:defRPr sz="1725" b="1">
                <a:solidFill>
                  <a:srgbClr val="1674D1"/>
                </a:solidFill>
                <a:latin typeface="DejaVu Sans"/>
                <a:ea typeface="DejaVu Sans"/>
                <a:cs typeface="DejaVu Sans"/>
              </a:defRPr>
            </a:lvl3pPr>
            <a:lvl4pPr algn="ctr">
              <a:defRPr sz="1725" b="1">
                <a:solidFill>
                  <a:srgbClr val="1674D1"/>
                </a:solidFill>
                <a:latin typeface="DejaVu Sans"/>
                <a:ea typeface="DejaVu Sans"/>
                <a:cs typeface="DejaVu Sans"/>
              </a:defRPr>
            </a:lvl4pPr>
            <a:lvl5pPr algn="ctr">
              <a:defRPr sz="1725" b="1">
                <a:solidFill>
                  <a:srgbClr val="1674D1"/>
                </a:solidFill>
                <a:latin typeface="DejaVu Sans"/>
                <a:ea typeface="DejaVu Sans"/>
                <a:cs typeface="DejaVu Sans"/>
              </a:defRPr>
            </a:lvl5pPr>
            <a:lvl6pPr algn="ctr">
              <a:defRPr sz="1725" b="1">
                <a:solidFill>
                  <a:srgbClr val="1674D1"/>
                </a:solidFill>
                <a:latin typeface="DejaVu Sans"/>
                <a:ea typeface="DejaVu Sans"/>
                <a:cs typeface="DejaVu Sans"/>
              </a:defRPr>
            </a:lvl6pPr>
            <a:lvl7pPr algn="ctr">
              <a:defRPr sz="1725" b="1">
                <a:solidFill>
                  <a:srgbClr val="1674D1"/>
                </a:solidFill>
                <a:latin typeface="DejaVu Sans"/>
                <a:ea typeface="DejaVu Sans"/>
                <a:cs typeface="DejaVu Sans"/>
              </a:defRPr>
            </a:lvl7pPr>
            <a:lvl8pPr algn="ctr">
              <a:defRPr sz="1725" b="1">
                <a:solidFill>
                  <a:srgbClr val="1674D1"/>
                </a:solidFill>
                <a:latin typeface="DejaVu Sans"/>
                <a:ea typeface="DejaVu Sans"/>
                <a:cs typeface="DejaVu Sans"/>
              </a:defRPr>
            </a:lvl8pPr>
            <a:lvl9pPr algn="ctr">
              <a:defRPr sz="1725" b="1">
                <a:solidFill>
                  <a:srgbClr val="1674D1"/>
                </a:solidFill>
                <a:latin typeface="DejaVu Sans"/>
                <a:ea typeface="DejaVu Sans"/>
                <a:cs typeface="DejaVu Sans"/>
              </a:defRPr>
            </a:lvl9pPr>
          </a:lstStyle>
          <a:p xmlns:a="http://schemas.openxmlformats.org/drawingml/2006/main">
            <a:pPr algn="ctr">
              <a:defRPr sz="1725" b="1">
                <a:solidFill>
                  <a:srgbClr val="1674D1"/>
                </a:solidFill>
                <a:latin typeface="DejaVu Sans"/>
                <a:ea typeface="DejaVu Sans"/>
                <a:cs typeface="DejaVu Sans"/>
              </a:defRPr>
            </a:pPr>
            <a:r>
              <a:rPr sz="1725" b="1">
                <a:solidFill>
                  <a:srgbClr val="1674D1"/>
                </a:solidFill>
                <a:latin typeface="DejaVu Sans"/>
                <a:ea typeface="DejaVu Sans"/>
                <a:cs typeface="DejaVu Sans"/>
              </a:rPr>
              <a:t>U: 128</a:t>
            </a:r>
          </a:p>
        </p:txBody>
      </p:sp>
      <p:sp>
        <p:nvSpPr>
          <p:cNvPr id="19" name="path-655">
            <a:extLst xmlns:a="http://schemas.openxmlformats.org/drawingml/2006/main">
              <a:ext uri="{FF2B5EF4-FFF2-40B4-BE49-F238E27FC236}">
                <a16:creationId xmlns:a16="http://schemas.microsoft.com/office/drawing/2014/main" id="{746C903B-ADD4-4D30-997F-058482BD55B8}"/>
              </a:ext>
            </a:extLst>
          </p:cNvPr>
          <p:cNvSpPr>
            <a:spLocks xmlns:a="http://schemas.openxmlformats.org/drawingml/2006/main" noGrp="1"/>
          </p:cNvSpPr>
          <p:nvPr/>
        </p:nvSpPr>
        <p:spPr>
          <a:xfrm xmlns:a="http://schemas.openxmlformats.org/drawingml/2006/main">
            <a:off x="4191000" y="1971675"/>
            <a:ext cx="447675" cy="953"/>
          </a:xfrm>
          <a:custGeom xmlns:a="http://schemas.openxmlformats.org/drawingml/2006/main">
            <a:pathLst>
              <a:path w="447675" h="953">
                <a:moveTo>
                  <a:pt x="0" y="0"/>
                </a:moveTo>
                <a:lnTo>
                  <a:pt x="447675" y="0"/>
                </a:lnTo>
              </a:path>
            </a:pathLst>
          </a:custGeom>
          <a:noFill xmlns:a="http://schemas.openxmlformats.org/drawingml/2006/main"/>
          <a:ln xmlns:a="http://schemas.openxmlformats.org/drawingml/2006/main" w="22860">
            <a:solidFill>
              <a:srgbClr val="1674D1"/>
            </a:solidFill>
            <a:prstDash val="solid"/>
          </a:ln>
        </p:spPr>
      </p:sp>
      <p:sp>
        <p:nvSpPr>
          <p:cNvPr id="20" name="path-656">
            <a:extLst xmlns:a="http://schemas.openxmlformats.org/drawingml/2006/main">
              <a:ext uri="{FF2B5EF4-FFF2-40B4-BE49-F238E27FC236}">
                <a16:creationId xmlns:a16="http://schemas.microsoft.com/office/drawing/2014/main" id="{F2BB15C1-211D-4C58-97B8-3B24590A60F9}"/>
              </a:ext>
            </a:extLst>
          </p:cNvPr>
          <p:cNvSpPr>
            <a:spLocks xmlns:a="http://schemas.openxmlformats.org/drawingml/2006/main" noGrp="1"/>
          </p:cNvSpPr>
          <p:nvPr/>
        </p:nvSpPr>
        <p:spPr>
          <a:xfrm xmlns:a="http://schemas.openxmlformats.org/drawingml/2006/main">
            <a:off x="4543425" y="1927860"/>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1674D1"/>
          </a:solidFill>
          <a:ln xmlns:a="http://schemas.openxmlformats.org/drawingml/2006/main" w="0">
            <a:solidFill>
              <a:srgbClr val="1674D1"/>
            </a:solidFill>
            <a:prstDash val="solid"/>
          </a:ln>
        </p:spPr>
      </p:sp>
      <p:sp>
        <p:nvSpPr>
          <p:cNvPr id="21" name="shape-657">
            <a:extLst xmlns:a="http://schemas.openxmlformats.org/drawingml/2006/main">
              <a:ext uri="{FF2B5EF4-FFF2-40B4-BE49-F238E27FC236}">
                <a16:creationId xmlns:a16="http://schemas.microsoft.com/office/drawing/2014/main" id="{DA7BD29F-07E6-48E3-8104-6B801A01E579}"/>
              </a:ext>
            </a:extLst>
          </p:cNvPr>
          <p:cNvSpPr>
            <a:spLocks xmlns:a="http://schemas.openxmlformats.org/drawingml/2006/main" noGrp="1"/>
          </p:cNvSpPr>
          <p:nvPr/>
        </p:nvSpPr>
        <p:spPr>
          <a:xfrm xmlns:a="http://schemas.openxmlformats.org/drawingml/2006/main" rot="0">
            <a:off x="6496050" y="1600200"/>
            <a:ext cx="1552575" cy="752475"/>
          </a:xfrm>
          <a:prstGeom xmlns:a="http://schemas.openxmlformats.org/drawingml/2006/main" prst="rect">
            <a:avLst/>
          </a:prstGeom>
          <a:solidFill xmlns:a="http://schemas.openxmlformats.org/drawingml/2006/main">
            <a:srgbClr val="FBE8D8"/>
          </a:solidFill>
          <a:ln xmlns:a="http://schemas.openxmlformats.org/drawingml/2006/main" w="15240">
            <a:solidFill>
              <a:srgbClr val="C86A1B"/>
            </a:solidFill>
            <a:prstDash val="solid"/>
          </a:ln>
        </p:spPr>
      </p:sp>
      <p:sp>
        <p:nvSpPr>
          <p:cNvPr id="22" name="label-658">
            <a:extLst xmlns:a="http://schemas.openxmlformats.org/drawingml/2006/main">
              <a:ext uri="{FF2B5EF4-FFF2-40B4-BE49-F238E27FC236}">
                <a16:creationId xmlns:a16="http://schemas.microsoft.com/office/drawing/2014/main" id="{42A267D3-57C0-433C-B719-2433410AD5A2}"/>
              </a:ext>
            </a:extLst>
          </p:cNvPr>
          <p:cNvSpPr>
            <a:spLocks xmlns:a="http://schemas.openxmlformats.org/drawingml/2006/main" noGrp="1"/>
          </p:cNvSpPr>
          <p:nvPr/>
        </p:nvSpPr>
        <p:spPr>
          <a:xfrm xmlns:a="http://schemas.openxmlformats.org/drawingml/2006/main">
            <a:off x="6572250" y="1647825"/>
            <a:ext cx="140017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C86A1B"/>
                </a:solidFill>
                <a:latin typeface="DejaVu Sans"/>
                <a:ea typeface="DejaVu Sans"/>
                <a:cs typeface="DejaVu Sans"/>
              </a:defRPr>
            </a:defPPr>
            <a:lvl1pPr algn="ctr">
              <a:defRPr sz="1800" b="1">
                <a:solidFill>
                  <a:srgbClr val="C86A1B"/>
                </a:solidFill>
                <a:latin typeface="DejaVu Sans"/>
                <a:ea typeface="DejaVu Sans"/>
                <a:cs typeface="DejaVu Sans"/>
              </a:defRPr>
            </a:lvl1pPr>
            <a:lvl2pPr algn="ctr">
              <a:defRPr sz="1800" b="1">
                <a:solidFill>
                  <a:srgbClr val="C86A1B"/>
                </a:solidFill>
                <a:latin typeface="DejaVu Sans"/>
                <a:ea typeface="DejaVu Sans"/>
                <a:cs typeface="DejaVu Sans"/>
              </a:defRPr>
            </a:lvl2pPr>
            <a:lvl3pPr algn="ctr">
              <a:defRPr sz="1800" b="1">
                <a:solidFill>
                  <a:srgbClr val="C86A1B"/>
                </a:solidFill>
                <a:latin typeface="DejaVu Sans"/>
                <a:ea typeface="DejaVu Sans"/>
                <a:cs typeface="DejaVu Sans"/>
              </a:defRPr>
            </a:lvl3pPr>
            <a:lvl4pPr algn="ctr">
              <a:defRPr sz="1800" b="1">
                <a:solidFill>
                  <a:srgbClr val="C86A1B"/>
                </a:solidFill>
                <a:latin typeface="DejaVu Sans"/>
                <a:ea typeface="DejaVu Sans"/>
                <a:cs typeface="DejaVu Sans"/>
              </a:defRPr>
            </a:lvl4pPr>
            <a:lvl5pPr algn="ctr">
              <a:defRPr sz="1800" b="1">
                <a:solidFill>
                  <a:srgbClr val="C86A1B"/>
                </a:solidFill>
                <a:latin typeface="DejaVu Sans"/>
                <a:ea typeface="DejaVu Sans"/>
                <a:cs typeface="DejaVu Sans"/>
              </a:defRPr>
            </a:lvl5pPr>
            <a:lvl6pPr algn="ctr">
              <a:defRPr sz="1800" b="1">
                <a:solidFill>
                  <a:srgbClr val="C86A1B"/>
                </a:solidFill>
                <a:latin typeface="DejaVu Sans"/>
                <a:ea typeface="DejaVu Sans"/>
                <a:cs typeface="DejaVu Sans"/>
              </a:defRPr>
            </a:lvl6pPr>
            <a:lvl7pPr algn="ctr">
              <a:defRPr sz="1800" b="1">
                <a:solidFill>
                  <a:srgbClr val="C86A1B"/>
                </a:solidFill>
                <a:latin typeface="DejaVu Sans"/>
                <a:ea typeface="DejaVu Sans"/>
                <a:cs typeface="DejaVu Sans"/>
              </a:defRPr>
            </a:lvl7pPr>
            <a:lvl8pPr algn="ctr">
              <a:defRPr sz="1800" b="1">
                <a:solidFill>
                  <a:srgbClr val="C86A1B"/>
                </a:solidFill>
                <a:latin typeface="DejaVu Sans"/>
                <a:ea typeface="DejaVu Sans"/>
                <a:cs typeface="DejaVu Sans"/>
              </a:defRPr>
            </a:lvl8pPr>
            <a:lvl9pPr algn="ctr">
              <a:defRPr sz="1800" b="1">
                <a:solidFill>
                  <a:srgbClr val="C86A1B"/>
                </a:solidFill>
                <a:latin typeface="DejaVu Sans"/>
                <a:ea typeface="DejaVu Sans"/>
                <a:cs typeface="DejaVu Sans"/>
              </a:defRPr>
            </a:lvl9pPr>
          </a:lstStyle>
          <a:p xmlns:a="http://schemas.openxmlformats.org/drawingml/2006/main">
            <a:pPr algn="ctr">
              <a:defRPr sz="1800" b="1">
                <a:solidFill>
                  <a:srgbClr val="C86A1B"/>
                </a:solidFill>
                <a:latin typeface="DejaVu Sans"/>
                <a:ea typeface="DejaVu Sans"/>
                <a:cs typeface="DejaVu Sans"/>
              </a:defRPr>
            </a:pPr>
            <a:r>
              <a:rPr sz="1800" b="1">
                <a:solidFill>
                  <a:srgbClr val="C86A1B"/>
                </a:solidFill>
                <a:latin typeface="DejaVu Sans"/>
                <a:ea typeface="DejaVu Sans"/>
                <a:cs typeface="DejaVu Sans"/>
              </a:rPr>
              <a:t>LiDAR BEV</a:t>
            </a:r>
          </a:p>
          <a:p xmlns:a="http://schemas.openxmlformats.org/drawingml/2006/main">
            <a:pPr algn="ctr">
              <a:defRPr sz="1800" b="1">
                <a:solidFill>
                  <a:srgbClr val="C86A1B"/>
                </a:solidFill>
                <a:latin typeface="DejaVu Sans"/>
                <a:ea typeface="DejaVu Sans"/>
                <a:cs typeface="DejaVu Sans"/>
              </a:defRPr>
            </a:pPr>
            <a:r>
              <a:rPr sz="1800" b="1">
                <a:solidFill>
                  <a:srgbClr val="C86A1B"/>
                </a:solidFill>
                <a:latin typeface="DejaVu Sans"/>
                <a:ea typeface="DejaVu Sans"/>
                <a:cs typeface="DejaVu Sans"/>
              </a:rPr>
              <a:t>256 ch</a:t>
            </a:r>
          </a:p>
        </p:txBody>
      </p:sp>
      <p:sp>
        <p:nvSpPr>
          <p:cNvPr id="23" name="shape-659">
            <a:extLst xmlns:a="http://schemas.openxmlformats.org/drawingml/2006/main">
              <a:ext uri="{FF2B5EF4-FFF2-40B4-BE49-F238E27FC236}">
                <a16:creationId xmlns:a16="http://schemas.microsoft.com/office/drawing/2014/main" id="{4F21DF48-2129-4EAA-8343-D6A0BD4F9293}"/>
              </a:ext>
            </a:extLst>
          </p:cNvPr>
          <p:cNvSpPr>
            <a:spLocks xmlns:a="http://schemas.openxmlformats.org/drawingml/2006/main" noGrp="1"/>
          </p:cNvSpPr>
          <p:nvPr/>
        </p:nvSpPr>
        <p:spPr>
          <a:xfrm xmlns:a="http://schemas.openxmlformats.org/drawingml/2006/main" rot="0">
            <a:off x="8429625" y="1600200"/>
            <a:ext cx="1724025" cy="752475"/>
          </a:xfrm>
          <a:prstGeom xmlns:a="http://schemas.openxmlformats.org/drawingml/2006/main" prst="rect">
            <a:avLst/>
          </a:prstGeom>
          <a:solidFill xmlns:a="http://schemas.openxmlformats.org/drawingml/2006/main">
            <a:srgbClr val="FBE8D8"/>
          </a:solidFill>
          <a:ln xmlns:a="http://schemas.openxmlformats.org/drawingml/2006/main" w="15240">
            <a:solidFill>
              <a:srgbClr val="C86A1B"/>
            </a:solidFill>
            <a:prstDash val="solid"/>
          </a:ln>
        </p:spPr>
      </p:sp>
      <p:sp>
        <p:nvSpPr>
          <p:cNvPr id="24" name="label-660">
            <a:extLst xmlns:a="http://schemas.openxmlformats.org/drawingml/2006/main">
              <a:ext uri="{FF2B5EF4-FFF2-40B4-BE49-F238E27FC236}">
                <a16:creationId xmlns:a16="http://schemas.microsoft.com/office/drawing/2014/main" id="{EDF78B74-529B-4E0D-9355-E898ECEDD621}"/>
              </a:ext>
            </a:extLst>
          </p:cNvPr>
          <p:cNvSpPr>
            <a:spLocks xmlns:a="http://schemas.openxmlformats.org/drawingml/2006/main" noGrp="1"/>
          </p:cNvSpPr>
          <p:nvPr/>
        </p:nvSpPr>
        <p:spPr>
          <a:xfrm xmlns:a="http://schemas.openxmlformats.org/drawingml/2006/main">
            <a:off x="8505825" y="1647825"/>
            <a:ext cx="1571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C86A1B"/>
                </a:solidFill>
                <a:latin typeface="DejaVu Sans"/>
                <a:ea typeface="DejaVu Sans"/>
                <a:cs typeface="DejaVu Sans"/>
              </a:defRPr>
            </a:defPPr>
            <a:lvl1pPr algn="ctr">
              <a:defRPr sz="1725" b="1">
                <a:solidFill>
                  <a:srgbClr val="C86A1B"/>
                </a:solidFill>
                <a:latin typeface="DejaVu Sans"/>
                <a:ea typeface="DejaVu Sans"/>
                <a:cs typeface="DejaVu Sans"/>
              </a:defRPr>
            </a:lvl1pPr>
            <a:lvl2pPr algn="ctr">
              <a:defRPr sz="1725" b="1">
                <a:solidFill>
                  <a:srgbClr val="C86A1B"/>
                </a:solidFill>
                <a:latin typeface="DejaVu Sans"/>
                <a:ea typeface="DejaVu Sans"/>
                <a:cs typeface="DejaVu Sans"/>
              </a:defRPr>
            </a:lvl2pPr>
            <a:lvl3pPr algn="ctr">
              <a:defRPr sz="1725" b="1">
                <a:solidFill>
                  <a:srgbClr val="C86A1B"/>
                </a:solidFill>
                <a:latin typeface="DejaVu Sans"/>
                <a:ea typeface="DejaVu Sans"/>
                <a:cs typeface="DejaVu Sans"/>
              </a:defRPr>
            </a:lvl3pPr>
            <a:lvl4pPr algn="ctr">
              <a:defRPr sz="1725" b="1">
                <a:solidFill>
                  <a:srgbClr val="C86A1B"/>
                </a:solidFill>
                <a:latin typeface="DejaVu Sans"/>
                <a:ea typeface="DejaVu Sans"/>
                <a:cs typeface="DejaVu Sans"/>
              </a:defRPr>
            </a:lvl4pPr>
            <a:lvl5pPr algn="ctr">
              <a:defRPr sz="1725" b="1">
                <a:solidFill>
                  <a:srgbClr val="C86A1B"/>
                </a:solidFill>
                <a:latin typeface="DejaVu Sans"/>
                <a:ea typeface="DejaVu Sans"/>
                <a:cs typeface="DejaVu Sans"/>
              </a:defRPr>
            </a:lvl5pPr>
            <a:lvl6pPr algn="ctr">
              <a:defRPr sz="1725" b="1">
                <a:solidFill>
                  <a:srgbClr val="C86A1B"/>
                </a:solidFill>
                <a:latin typeface="DejaVu Sans"/>
                <a:ea typeface="DejaVu Sans"/>
                <a:cs typeface="DejaVu Sans"/>
              </a:defRPr>
            </a:lvl6pPr>
            <a:lvl7pPr algn="ctr">
              <a:defRPr sz="1725" b="1">
                <a:solidFill>
                  <a:srgbClr val="C86A1B"/>
                </a:solidFill>
                <a:latin typeface="DejaVu Sans"/>
                <a:ea typeface="DejaVu Sans"/>
                <a:cs typeface="DejaVu Sans"/>
              </a:defRPr>
            </a:lvl7pPr>
            <a:lvl8pPr algn="ctr">
              <a:defRPr sz="1725" b="1">
                <a:solidFill>
                  <a:srgbClr val="C86A1B"/>
                </a:solidFill>
                <a:latin typeface="DejaVu Sans"/>
                <a:ea typeface="DejaVu Sans"/>
                <a:cs typeface="DejaVu Sans"/>
              </a:defRPr>
            </a:lvl8pPr>
            <a:lvl9pPr algn="ctr">
              <a:defRPr sz="1725" b="1">
                <a:solidFill>
                  <a:srgbClr val="C86A1B"/>
                </a:solidFill>
                <a:latin typeface="DejaVu Sans"/>
                <a:ea typeface="DejaVu Sans"/>
                <a:cs typeface="DejaVu Sans"/>
              </a:defRPr>
            </a:lvl9pPr>
          </a:lstStyle>
          <a:p xmlns:a="http://schemas.openxmlformats.org/drawingml/2006/main">
            <a:pPr algn="ctr">
              <a:defRPr sz="1725" b="1">
                <a:solidFill>
                  <a:srgbClr val="C86A1B"/>
                </a:solidFill>
                <a:latin typeface="DejaVu Sans"/>
                <a:ea typeface="DejaVu Sans"/>
                <a:cs typeface="DejaVu Sans"/>
              </a:defRPr>
            </a:pPr>
            <a:r>
              <a:rPr sz="1725" b="1">
                <a:solidFill>
                  <a:srgbClr val="C86A1B"/>
                </a:solidFill>
                <a:latin typeface="DejaVu Sans"/>
                <a:ea typeface="DejaVu Sans"/>
                <a:cs typeface="DejaVu Sans"/>
              </a:rPr>
              <a:t>1 × 1 + BN</a:t>
            </a:r>
          </a:p>
          <a:p xmlns:a="http://schemas.openxmlformats.org/drawingml/2006/main">
            <a:pPr algn="ctr">
              <a:defRPr sz="1725" b="1">
                <a:solidFill>
                  <a:srgbClr val="C86A1B"/>
                </a:solidFill>
                <a:latin typeface="DejaVu Sans"/>
                <a:ea typeface="DejaVu Sans"/>
                <a:cs typeface="DejaVu Sans"/>
              </a:defRPr>
            </a:pPr>
            <a:r>
              <a:rPr sz="1725" b="1">
                <a:solidFill>
                  <a:srgbClr val="C86A1B"/>
                </a:solidFill>
                <a:latin typeface="DejaVu Sans"/>
                <a:ea typeface="DejaVu Sans"/>
                <a:cs typeface="DejaVu Sans"/>
              </a:rPr>
              <a:t>+ ReLU</a:t>
            </a:r>
          </a:p>
        </p:txBody>
      </p:sp>
      <p:sp>
        <p:nvSpPr>
          <p:cNvPr id="25" name="path-661">
            <a:extLst xmlns:a="http://schemas.openxmlformats.org/drawingml/2006/main">
              <a:ext uri="{FF2B5EF4-FFF2-40B4-BE49-F238E27FC236}">
                <a16:creationId xmlns:a16="http://schemas.microsoft.com/office/drawing/2014/main" id="{25650809-F97C-449E-8B1B-E41637C6C768}"/>
              </a:ext>
            </a:extLst>
          </p:cNvPr>
          <p:cNvSpPr>
            <a:spLocks xmlns:a="http://schemas.openxmlformats.org/drawingml/2006/main" noGrp="1"/>
          </p:cNvSpPr>
          <p:nvPr/>
        </p:nvSpPr>
        <p:spPr>
          <a:xfrm xmlns:a="http://schemas.openxmlformats.org/drawingml/2006/main">
            <a:off x="8048625" y="1971675"/>
            <a:ext cx="381000" cy="953"/>
          </a:xfrm>
          <a:custGeom xmlns:a="http://schemas.openxmlformats.org/drawingml/2006/main">
            <a:pathLst>
              <a:path w="381000" h="953">
                <a:moveTo>
                  <a:pt x="0" y="0"/>
                </a:moveTo>
                <a:lnTo>
                  <a:pt x="381000" y="0"/>
                </a:lnTo>
              </a:path>
            </a:pathLst>
          </a:custGeom>
          <a:noFill xmlns:a="http://schemas.openxmlformats.org/drawingml/2006/main"/>
          <a:ln xmlns:a="http://schemas.openxmlformats.org/drawingml/2006/main" w="22860">
            <a:solidFill>
              <a:srgbClr val="C86A1B"/>
            </a:solidFill>
            <a:prstDash val="solid"/>
          </a:ln>
        </p:spPr>
      </p:sp>
      <p:sp>
        <p:nvSpPr>
          <p:cNvPr id="26" name="path-662">
            <a:extLst xmlns:a="http://schemas.openxmlformats.org/drawingml/2006/main">
              <a:ext uri="{FF2B5EF4-FFF2-40B4-BE49-F238E27FC236}">
                <a16:creationId xmlns:a16="http://schemas.microsoft.com/office/drawing/2014/main" id="{E41ED0A9-09EF-4F54-B293-681655421AB5}"/>
              </a:ext>
            </a:extLst>
          </p:cNvPr>
          <p:cNvSpPr>
            <a:spLocks xmlns:a="http://schemas.openxmlformats.org/drawingml/2006/main" noGrp="1"/>
          </p:cNvSpPr>
          <p:nvPr/>
        </p:nvSpPr>
        <p:spPr>
          <a:xfrm xmlns:a="http://schemas.openxmlformats.org/drawingml/2006/main">
            <a:off x="8334375" y="1927860"/>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C86A1B"/>
          </a:solidFill>
          <a:ln xmlns:a="http://schemas.openxmlformats.org/drawingml/2006/main" w="0">
            <a:solidFill>
              <a:srgbClr val="C86A1B"/>
            </a:solidFill>
            <a:prstDash val="solid"/>
          </a:ln>
        </p:spPr>
      </p:sp>
      <p:sp>
        <p:nvSpPr>
          <p:cNvPr id="27" name="path-663">
            <a:extLst xmlns:a="http://schemas.openxmlformats.org/drawingml/2006/main">
              <a:ext uri="{FF2B5EF4-FFF2-40B4-BE49-F238E27FC236}">
                <a16:creationId xmlns:a16="http://schemas.microsoft.com/office/drawing/2014/main" id="{3FC4CE69-9E74-47EC-BA76-522E1F17BA0D}"/>
              </a:ext>
            </a:extLst>
          </p:cNvPr>
          <p:cNvSpPr>
            <a:spLocks xmlns:a="http://schemas.openxmlformats.org/drawingml/2006/main" noGrp="1"/>
          </p:cNvSpPr>
          <p:nvPr/>
        </p:nvSpPr>
        <p:spPr>
          <a:xfrm xmlns:a="http://schemas.openxmlformats.org/drawingml/2006/main">
            <a:off x="10648950" y="1524000"/>
            <a:ext cx="1095375" cy="95250"/>
          </a:xfrm>
          <a:custGeom xmlns:a="http://schemas.openxmlformats.org/drawingml/2006/main">
            <a:pathLst>
              <a:path w="1095375" h="95250">
                <a:moveTo>
                  <a:pt x="0" y="95250"/>
                </a:moveTo>
                <a:lnTo>
                  <a:pt x="95250" y="0"/>
                </a:lnTo>
                <a:lnTo>
                  <a:pt x="1095375" y="0"/>
                </a:lnTo>
                <a:lnTo>
                  <a:pt x="1000125" y="95250"/>
                </a:lnTo>
                <a:close/>
              </a:path>
            </a:pathLst>
          </a:custGeom>
          <a:solidFill xmlns:a="http://schemas.openxmlformats.org/drawingml/2006/main">
            <a:srgbClr val="C86A1B">
              <a:lumMod val="35000"/>
              <a:lumOff val="65000"/>
            </a:srgbClr>
          </a:solidFill>
          <a:ln xmlns:a="http://schemas.openxmlformats.org/drawingml/2006/main" w="13335">
            <a:solidFill>
              <a:srgbClr val="C86A1B"/>
            </a:solidFill>
            <a:prstDash val="solid"/>
          </a:ln>
        </p:spPr>
      </p:sp>
      <p:sp>
        <p:nvSpPr>
          <p:cNvPr id="28" name="path-664">
            <a:extLst xmlns:a="http://schemas.openxmlformats.org/drawingml/2006/main">
              <a:ext uri="{FF2B5EF4-FFF2-40B4-BE49-F238E27FC236}">
                <a16:creationId xmlns:a16="http://schemas.microsoft.com/office/drawing/2014/main" id="{93B27DDE-CB2C-431C-B54B-13C86570F52F}"/>
              </a:ext>
            </a:extLst>
          </p:cNvPr>
          <p:cNvSpPr>
            <a:spLocks xmlns:a="http://schemas.openxmlformats.org/drawingml/2006/main" noGrp="1"/>
          </p:cNvSpPr>
          <p:nvPr/>
        </p:nvSpPr>
        <p:spPr>
          <a:xfrm xmlns:a="http://schemas.openxmlformats.org/drawingml/2006/main">
            <a:off x="11649075" y="1524000"/>
            <a:ext cx="95250" cy="790575"/>
          </a:xfrm>
          <a:custGeom xmlns:a="http://schemas.openxmlformats.org/drawingml/2006/main">
            <a:pathLst>
              <a:path w="95250" h="790575">
                <a:moveTo>
                  <a:pt x="0" y="95250"/>
                </a:moveTo>
                <a:lnTo>
                  <a:pt x="95250" y="0"/>
                </a:lnTo>
                <a:lnTo>
                  <a:pt x="95250" y="695325"/>
                </a:lnTo>
                <a:lnTo>
                  <a:pt x="0" y="790575"/>
                </a:lnTo>
                <a:close/>
              </a:path>
            </a:pathLst>
          </a:custGeom>
          <a:solidFill xmlns:a="http://schemas.openxmlformats.org/drawingml/2006/main">
            <a:srgbClr val="C86A1B">
              <a:lumMod val="65000"/>
              <a:lumOff val="35000"/>
            </a:srgbClr>
          </a:solidFill>
          <a:ln xmlns:a="http://schemas.openxmlformats.org/drawingml/2006/main" w="13335">
            <a:solidFill>
              <a:srgbClr val="C86A1B"/>
            </a:solidFill>
            <a:prstDash val="solid"/>
          </a:ln>
        </p:spPr>
      </p:sp>
      <p:sp>
        <p:nvSpPr>
          <p:cNvPr id="29" name="shape-665">
            <a:extLst xmlns:a="http://schemas.openxmlformats.org/drawingml/2006/main">
              <a:ext uri="{FF2B5EF4-FFF2-40B4-BE49-F238E27FC236}">
                <a16:creationId xmlns:a16="http://schemas.microsoft.com/office/drawing/2014/main" id="{1F97A37E-29B4-4F7A-A55A-CF4645DF019C}"/>
              </a:ext>
            </a:extLst>
          </p:cNvPr>
          <p:cNvSpPr>
            <a:spLocks xmlns:a="http://schemas.openxmlformats.org/drawingml/2006/main" noGrp="1"/>
          </p:cNvSpPr>
          <p:nvPr/>
        </p:nvSpPr>
        <p:spPr>
          <a:xfrm xmlns:a="http://schemas.openxmlformats.org/drawingml/2006/main" rot="0">
            <a:off x="10648950" y="1619250"/>
            <a:ext cx="1000125" cy="695325"/>
          </a:xfrm>
          <a:prstGeom xmlns:a="http://schemas.openxmlformats.org/drawingml/2006/main" prst="rect">
            <a:avLst/>
          </a:prstGeom>
          <a:solidFill xmlns:a="http://schemas.openxmlformats.org/drawingml/2006/main">
            <a:srgbClr val="C86A1B">
              <a:lumMod val="18000"/>
              <a:lumOff val="82000"/>
            </a:srgbClr>
          </a:solidFill>
          <a:ln xmlns:a="http://schemas.openxmlformats.org/drawingml/2006/main" w="15240">
            <a:solidFill>
              <a:srgbClr val="C86A1B"/>
            </a:solidFill>
            <a:prstDash val="solid"/>
          </a:ln>
        </p:spPr>
      </p:sp>
      <p:sp>
        <p:nvSpPr>
          <p:cNvPr id="30" name="path-666">
            <a:extLst xmlns:a="http://schemas.openxmlformats.org/drawingml/2006/main">
              <a:ext uri="{FF2B5EF4-FFF2-40B4-BE49-F238E27FC236}">
                <a16:creationId xmlns:a16="http://schemas.microsoft.com/office/drawing/2014/main" id="{7299789D-D99F-4FFD-9DDF-756F180C7CA8}"/>
              </a:ext>
            </a:extLst>
          </p:cNvPr>
          <p:cNvSpPr>
            <a:spLocks xmlns:a="http://schemas.openxmlformats.org/drawingml/2006/main" noGrp="1"/>
          </p:cNvSpPr>
          <p:nvPr/>
        </p:nvSpPr>
        <p:spPr>
          <a:xfrm xmlns:a="http://schemas.openxmlformats.org/drawingml/2006/main">
            <a:off x="10898981" y="1619250"/>
            <a:ext cx="953" cy="695325"/>
          </a:xfrm>
          <a:custGeom xmlns:a="http://schemas.openxmlformats.org/drawingml/2006/main">
            <a:pathLst>
              <a:path w="953" h="695325">
                <a:moveTo>
                  <a:pt x="0" y="0"/>
                </a:moveTo>
                <a:lnTo>
                  <a:pt x="0" y="695325"/>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31" name="path-667">
            <a:extLst xmlns:a="http://schemas.openxmlformats.org/drawingml/2006/main">
              <a:ext uri="{FF2B5EF4-FFF2-40B4-BE49-F238E27FC236}">
                <a16:creationId xmlns:a16="http://schemas.microsoft.com/office/drawing/2014/main" id="{562BD00D-4934-4423-834F-0607B757478D}"/>
              </a:ext>
            </a:extLst>
          </p:cNvPr>
          <p:cNvSpPr>
            <a:spLocks xmlns:a="http://schemas.openxmlformats.org/drawingml/2006/main" noGrp="1"/>
          </p:cNvSpPr>
          <p:nvPr/>
        </p:nvSpPr>
        <p:spPr>
          <a:xfrm xmlns:a="http://schemas.openxmlformats.org/drawingml/2006/main">
            <a:off x="11149013" y="1619250"/>
            <a:ext cx="953" cy="695325"/>
          </a:xfrm>
          <a:custGeom xmlns:a="http://schemas.openxmlformats.org/drawingml/2006/main">
            <a:pathLst>
              <a:path w="953" h="695325">
                <a:moveTo>
                  <a:pt x="0" y="0"/>
                </a:moveTo>
                <a:lnTo>
                  <a:pt x="0" y="695325"/>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32" name="path-668">
            <a:extLst xmlns:a="http://schemas.openxmlformats.org/drawingml/2006/main">
              <a:ext uri="{FF2B5EF4-FFF2-40B4-BE49-F238E27FC236}">
                <a16:creationId xmlns:a16="http://schemas.microsoft.com/office/drawing/2014/main" id="{DB29A261-20C1-4BBF-9A4D-4E1742B19A67}"/>
              </a:ext>
            </a:extLst>
          </p:cNvPr>
          <p:cNvSpPr>
            <a:spLocks xmlns:a="http://schemas.openxmlformats.org/drawingml/2006/main" noGrp="1"/>
          </p:cNvSpPr>
          <p:nvPr/>
        </p:nvSpPr>
        <p:spPr>
          <a:xfrm xmlns:a="http://schemas.openxmlformats.org/drawingml/2006/main">
            <a:off x="11399044" y="1619250"/>
            <a:ext cx="953" cy="695325"/>
          </a:xfrm>
          <a:custGeom xmlns:a="http://schemas.openxmlformats.org/drawingml/2006/main">
            <a:pathLst>
              <a:path w="953" h="695325">
                <a:moveTo>
                  <a:pt x="0" y="0"/>
                </a:moveTo>
                <a:lnTo>
                  <a:pt x="0" y="695325"/>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33" name="path-669">
            <a:extLst xmlns:a="http://schemas.openxmlformats.org/drawingml/2006/main">
              <a:ext uri="{FF2B5EF4-FFF2-40B4-BE49-F238E27FC236}">
                <a16:creationId xmlns:a16="http://schemas.microsoft.com/office/drawing/2014/main" id="{22BA71D0-9EC7-4DBA-9D64-D75DC79C18E6}"/>
              </a:ext>
            </a:extLst>
          </p:cNvPr>
          <p:cNvSpPr>
            <a:spLocks xmlns:a="http://schemas.openxmlformats.org/drawingml/2006/main" noGrp="1"/>
          </p:cNvSpPr>
          <p:nvPr/>
        </p:nvSpPr>
        <p:spPr>
          <a:xfrm xmlns:a="http://schemas.openxmlformats.org/drawingml/2006/main">
            <a:off x="10648950" y="1793081"/>
            <a:ext cx="1000125" cy="953"/>
          </a:xfrm>
          <a:custGeom xmlns:a="http://schemas.openxmlformats.org/drawingml/2006/main">
            <a:pathLst>
              <a:path w="1000125" h="953">
                <a:moveTo>
                  <a:pt x="0" y="0"/>
                </a:moveTo>
                <a:lnTo>
                  <a:pt x="1000125" y="0"/>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34" name="path-670">
            <a:extLst xmlns:a="http://schemas.openxmlformats.org/drawingml/2006/main">
              <a:ext uri="{FF2B5EF4-FFF2-40B4-BE49-F238E27FC236}">
                <a16:creationId xmlns:a16="http://schemas.microsoft.com/office/drawing/2014/main" id="{BBFF8529-ACAA-4F8C-85EC-AB45C35803C8}"/>
              </a:ext>
            </a:extLst>
          </p:cNvPr>
          <p:cNvSpPr>
            <a:spLocks xmlns:a="http://schemas.openxmlformats.org/drawingml/2006/main" noGrp="1"/>
          </p:cNvSpPr>
          <p:nvPr/>
        </p:nvSpPr>
        <p:spPr>
          <a:xfrm xmlns:a="http://schemas.openxmlformats.org/drawingml/2006/main">
            <a:off x="10648950" y="1966913"/>
            <a:ext cx="1000125" cy="953"/>
          </a:xfrm>
          <a:custGeom xmlns:a="http://schemas.openxmlformats.org/drawingml/2006/main">
            <a:pathLst>
              <a:path w="1000125" h="953">
                <a:moveTo>
                  <a:pt x="0" y="0"/>
                </a:moveTo>
                <a:lnTo>
                  <a:pt x="1000125" y="0"/>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35" name="path-671">
            <a:extLst xmlns:a="http://schemas.openxmlformats.org/drawingml/2006/main">
              <a:ext uri="{FF2B5EF4-FFF2-40B4-BE49-F238E27FC236}">
                <a16:creationId xmlns:a16="http://schemas.microsoft.com/office/drawing/2014/main" id="{A17A1B63-9F04-4B90-8BB0-833FA973C3DD}"/>
              </a:ext>
            </a:extLst>
          </p:cNvPr>
          <p:cNvSpPr>
            <a:spLocks xmlns:a="http://schemas.openxmlformats.org/drawingml/2006/main" noGrp="1"/>
          </p:cNvSpPr>
          <p:nvPr/>
        </p:nvSpPr>
        <p:spPr>
          <a:xfrm xmlns:a="http://schemas.openxmlformats.org/drawingml/2006/main">
            <a:off x="10648950" y="2140744"/>
            <a:ext cx="1000125" cy="953"/>
          </a:xfrm>
          <a:custGeom xmlns:a="http://schemas.openxmlformats.org/drawingml/2006/main">
            <a:pathLst>
              <a:path w="1000125" h="953">
                <a:moveTo>
                  <a:pt x="0" y="0"/>
                </a:moveTo>
                <a:lnTo>
                  <a:pt x="1000125" y="0"/>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36" name="label-672">
            <a:extLst xmlns:a="http://schemas.openxmlformats.org/drawingml/2006/main">
              <a:ext uri="{FF2B5EF4-FFF2-40B4-BE49-F238E27FC236}">
                <a16:creationId xmlns:a16="http://schemas.microsoft.com/office/drawing/2014/main" id="{8C7C2B21-78B6-4D79-BD45-148A67E3B905}"/>
              </a:ext>
            </a:extLst>
          </p:cNvPr>
          <p:cNvSpPr>
            <a:spLocks xmlns:a="http://schemas.openxmlformats.org/drawingml/2006/main" noGrp="1"/>
          </p:cNvSpPr>
          <p:nvPr/>
        </p:nvSpPr>
        <p:spPr>
          <a:xfrm xmlns:a="http://schemas.openxmlformats.org/drawingml/2006/main">
            <a:off x="10687050" y="1695450"/>
            <a:ext cx="92392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C86A1B"/>
                </a:solidFill>
                <a:latin typeface="DejaVu Sans"/>
                <a:ea typeface="DejaVu Sans"/>
                <a:cs typeface="DejaVu Sans"/>
              </a:defRPr>
            </a:defPPr>
            <a:lvl1pPr algn="ctr">
              <a:defRPr sz="1725" b="1">
                <a:solidFill>
                  <a:srgbClr val="C86A1B"/>
                </a:solidFill>
                <a:latin typeface="DejaVu Sans"/>
                <a:ea typeface="DejaVu Sans"/>
                <a:cs typeface="DejaVu Sans"/>
              </a:defRPr>
            </a:lvl1pPr>
            <a:lvl2pPr algn="ctr">
              <a:defRPr sz="1725" b="1">
                <a:solidFill>
                  <a:srgbClr val="C86A1B"/>
                </a:solidFill>
                <a:latin typeface="DejaVu Sans"/>
                <a:ea typeface="DejaVu Sans"/>
                <a:cs typeface="DejaVu Sans"/>
              </a:defRPr>
            </a:lvl2pPr>
            <a:lvl3pPr algn="ctr">
              <a:defRPr sz="1725" b="1">
                <a:solidFill>
                  <a:srgbClr val="C86A1B"/>
                </a:solidFill>
                <a:latin typeface="DejaVu Sans"/>
                <a:ea typeface="DejaVu Sans"/>
                <a:cs typeface="DejaVu Sans"/>
              </a:defRPr>
            </a:lvl3pPr>
            <a:lvl4pPr algn="ctr">
              <a:defRPr sz="1725" b="1">
                <a:solidFill>
                  <a:srgbClr val="C86A1B"/>
                </a:solidFill>
                <a:latin typeface="DejaVu Sans"/>
                <a:ea typeface="DejaVu Sans"/>
                <a:cs typeface="DejaVu Sans"/>
              </a:defRPr>
            </a:lvl4pPr>
            <a:lvl5pPr algn="ctr">
              <a:defRPr sz="1725" b="1">
                <a:solidFill>
                  <a:srgbClr val="C86A1B"/>
                </a:solidFill>
                <a:latin typeface="DejaVu Sans"/>
                <a:ea typeface="DejaVu Sans"/>
                <a:cs typeface="DejaVu Sans"/>
              </a:defRPr>
            </a:lvl5pPr>
            <a:lvl6pPr algn="ctr">
              <a:defRPr sz="1725" b="1">
                <a:solidFill>
                  <a:srgbClr val="C86A1B"/>
                </a:solidFill>
                <a:latin typeface="DejaVu Sans"/>
                <a:ea typeface="DejaVu Sans"/>
                <a:cs typeface="DejaVu Sans"/>
              </a:defRPr>
            </a:lvl6pPr>
            <a:lvl7pPr algn="ctr">
              <a:defRPr sz="1725" b="1">
                <a:solidFill>
                  <a:srgbClr val="C86A1B"/>
                </a:solidFill>
                <a:latin typeface="DejaVu Sans"/>
                <a:ea typeface="DejaVu Sans"/>
                <a:cs typeface="DejaVu Sans"/>
              </a:defRPr>
            </a:lvl7pPr>
            <a:lvl8pPr algn="ctr">
              <a:defRPr sz="1725" b="1">
                <a:solidFill>
                  <a:srgbClr val="C86A1B"/>
                </a:solidFill>
                <a:latin typeface="DejaVu Sans"/>
                <a:ea typeface="DejaVu Sans"/>
                <a:cs typeface="DejaVu Sans"/>
              </a:defRPr>
            </a:lvl8pPr>
            <a:lvl9pPr algn="ctr">
              <a:defRPr sz="1725" b="1">
                <a:solidFill>
                  <a:srgbClr val="C86A1B"/>
                </a:solidFill>
                <a:latin typeface="DejaVu Sans"/>
                <a:ea typeface="DejaVu Sans"/>
                <a:cs typeface="DejaVu Sans"/>
              </a:defRPr>
            </a:lvl9pPr>
          </a:lstStyle>
          <a:p xmlns:a="http://schemas.openxmlformats.org/drawingml/2006/main">
            <a:pPr algn="ctr">
              <a:defRPr sz="1725" b="1">
                <a:solidFill>
                  <a:srgbClr val="C86A1B"/>
                </a:solidFill>
                <a:latin typeface="DejaVu Sans"/>
                <a:ea typeface="DejaVu Sans"/>
                <a:cs typeface="DejaVu Sans"/>
              </a:defRPr>
            </a:pPr>
            <a:r>
              <a:rPr sz="1725" b="1">
                <a:solidFill>
                  <a:srgbClr val="C86A1B"/>
                </a:solidFill>
                <a:latin typeface="DejaVu Sans"/>
                <a:ea typeface="DejaVu Sans"/>
                <a:cs typeface="DejaVu Sans"/>
              </a:rPr>
              <a:t>V: 128</a:t>
            </a:r>
          </a:p>
        </p:txBody>
      </p:sp>
      <p:sp>
        <p:nvSpPr>
          <p:cNvPr id="37" name="path-673">
            <a:extLst xmlns:a="http://schemas.openxmlformats.org/drawingml/2006/main">
              <a:ext uri="{FF2B5EF4-FFF2-40B4-BE49-F238E27FC236}">
                <a16:creationId xmlns:a16="http://schemas.microsoft.com/office/drawing/2014/main" id="{0334349A-55E7-4EAC-AC83-B04BA5CC554D}"/>
              </a:ext>
            </a:extLst>
          </p:cNvPr>
          <p:cNvSpPr>
            <a:spLocks xmlns:a="http://schemas.openxmlformats.org/drawingml/2006/main" noGrp="1"/>
          </p:cNvSpPr>
          <p:nvPr/>
        </p:nvSpPr>
        <p:spPr>
          <a:xfrm xmlns:a="http://schemas.openxmlformats.org/drawingml/2006/main">
            <a:off x="10153650" y="1971675"/>
            <a:ext cx="447675" cy="953"/>
          </a:xfrm>
          <a:custGeom xmlns:a="http://schemas.openxmlformats.org/drawingml/2006/main">
            <a:pathLst>
              <a:path w="447675" h="953">
                <a:moveTo>
                  <a:pt x="0" y="0"/>
                </a:moveTo>
                <a:lnTo>
                  <a:pt x="447675" y="0"/>
                </a:lnTo>
              </a:path>
            </a:pathLst>
          </a:custGeom>
          <a:noFill xmlns:a="http://schemas.openxmlformats.org/drawingml/2006/main"/>
          <a:ln xmlns:a="http://schemas.openxmlformats.org/drawingml/2006/main" w="22860">
            <a:solidFill>
              <a:srgbClr val="C86A1B"/>
            </a:solidFill>
            <a:prstDash val="solid"/>
          </a:ln>
        </p:spPr>
      </p:sp>
      <p:sp>
        <p:nvSpPr>
          <p:cNvPr id="38" name="path-674">
            <a:extLst xmlns:a="http://schemas.openxmlformats.org/drawingml/2006/main">
              <a:ext uri="{FF2B5EF4-FFF2-40B4-BE49-F238E27FC236}">
                <a16:creationId xmlns:a16="http://schemas.microsoft.com/office/drawing/2014/main" id="{ACE1CE0A-3F5F-4A79-9581-78BBE5882A8F}"/>
              </a:ext>
            </a:extLst>
          </p:cNvPr>
          <p:cNvSpPr>
            <a:spLocks xmlns:a="http://schemas.openxmlformats.org/drawingml/2006/main" noGrp="1"/>
          </p:cNvSpPr>
          <p:nvPr/>
        </p:nvSpPr>
        <p:spPr>
          <a:xfrm xmlns:a="http://schemas.openxmlformats.org/drawingml/2006/main">
            <a:off x="10506075" y="1927860"/>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C86A1B"/>
          </a:solidFill>
          <a:ln xmlns:a="http://schemas.openxmlformats.org/drawingml/2006/main" w="0">
            <a:solidFill>
              <a:srgbClr val="C86A1B"/>
            </a:solidFill>
            <a:prstDash val="solid"/>
          </a:ln>
        </p:spPr>
      </p:sp>
      <p:sp>
        <p:nvSpPr>
          <p:cNvPr id="39" name="shape-675">
            <a:extLst xmlns:a="http://schemas.openxmlformats.org/drawingml/2006/main">
              <a:ext uri="{FF2B5EF4-FFF2-40B4-BE49-F238E27FC236}">
                <a16:creationId xmlns:a16="http://schemas.microsoft.com/office/drawing/2014/main" id="{813B2BA2-7F72-4F6F-B3A8-5461DE59ED81}"/>
              </a:ext>
            </a:extLst>
          </p:cNvPr>
          <p:cNvSpPr>
            <a:spLocks xmlns:a="http://schemas.openxmlformats.org/drawingml/2006/main" noGrp="1"/>
          </p:cNvSpPr>
          <p:nvPr/>
        </p:nvSpPr>
        <p:spPr>
          <a:xfrm xmlns:a="http://schemas.openxmlformats.org/drawingml/2006/main" rot="0">
            <a:off x="533400" y="3095625"/>
            <a:ext cx="3133725" cy="800100"/>
          </a:xfrm>
          <a:prstGeom xmlns:a="http://schemas.openxmlformats.org/drawingml/2006/main" prst="rect">
            <a:avLst/>
          </a:prstGeom>
          <a:solidFill xmlns:a="http://schemas.openxmlformats.org/drawingml/2006/main">
            <a:srgbClr val="DFEDFC"/>
          </a:solidFill>
          <a:ln xmlns:a="http://schemas.openxmlformats.org/drawingml/2006/main" w="15240">
            <a:solidFill>
              <a:srgbClr val="1674D1"/>
            </a:solidFill>
            <a:prstDash val="solid"/>
          </a:ln>
        </p:spPr>
      </p:sp>
      <p:sp>
        <p:nvSpPr>
          <p:cNvPr id="40" name="label-676">
            <a:extLst xmlns:a="http://schemas.openxmlformats.org/drawingml/2006/main">
              <a:ext uri="{FF2B5EF4-FFF2-40B4-BE49-F238E27FC236}">
                <a16:creationId xmlns:a16="http://schemas.microsoft.com/office/drawing/2014/main" id="{A9987F3C-98FE-41FE-BE5A-5BFD5D121177}"/>
              </a:ext>
            </a:extLst>
          </p:cNvPr>
          <p:cNvSpPr>
            <a:spLocks xmlns:a="http://schemas.openxmlformats.org/drawingml/2006/main" noGrp="1"/>
          </p:cNvSpPr>
          <p:nvPr/>
        </p:nvSpPr>
        <p:spPr>
          <a:xfrm xmlns:a="http://schemas.openxmlformats.org/drawingml/2006/main">
            <a:off x="609600" y="3143250"/>
            <a:ext cx="298132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1674D1"/>
                </a:solidFill>
                <a:latin typeface="DejaVu Sans"/>
                <a:ea typeface="DejaVu Sans"/>
                <a:cs typeface="DejaVu Sans"/>
              </a:defRPr>
            </a:defPPr>
            <a:lvl1pPr algn="ctr">
              <a:defRPr sz="1725" b="1">
                <a:solidFill>
                  <a:srgbClr val="1674D1"/>
                </a:solidFill>
                <a:latin typeface="DejaVu Sans"/>
                <a:ea typeface="DejaVu Sans"/>
                <a:cs typeface="DejaVu Sans"/>
              </a:defRPr>
            </a:lvl1pPr>
            <a:lvl2pPr algn="ctr">
              <a:defRPr sz="1725" b="1">
                <a:solidFill>
                  <a:srgbClr val="1674D1"/>
                </a:solidFill>
                <a:latin typeface="DejaVu Sans"/>
                <a:ea typeface="DejaVu Sans"/>
                <a:cs typeface="DejaVu Sans"/>
              </a:defRPr>
            </a:lvl2pPr>
            <a:lvl3pPr algn="ctr">
              <a:defRPr sz="1725" b="1">
                <a:solidFill>
                  <a:srgbClr val="1674D1"/>
                </a:solidFill>
                <a:latin typeface="DejaVu Sans"/>
                <a:ea typeface="DejaVu Sans"/>
                <a:cs typeface="DejaVu Sans"/>
              </a:defRPr>
            </a:lvl3pPr>
            <a:lvl4pPr algn="ctr">
              <a:defRPr sz="1725" b="1">
                <a:solidFill>
                  <a:srgbClr val="1674D1"/>
                </a:solidFill>
                <a:latin typeface="DejaVu Sans"/>
                <a:ea typeface="DejaVu Sans"/>
                <a:cs typeface="DejaVu Sans"/>
              </a:defRPr>
            </a:lvl4pPr>
            <a:lvl5pPr algn="ctr">
              <a:defRPr sz="1725" b="1">
                <a:solidFill>
                  <a:srgbClr val="1674D1"/>
                </a:solidFill>
                <a:latin typeface="DejaVu Sans"/>
                <a:ea typeface="DejaVu Sans"/>
                <a:cs typeface="DejaVu Sans"/>
              </a:defRPr>
            </a:lvl5pPr>
            <a:lvl6pPr algn="ctr">
              <a:defRPr sz="1725" b="1">
                <a:solidFill>
                  <a:srgbClr val="1674D1"/>
                </a:solidFill>
                <a:latin typeface="DejaVu Sans"/>
                <a:ea typeface="DejaVu Sans"/>
                <a:cs typeface="DejaVu Sans"/>
              </a:defRPr>
            </a:lvl6pPr>
            <a:lvl7pPr algn="ctr">
              <a:defRPr sz="1725" b="1">
                <a:solidFill>
                  <a:srgbClr val="1674D1"/>
                </a:solidFill>
                <a:latin typeface="DejaVu Sans"/>
                <a:ea typeface="DejaVu Sans"/>
                <a:cs typeface="DejaVu Sans"/>
              </a:defRPr>
            </a:lvl7pPr>
            <a:lvl8pPr algn="ctr">
              <a:defRPr sz="1725" b="1">
                <a:solidFill>
                  <a:srgbClr val="1674D1"/>
                </a:solidFill>
                <a:latin typeface="DejaVu Sans"/>
                <a:ea typeface="DejaVu Sans"/>
                <a:cs typeface="DejaVu Sans"/>
              </a:defRPr>
            </a:lvl8pPr>
            <a:lvl9pPr algn="ctr">
              <a:defRPr sz="1725" b="1">
                <a:solidFill>
                  <a:srgbClr val="1674D1"/>
                </a:solidFill>
                <a:latin typeface="DejaVu Sans"/>
                <a:ea typeface="DejaVu Sans"/>
                <a:cs typeface="DejaVu Sans"/>
              </a:defRPr>
            </a:lvl9pPr>
          </a:lstStyle>
          <a:p xmlns:a="http://schemas.openxmlformats.org/drawingml/2006/main">
            <a:pPr algn="ctr">
              <a:defRPr sz="1725" b="1">
                <a:solidFill>
                  <a:srgbClr val="1674D1"/>
                </a:solidFill>
                <a:latin typeface="DejaVu Sans"/>
                <a:ea typeface="DejaVu Sans"/>
                <a:cs typeface="DejaVu Sans"/>
              </a:defRPr>
            </a:pPr>
            <a:r>
              <a:rPr sz="1725" b="1">
                <a:solidFill>
                  <a:srgbClr val="1674D1"/>
                </a:solidFill>
                <a:latin typeface="DejaVu Sans"/>
                <a:ea typeface="DejaVu Sans"/>
                <a:cs typeface="DejaVu Sans"/>
              </a:rPr>
              <a:t>3 × 3 + BN + ReLU</a:t>
            </a:r>
          </a:p>
          <a:p xmlns:a="http://schemas.openxmlformats.org/drawingml/2006/main">
            <a:pPr algn="ctr">
              <a:defRPr sz="1725" b="1">
                <a:solidFill>
                  <a:srgbClr val="1674D1"/>
                </a:solidFill>
                <a:latin typeface="DejaVu Sans"/>
                <a:ea typeface="DejaVu Sans"/>
                <a:cs typeface="DejaVu Sans"/>
              </a:defRPr>
            </a:pPr>
            <a:r>
              <a:rPr sz="1725" b="1">
                <a:solidFill>
                  <a:srgbClr val="1674D1"/>
                </a:solidFill>
                <a:latin typeface="DejaVu Sans"/>
                <a:ea typeface="DejaVu Sans"/>
                <a:cs typeface="DejaVu Sans"/>
              </a:rPr>
              <a:t>1 × 1 + sigmoid</a:t>
            </a:r>
          </a:p>
        </p:txBody>
      </p:sp>
      <p:sp>
        <p:nvSpPr>
          <p:cNvPr id="41" name="shape-677">
            <a:extLst xmlns:a="http://schemas.openxmlformats.org/drawingml/2006/main">
              <a:ext uri="{FF2B5EF4-FFF2-40B4-BE49-F238E27FC236}">
                <a16:creationId xmlns:a16="http://schemas.microsoft.com/office/drawing/2014/main" id="{F0FF8918-F99E-4D2F-8522-6833B03B20C5}"/>
              </a:ext>
            </a:extLst>
          </p:cNvPr>
          <p:cNvSpPr>
            <a:spLocks xmlns:a="http://schemas.openxmlformats.org/drawingml/2006/main" noGrp="1"/>
          </p:cNvSpPr>
          <p:nvPr/>
        </p:nvSpPr>
        <p:spPr>
          <a:xfrm xmlns:a="http://schemas.openxmlformats.org/drawingml/2006/main" rot="0">
            <a:off x="4076700" y="3095625"/>
            <a:ext cx="1666875" cy="800100"/>
          </a:xfrm>
          <a:prstGeom xmlns:a="http://schemas.openxmlformats.org/drawingml/2006/main" prst="rect">
            <a:avLst/>
          </a:prstGeom>
          <a:solidFill xmlns:a="http://schemas.openxmlformats.org/drawingml/2006/main">
            <a:srgbClr val="DFEDFC"/>
          </a:solidFill>
          <a:ln xmlns:a="http://schemas.openxmlformats.org/drawingml/2006/main" w="15240">
            <a:solidFill>
              <a:srgbClr val="1674D1"/>
            </a:solidFill>
            <a:prstDash val="solid"/>
          </a:ln>
        </p:spPr>
      </p:sp>
      <p:sp>
        <p:nvSpPr>
          <p:cNvPr id="42" name="label-678">
            <a:extLst xmlns:a="http://schemas.openxmlformats.org/drawingml/2006/main">
              <a:ext uri="{FF2B5EF4-FFF2-40B4-BE49-F238E27FC236}">
                <a16:creationId xmlns:a16="http://schemas.microsoft.com/office/drawing/2014/main" id="{2D4997A5-9F1A-4295-AB74-E68B38D576DE}"/>
              </a:ext>
            </a:extLst>
          </p:cNvPr>
          <p:cNvSpPr>
            <a:spLocks xmlns:a="http://schemas.openxmlformats.org/drawingml/2006/main" noGrp="1"/>
          </p:cNvSpPr>
          <p:nvPr/>
        </p:nvSpPr>
        <p:spPr>
          <a:xfrm xmlns:a="http://schemas.openxmlformats.org/drawingml/2006/main">
            <a:off x="4152900" y="3143250"/>
            <a:ext cx="151447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75" b="1">
                <a:solidFill>
                  <a:srgbClr val="1674D1"/>
                </a:solidFill>
                <a:latin typeface="DejaVu Sans"/>
                <a:ea typeface="DejaVu Sans"/>
                <a:cs typeface="DejaVu Sans"/>
              </a:defRPr>
            </a:defPPr>
            <a:lvl1pPr algn="ctr">
              <a:defRPr sz="1875" b="1">
                <a:solidFill>
                  <a:srgbClr val="1674D1"/>
                </a:solidFill>
                <a:latin typeface="DejaVu Sans"/>
                <a:ea typeface="DejaVu Sans"/>
                <a:cs typeface="DejaVu Sans"/>
              </a:defRPr>
            </a:lvl1pPr>
            <a:lvl2pPr algn="ctr">
              <a:defRPr sz="1875" b="1">
                <a:solidFill>
                  <a:srgbClr val="1674D1"/>
                </a:solidFill>
                <a:latin typeface="DejaVu Sans"/>
                <a:ea typeface="DejaVu Sans"/>
                <a:cs typeface="DejaVu Sans"/>
              </a:defRPr>
            </a:lvl2pPr>
            <a:lvl3pPr algn="ctr">
              <a:defRPr sz="1875" b="1">
                <a:solidFill>
                  <a:srgbClr val="1674D1"/>
                </a:solidFill>
                <a:latin typeface="DejaVu Sans"/>
                <a:ea typeface="DejaVu Sans"/>
                <a:cs typeface="DejaVu Sans"/>
              </a:defRPr>
            </a:lvl3pPr>
            <a:lvl4pPr algn="ctr">
              <a:defRPr sz="1875" b="1">
                <a:solidFill>
                  <a:srgbClr val="1674D1"/>
                </a:solidFill>
                <a:latin typeface="DejaVu Sans"/>
                <a:ea typeface="DejaVu Sans"/>
                <a:cs typeface="DejaVu Sans"/>
              </a:defRPr>
            </a:lvl4pPr>
            <a:lvl5pPr algn="ctr">
              <a:defRPr sz="1875" b="1">
                <a:solidFill>
                  <a:srgbClr val="1674D1"/>
                </a:solidFill>
                <a:latin typeface="DejaVu Sans"/>
                <a:ea typeface="DejaVu Sans"/>
                <a:cs typeface="DejaVu Sans"/>
              </a:defRPr>
            </a:lvl5pPr>
            <a:lvl6pPr algn="ctr">
              <a:defRPr sz="1875" b="1">
                <a:solidFill>
                  <a:srgbClr val="1674D1"/>
                </a:solidFill>
                <a:latin typeface="DejaVu Sans"/>
                <a:ea typeface="DejaVu Sans"/>
                <a:cs typeface="DejaVu Sans"/>
              </a:defRPr>
            </a:lvl6pPr>
            <a:lvl7pPr algn="ctr">
              <a:defRPr sz="1875" b="1">
                <a:solidFill>
                  <a:srgbClr val="1674D1"/>
                </a:solidFill>
                <a:latin typeface="DejaVu Sans"/>
                <a:ea typeface="DejaVu Sans"/>
                <a:cs typeface="DejaVu Sans"/>
              </a:defRPr>
            </a:lvl7pPr>
            <a:lvl8pPr algn="ctr">
              <a:defRPr sz="1875" b="1">
                <a:solidFill>
                  <a:srgbClr val="1674D1"/>
                </a:solidFill>
                <a:latin typeface="DejaVu Sans"/>
                <a:ea typeface="DejaVu Sans"/>
                <a:cs typeface="DejaVu Sans"/>
              </a:defRPr>
            </a:lvl8pPr>
            <a:lvl9pPr algn="ctr">
              <a:defRPr sz="1875" b="1">
                <a:solidFill>
                  <a:srgbClr val="1674D1"/>
                </a:solidFill>
                <a:latin typeface="DejaVu Sans"/>
                <a:ea typeface="DejaVu Sans"/>
                <a:cs typeface="DejaVu Sans"/>
              </a:defRPr>
            </a:lvl9pPr>
          </a:lstStyle>
          <a:p xmlns:a="http://schemas.openxmlformats.org/drawingml/2006/main">
            <a:pPr algn="ctr">
              <a:defRPr sz="1875" b="1">
                <a:solidFill>
                  <a:srgbClr val="1674D1"/>
                </a:solidFill>
                <a:latin typeface="DejaVu Sans"/>
                <a:ea typeface="DejaVu Sans"/>
                <a:cs typeface="DejaVu Sans"/>
              </a:defRPr>
            </a:pPr>
            <a:r>
              <a:rPr sz="1875" b="1">
                <a:solidFill>
                  <a:srgbClr val="1674D1"/>
                </a:solidFill>
                <a:latin typeface="DejaVu Sans"/>
                <a:ea typeface="DejaVu Sans"/>
                <a:cs typeface="DejaVu Sans"/>
              </a:rPr>
              <a:t>R: 1 ch</a:t>
            </a:r>
          </a:p>
        </p:txBody>
      </p:sp>
      <p:sp>
        <p:nvSpPr>
          <p:cNvPr id="43" name="path-679">
            <a:extLst xmlns:a="http://schemas.openxmlformats.org/drawingml/2006/main">
              <a:ext uri="{FF2B5EF4-FFF2-40B4-BE49-F238E27FC236}">
                <a16:creationId xmlns:a16="http://schemas.microsoft.com/office/drawing/2014/main" id="{F8CC68D6-4701-46E3-86D3-6BA02F954DDF}"/>
              </a:ext>
            </a:extLst>
          </p:cNvPr>
          <p:cNvSpPr>
            <a:spLocks xmlns:a="http://schemas.openxmlformats.org/drawingml/2006/main" noGrp="1"/>
          </p:cNvSpPr>
          <p:nvPr/>
        </p:nvSpPr>
        <p:spPr>
          <a:xfrm xmlns:a="http://schemas.openxmlformats.org/drawingml/2006/main">
            <a:off x="3667125" y="3495675"/>
            <a:ext cx="409575" cy="953"/>
          </a:xfrm>
          <a:custGeom xmlns:a="http://schemas.openxmlformats.org/drawingml/2006/main">
            <a:pathLst>
              <a:path w="409575" h="953">
                <a:moveTo>
                  <a:pt x="0" y="0"/>
                </a:moveTo>
                <a:lnTo>
                  <a:pt x="409575" y="0"/>
                </a:lnTo>
              </a:path>
            </a:pathLst>
          </a:custGeom>
          <a:noFill xmlns:a="http://schemas.openxmlformats.org/drawingml/2006/main"/>
          <a:ln xmlns:a="http://schemas.openxmlformats.org/drawingml/2006/main" w="22860">
            <a:solidFill>
              <a:srgbClr val="1674D1"/>
            </a:solidFill>
            <a:prstDash val="solid"/>
          </a:ln>
        </p:spPr>
      </p:sp>
      <p:sp>
        <p:nvSpPr>
          <p:cNvPr id="44" name="path-680">
            <a:extLst xmlns:a="http://schemas.openxmlformats.org/drawingml/2006/main">
              <a:ext uri="{FF2B5EF4-FFF2-40B4-BE49-F238E27FC236}">
                <a16:creationId xmlns:a16="http://schemas.microsoft.com/office/drawing/2014/main" id="{8671D378-A3C8-4D8A-8CEF-6EB8089F3E2D}"/>
              </a:ext>
            </a:extLst>
          </p:cNvPr>
          <p:cNvSpPr>
            <a:spLocks xmlns:a="http://schemas.openxmlformats.org/drawingml/2006/main" noGrp="1"/>
          </p:cNvSpPr>
          <p:nvPr/>
        </p:nvSpPr>
        <p:spPr>
          <a:xfrm xmlns:a="http://schemas.openxmlformats.org/drawingml/2006/main">
            <a:off x="3981450" y="3451860"/>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1674D1"/>
          </a:solidFill>
          <a:ln xmlns:a="http://schemas.openxmlformats.org/drawingml/2006/main" w="0">
            <a:solidFill>
              <a:srgbClr val="1674D1"/>
            </a:solidFill>
            <a:prstDash val="solid"/>
          </a:ln>
        </p:spPr>
      </p:sp>
      <p:sp>
        <p:nvSpPr>
          <p:cNvPr id="45" name="path-681">
            <a:extLst xmlns:a="http://schemas.openxmlformats.org/drawingml/2006/main">
              <a:ext uri="{FF2B5EF4-FFF2-40B4-BE49-F238E27FC236}">
                <a16:creationId xmlns:a16="http://schemas.microsoft.com/office/drawing/2014/main" id="{EEBFDABD-35B5-41CD-AB5B-C908E57D4D3D}"/>
              </a:ext>
            </a:extLst>
          </p:cNvPr>
          <p:cNvSpPr>
            <a:spLocks xmlns:a="http://schemas.openxmlformats.org/drawingml/2006/main" noGrp="1"/>
          </p:cNvSpPr>
          <p:nvPr/>
        </p:nvSpPr>
        <p:spPr>
          <a:xfrm xmlns:a="http://schemas.openxmlformats.org/drawingml/2006/main">
            <a:off x="2076450" y="2314575"/>
            <a:ext cx="3143250" cy="781050"/>
          </a:xfrm>
          <a:custGeom xmlns:a="http://schemas.openxmlformats.org/drawingml/2006/main">
            <a:pathLst>
              <a:path w="3143250" h="781050">
                <a:moveTo>
                  <a:pt x="3143250" y="0"/>
                </a:moveTo>
                <a:lnTo>
                  <a:pt x="3143250" y="390525"/>
                </a:lnTo>
                <a:lnTo>
                  <a:pt x="0" y="390525"/>
                </a:lnTo>
                <a:lnTo>
                  <a:pt x="0" y="781050"/>
                </a:lnTo>
              </a:path>
            </a:pathLst>
          </a:custGeom>
          <a:noFill xmlns:a="http://schemas.openxmlformats.org/drawingml/2006/main"/>
          <a:ln xmlns:a="http://schemas.openxmlformats.org/drawingml/2006/main" w="22860">
            <a:solidFill>
              <a:srgbClr val="1674D1"/>
            </a:solidFill>
            <a:prstDash val="solid"/>
          </a:ln>
        </p:spPr>
      </p:sp>
      <p:sp>
        <p:nvSpPr>
          <p:cNvPr id="46" name="path-682">
            <a:extLst xmlns:a="http://schemas.openxmlformats.org/drawingml/2006/main">
              <a:ext uri="{FF2B5EF4-FFF2-40B4-BE49-F238E27FC236}">
                <a16:creationId xmlns:a16="http://schemas.microsoft.com/office/drawing/2014/main" id="{511F44D3-8D6E-4409-8136-AB4401045A6F}"/>
              </a:ext>
            </a:extLst>
          </p:cNvPr>
          <p:cNvSpPr>
            <a:spLocks xmlns:a="http://schemas.openxmlformats.org/drawingml/2006/main" noGrp="1"/>
          </p:cNvSpPr>
          <p:nvPr/>
        </p:nvSpPr>
        <p:spPr>
          <a:xfrm xmlns:a="http://schemas.openxmlformats.org/drawingml/2006/main">
            <a:off x="2032635" y="3000375"/>
            <a:ext cx="87630" cy="95250"/>
          </a:xfrm>
          <a:custGeom xmlns:a="http://schemas.openxmlformats.org/drawingml/2006/main">
            <a:pathLst>
              <a:path w="87630" h="95250">
                <a:moveTo>
                  <a:pt x="43815" y="95250"/>
                </a:moveTo>
                <a:lnTo>
                  <a:pt x="87630" y="0"/>
                </a:lnTo>
                <a:lnTo>
                  <a:pt x="0" y="0"/>
                </a:lnTo>
                <a:close/>
              </a:path>
            </a:pathLst>
          </a:custGeom>
          <a:solidFill xmlns:a="http://schemas.openxmlformats.org/drawingml/2006/main">
            <a:srgbClr val="1674D1"/>
          </a:solidFill>
          <a:ln xmlns:a="http://schemas.openxmlformats.org/drawingml/2006/main" w="0">
            <a:solidFill>
              <a:srgbClr val="1674D1"/>
            </a:solidFill>
            <a:prstDash val="solid"/>
          </a:ln>
        </p:spPr>
      </p:sp>
      <p:sp>
        <p:nvSpPr>
          <p:cNvPr id="47" name="path-683">
            <a:extLst xmlns:a="http://schemas.openxmlformats.org/drawingml/2006/main">
              <a:ext uri="{FF2B5EF4-FFF2-40B4-BE49-F238E27FC236}">
                <a16:creationId xmlns:a16="http://schemas.microsoft.com/office/drawing/2014/main" id="{7A8ED126-C02D-46CC-9A65-49EBCC63D1EC}"/>
              </a:ext>
            </a:extLst>
          </p:cNvPr>
          <p:cNvSpPr>
            <a:spLocks xmlns:a="http://schemas.openxmlformats.org/drawingml/2006/main" noGrp="1"/>
          </p:cNvSpPr>
          <p:nvPr/>
        </p:nvSpPr>
        <p:spPr>
          <a:xfrm xmlns:a="http://schemas.openxmlformats.org/drawingml/2006/main">
            <a:off x="5838825" y="1971675"/>
            <a:ext cx="219075" cy="2390775"/>
          </a:xfrm>
          <a:custGeom xmlns:a="http://schemas.openxmlformats.org/drawingml/2006/main">
            <a:pathLst>
              <a:path w="219075" h="2390775">
                <a:moveTo>
                  <a:pt x="0" y="0"/>
                </a:moveTo>
                <a:lnTo>
                  <a:pt x="219075" y="0"/>
                </a:lnTo>
                <a:lnTo>
                  <a:pt x="219075" y="2390775"/>
                </a:lnTo>
              </a:path>
            </a:pathLst>
          </a:custGeom>
          <a:noFill xmlns:a="http://schemas.openxmlformats.org/drawingml/2006/main"/>
          <a:ln xmlns:a="http://schemas.openxmlformats.org/drawingml/2006/main" w="22860">
            <a:solidFill>
              <a:srgbClr val="1674D1"/>
            </a:solidFill>
            <a:prstDash val="solid"/>
          </a:ln>
        </p:spPr>
      </p:sp>
      <p:sp>
        <p:nvSpPr>
          <p:cNvPr id="48" name="path-684">
            <a:extLst xmlns:a="http://schemas.openxmlformats.org/drawingml/2006/main">
              <a:ext uri="{FF2B5EF4-FFF2-40B4-BE49-F238E27FC236}">
                <a16:creationId xmlns:a16="http://schemas.microsoft.com/office/drawing/2014/main" id="{2DC6496D-4211-45F3-A0E5-3155FEC999C4}"/>
              </a:ext>
            </a:extLst>
          </p:cNvPr>
          <p:cNvSpPr>
            <a:spLocks xmlns:a="http://schemas.openxmlformats.org/drawingml/2006/main" noGrp="1"/>
          </p:cNvSpPr>
          <p:nvPr/>
        </p:nvSpPr>
        <p:spPr>
          <a:xfrm xmlns:a="http://schemas.openxmlformats.org/drawingml/2006/main">
            <a:off x="6014085" y="4267200"/>
            <a:ext cx="87630" cy="95250"/>
          </a:xfrm>
          <a:custGeom xmlns:a="http://schemas.openxmlformats.org/drawingml/2006/main">
            <a:pathLst>
              <a:path w="87630" h="95250">
                <a:moveTo>
                  <a:pt x="43815" y="95250"/>
                </a:moveTo>
                <a:lnTo>
                  <a:pt x="87630" y="0"/>
                </a:lnTo>
                <a:lnTo>
                  <a:pt x="0" y="0"/>
                </a:lnTo>
                <a:close/>
              </a:path>
            </a:pathLst>
          </a:custGeom>
          <a:solidFill xmlns:a="http://schemas.openxmlformats.org/drawingml/2006/main">
            <a:srgbClr val="1674D1"/>
          </a:solidFill>
          <a:ln xmlns:a="http://schemas.openxmlformats.org/drawingml/2006/main" w="0">
            <a:solidFill>
              <a:srgbClr val="1674D1"/>
            </a:solidFill>
            <a:prstDash val="solid"/>
          </a:ln>
        </p:spPr>
      </p:sp>
      <p:sp>
        <p:nvSpPr>
          <p:cNvPr id="49" name="shape-685">
            <a:extLst xmlns:a="http://schemas.openxmlformats.org/drawingml/2006/main">
              <a:ext uri="{FF2B5EF4-FFF2-40B4-BE49-F238E27FC236}">
                <a16:creationId xmlns:a16="http://schemas.microsoft.com/office/drawing/2014/main" id="{9ECE9561-9334-4649-AF83-4169EC8A7120}"/>
              </a:ext>
            </a:extLst>
          </p:cNvPr>
          <p:cNvSpPr>
            <a:spLocks xmlns:a="http://schemas.openxmlformats.org/drawingml/2006/main" noGrp="1"/>
          </p:cNvSpPr>
          <p:nvPr/>
        </p:nvSpPr>
        <p:spPr>
          <a:xfrm xmlns:a="http://schemas.openxmlformats.org/drawingml/2006/main" rot="0">
            <a:off x="6496050" y="3095625"/>
            <a:ext cx="3133725" cy="800100"/>
          </a:xfrm>
          <a:prstGeom xmlns:a="http://schemas.openxmlformats.org/drawingml/2006/main" prst="rect">
            <a:avLst/>
          </a:prstGeom>
          <a:solidFill xmlns:a="http://schemas.openxmlformats.org/drawingml/2006/main">
            <a:srgbClr val="FBE8D8"/>
          </a:solidFill>
          <a:ln xmlns:a="http://schemas.openxmlformats.org/drawingml/2006/main" w="15240">
            <a:solidFill>
              <a:srgbClr val="C86A1B"/>
            </a:solidFill>
            <a:prstDash val="solid"/>
          </a:ln>
        </p:spPr>
      </p:sp>
      <p:sp>
        <p:nvSpPr>
          <p:cNvPr id="50" name="label-686">
            <a:extLst xmlns:a="http://schemas.openxmlformats.org/drawingml/2006/main">
              <a:ext uri="{FF2B5EF4-FFF2-40B4-BE49-F238E27FC236}">
                <a16:creationId xmlns:a16="http://schemas.microsoft.com/office/drawing/2014/main" id="{BFE36612-8EA9-4F6A-8AD7-D735D5A1257C}"/>
              </a:ext>
            </a:extLst>
          </p:cNvPr>
          <p:cNvSpPr>
            <a:spLocks xmlns:a="http://schemas.openxmlformats.org/drawingml/2006/main" noGrp="1"/>
          </p:cNvSpPr>
          <p:nvPr/>
        </p:nvSpPr>
        <p:spPr>
          <a:xfrm xmlns:a="http://schemas.openxmlformats.org/drawingml/2006/main">
            <a:off x="6572250" y="3143250"/>
            <a:ext cx="2981325"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C86A1B"/>
                </a:solidFill>
                <a:latin typeface="DejaVu Sans"/>
                <a:ea typeface="DejaVu Sans"/>
                <a:cs typeface="DejaVu Sans"/>
              </a:defRPr>
            </a:defPPr>
            <a:lvl1pPr algn="ctr">
              <a:defRPr sz="1725" b="1">
                <a:solidFill>
                  <a:srgbClr val="C86A1B"/>
                </a:solidFill>
                <a:latin typeface="DejaVu Sans"/>
                <a:ea typeface="DejaVu Sans"/>
                <a:cs typeface="DejaVu Sans"/>
              </a:defRPr>
            </a:lvl1pPr>
            <a:lvl2pPr algn="ctr">
              <a:defRPr sz="1725" b="1">
                <a:solidFill>
                  <a:srgbClr val="C86A1B"/>
                </a:solidFill>
                <a:latin typeface="DejaVu Sans"/>
                <a:ea typeface="DejaVu Sans"/>
                <a:cs typeface="DejaVu Sans"/>
              </a:defRPr>
            </a:lvl2pPr>
            <a:lvl3pPr algn="ctr">
              <a:defRPr sz="1725" b="1">
                <a:solidFill>
                  <a:srgbClr val="C86A1B"/>
                </a:solidFill>
                <a:latin typeface="DejaVu Sans"/>
                <a:ea typeface="DejaVu Sans"/>
                <a:cs typeface="DejaVu Sans"/>
              </a:defRPr>
            </a:lvl3pPr>
            <a:lvl4pPr algn="ctr">
              <a:defRPr sz="1725" b="1">
                <a:solidFill>
                  <a:srgbClr val="C86A1B"/>
                </a:solidFill>
                <a:latin typeface="DejaVu Sans"/>
                <a:ea typeface="DejaVu Sans"/>
                <a:cs typeface="DejaVu Sans"/>
              </a:defRPr>
            </a:lvl4pPr>
            <a:lvl5pPr algn="ctr">
              <a:defRPr sz="1725" b="1">
                <a:solidFill>
                  <a:srgbClr val="C86A1B"/>
                </a:solidFill>
                <a:latin typeface="DejaVu Sans"/>
                <a:ea typeface="DejaVu Sans"/>
                <a:cs typeface="DejaVu Sans"/>
              </a:defRPr>
            </a:lvl5pPr>
            <a:lvl6pPr algn="ctr">
              <a:defRPr sz="1725" b="1">
                <a:solidFill>
                  <a:srgbClr val="C86A1B"/>
                </a:solidFill>
                <a:latin typeface="DejaVu Sans"/>
                <a:ea typeface="DejaVu Sans"/>
                <a:cs typeface="DejaVu Sans"/>
              </a:defRPr>
            </a:lvl6pPr>
            <a:lvl7pPr algn="ctr">
              <a:defRPr sz="1725" b="1">
                <a:solidFill>
                  <a:srgbClr val="C86A1B"/>
                </a:solidFill>
                <a:latin typeface="DejaVu Sans"/>
                <a:ea typeface="DejaVu Sans"/>
                <a:cs typeface="DejaVu Sans"/>
              </a:defRPr>
            </a:lvl7pPr>
            <a:lvl8pPr algn="ctr">
              <a:defRPr sz="1725" b="1">
                <a:solidFill>
                  <a:srgbClr val="C86A1B"/>
                </a:solidFill>
                <a:latin typeface="DejaVu Sans"/>
                <a:ea typeface="DejaVu Sans"/>
                <a:cs typeface="DejaVu Sans"/>
              </a:defRPr>
            </a:lvl8pPr>
            <a:lvl9pPr algn="ctr">
              <a:defRPr sz="1725" b="1">
                <a:solidFill>
                  <a:srgbClr val="C86A1B"/>
                </a:solidFill>
                <a:latin typeface="DejaVu Sans"/>
                <a:ea typeface="DejaVu Sans"/>
                <a:cs typeface="DejaVu Sans"/>
              </a:defRPr>
            </a:lvl9pPr>
          </a:lstStyle>
          <a:p xmlns:a="http://schemas.openxmlformats.org/drawingml/2006/main">
            <a:pPr algn="ctr">
              <a:defRPr sz="1725" b="1">
                <a:solidFill>
                  <a:srgbClr val="C86A1B"/>
                </a:solidFill>
                <a:latin typeface="DejaVu Sans"/>
                <a:ea typeface="DejaVu Sans"/>
                <a:cs typeface="DejaVu Sans"/>
              </a:defRPr>
            </a:pPr>
            <a:r>
              <a:rPr sz="1725" b="1">
                <a:solidFill>
                  <a:srgbClr val="C86A1B"/>
                </a:solidFill>
                <a:latin typeface="DejaVu Sans"/>
                <a:ea typeface="DejaVu Sans"/>
                <a:cs typeface="DejaVu Sans"/>
              </a:rPr>
              <a:t>Channel L2 norm</a:t>
            </a:r>
          </a:p>
          <a:p xmlns:a="http://schemas.openxmlformats.org/drawingml/2006/main">
            <a:pPr algn="ctr">
              <a:defRPr sz="1725" b="1">
                <a:solidFill>
                  <a:srgbClr val="C86A1B"/>
                </a:solidFill>
                <a:latin typeface="DejaVu Sans"/>
                <a:ea typeface="DejaVu Sans"/>
                <a:cs typeface="DejaVu Sans"/>
              </a:defRPr>
            </a:pPr>
            <a:r>
              <a:rPr sz="1725" b="1">
                <a:solidFill>
                  <a:srgbClr val="C86A1B"/>
                </a:solidFill>
                <a:latin typeface="DejaVu Sans"/>
                <a:ea typeface="DejaVu Sans"/>
                <a:cs typeface="DejaVu Sans"/>
              </a:rPr>
              <a:t>÷ spatial maximum</a:t>
            </a:r>
          </a:p>
        </p:txBody>
      </p:sp>
      <p:sp>
        <p:nvSpPr>
          <p:cNvPr id="51" name="shape-687">
            <a:extLst xmlns:a="http://schemas.openxmlformats.org/drawingml/2006/main">
              <a:ext uri="{FF2B5EF4-FFF2-40B4-BE49-F238E27FC236}">
                <a16:creationId xmlns:a16="http://schemas.microsoft.com/office/drawing/2014/main" id="{40E9A55B-AC09-48DA-B510-50EAE06BEEBA}"/>
              </a:ext>
            </a:extLst>
          </p:cNvPr>
          <p:cNvSpPr>
            <a:spLocks xmlns:a="http://schemas.openxmlformats.org/drawingml/2006/main" noGrp="1"/>
          </p:cNvSpPr>
          <p:nvPr/>
        </p:nvSpPr>
        <p:spPr>
          <a:xfrm xmlns:a="http://schemas.openxmlformats.org/drawingml/2006/main" rot="0">
            <a:off x="10039350" y="3095625"/>
            <a:ext cx="1619250" cy="800100"/>
          </a:xfrm>
          <a:prstGeom xmlns:a="http://schemas.openxmlformats.org/drawingml/2006/main" prst="rect">
            <a:avLst/>
          </a:prstGeom>
          <a:solidFill xmlns:a="http://schemas.openxmlformats.org/drawingml/2006/main">
            <a:srgbClr val="FBE8D8"/>
          </a:solidFill>
          <a:ln xmlns:a="http://schemas.openxmlformats.org/drawingml/2006/main" w="15240">
            <a:solidFill>
              <a:srgbClr val="C86A1B"/>
            </a:solidFill>
            <a:prstDash val="solid"/>
          </a:ln>
        </p:spPr>
      </p:sp>
      <p:sp>
        <p:nvSpPr>
          <p:cNvPr id="52" name="label-688">
            <a:extLst xmlns:a="http://schemas.openxmlformats.org/drawingml/2006/main">
              <a:ext uri="{FF2B5EF4-FFF2-40B4-BE49-F238E27FC236}">
                <a16:creationId xmlns:a16="http://schemas.microsoft.com/office/drawing/2014/main" id="{3570F804-4963-41C3-A591-636A0888E9E5}"/>
              </a:ext>
            </a:extLst>
          </p:cNvPr>
          <p:cNvSpPr>
            <a:spLocks xmlns:a="http://schemas.openxmlformats.org/drawingml/2006/main" noGrp="1"/>
          </p:cNvSpPr>
          <p:nvPr/>
        </p:nvSpPr>
        <p:spPr>
          <a:xfrm xmlns:a="http://schemas.openxmlformats.org/drawingml/2006/main">
            <a:off x="10115550" y="3143250"/>
            <a:ext cx="14668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75" b="1">
                <a:solidFill>
                  <a:srgbClr val="C86A1B"/>
                </a:solidFill>
                <a:latin typeface="DejaVu Sans"/>
                <a:ea typeface="DejaVu Sans"/>
                <a:cs typeface="DejaVu Sans"/>
              </a:defRPr>
            </a:defPPr>
            <a:lvl1pPr algn="ctr">
              <a:defRPr sz="1875" b="1">
                <a:solidFill>
                  <a:srgbClr val="C86A1B"/>
                </a:solidFill>
                <a:latin typeface="DejaVu Sans"/>
                <a:ea typeface="DejaVu Sans"/>
                <a:cs typeface="DejaVu Sans"/>
              </a:defRPr>
            </a:lvl1pPr>
            <a:lvl2pPr algn="ctr">
              <a:defRPr sz="1875" b="1">
                <a:solidFill>
                  <a:srgbClr val="C86A1B"/>
                </a:solidFill>
                <a:latin typeface="DejaVu Sans"/>
                <a:ea typeface="DejaVu Sans"/>
                <a:cs typeface="DejaVu Sans"/>
              </a:defRPr>
            </a:lvl2pPr>
            <a:lvl3pPr algn="ctr">
              <a:defRPr sz="1875" b="1">
                <a:solidFill>
                  <a:srgbClr val="C86A1B"/>
                </a:solidFill>
                <a:latin typeface="DejaVu Sans"/>
                <a:ea typeface="DejaVu Sans"/>
                <a:cs typeface="DejaVu Sans"/>
              </a:defRPr>
            </a:lvl3pPr>
            <a:lvl4pPr algn="ctr">
              <a:defRPr sz="1875" b="1">
                <a:solidFill>
                  <a:srgbClr val="C86A1B"/>
                </a:solidFill>
                <a:latin typeface="DejaVu Sans"/>
                <a:ea typeface="DejaVu Sans"/>
                <a:cs typeface="DejaVu Sans"/>
              </a:defRPr>
            </a:lvl4pPr>
            <a:lvl5pPr algn="ctr">
              <a:defRPr sz="1875" b="1">
                <a:solidFill>
                  <a:srgbClr val="C86A1B"/>
                </a:solidFill>
                <a:latin typeface="DejaVu Sans"/>
                <a:ea typeface="DejaVu Sans"/>
                <a:cs typeface="DejaVu Sans"/>
              </a:defRPr>
            </a:lvl5pPr>
            <a:lvl6pPr algn="ctr">
              <a:defRPr sz="1875" b="1">
                <a:solidFill>
                  <a:srgbClr val="C86A1B"/>
                </a:solidFill>
                <a:latin typeface="DejaVu Sans"/>
                <a:ea typeface="DejaVu Sans"/>
                <a:cs typeface="DejaVu Sans"/>
              </a:defRPr>
            </a:lvl6pPr>
            <a:lvl7pPr algn="ctr">
              <a:defRPr sz="1875" b="1">
                <a:solidFill>
                  <a:srgbClr val="C86A1B"/>
                </a:solidFill>
                <a:latin typeface="DejaVu Sans"/>
                <a:ea typeface="DejaVu Sans"/>
                <a:cs typeface="DejaVu Sans"/>
              </a:defRPr>
            </a:lvl7pPr>
            <a:lvl8pPr algn="ctr">
              <a:defRPr sz="1875" b="1">
                <a:solidFill>
                  <a:srgbClr val="C86A1B"/>
                </a:solidFill>
                <a:latin typeface="DejaVu Sans"/>
                <a:ea typeface="DejaVu Sans"/>
                <a:cs typeface="DejaVu Sans"/>
              </a:defRPr>
            </a:lvl8pPr>
            <a:lvl9pPr algn="ctr">
              <a:defRPr sz="1875" b="1">
                <a:solidFill>
                  <a:srgbClr val="C86A1B"/>
                </a:solidFill>
                <a:latin typeface="DejaVu Sans"/>
                <a:ea typeface="DejaVu Sans"/>
                <a:cs typeface="DejaVu Sans"/>
              </a:defRPr>
            </a:lvl9pPr>
          </a:lstStyle>
          <a:p xmlns:a="http://schemas.openxmlformats.org/drawingml/2006/main">
            <a:pPr algn="ctr">
              <a:defRPr sz="1875" b="1">
                <a:solidFill>
                  <a:srgbClr val="C86A1B"/>
                </a:solidFill>
                <a:latin typeface="DejaVu Sans"/>
                <a:ea typeface="DejaVu Sans"/>
                <a:cs typeface="DejaVu Sans"/>
              </a:defRPr>
            </a:pPr>
            <a:r>
              <a:rPr sz="1875" b="1">
                <a:solidFill>
                  <a:srgbClr val="C86A1B"/>
                </a:solidFill>
                <a:latin typeface="DejaVu Sans"/>
                <a:ea typeface="DejaVu Sans"/>
                <a:cs typeface="DejaVu Sans"/>
              </a:rPr>
              <a:t>O: 1 ch</a:t>
            </a:r>
          </a:p>
        </p:txBody>
      </p:sp>
      <p:sp>
        <p:nvSpPr>
          <p:cNvPr id="53" name="path-689">
            <a:extLst xmlns:a="http://schemas.openxmlformats.org/drawingml/2006/main">
              <a:ext uri="{FF2B5EF4-FFF2-40B4-BE49-F238E27FC236}">
                <a16:creationId xmlns:a16="http://schemas.microsoft.com/office/drawing/2014/main" id="{38EEF96D-85E6-4D01-9C4A-AF27107061BD}"/>
              </a:ext>
            </a:extLst>
          </p:cNvPr>
          <p:cNvSpPr>
            <a:spLocks xmlns:a="http://schemas.openxmlformats.org/drawingml/2006/main" noGrp="1"/>
          </p:cNvSpPr>
          <p:nvPr/>
        </p:nvSpPr>
        <p:spPr>
          <a:xfrm xmlns:a="http://schemas.openxmlformats.org/drawingml/2006/main">
            <a:off x="9629775" y="3495675"/>
            <a:ext cx="409575" cy="953"/>
          </a:xfrm>
          <a:custGeom xmlns:a="http://schemas.openxmlformats.org/drawingml/2006/main">
            <a:pathLst>
              <a:path w="409575" h="953">
                <a:moveTo>
                  <a:pt x="0" y="0"/>
                </a:moveTo>
                <a:lnTo>
                  <a:pt x="409575" y="0"/>
                </a:lnTo>
              </a:path>
            </a:pathLst>
          </a:custGeom>
          <a:noFill xmlns:a="http://schemas.openxmlformats.org/drawingml/2006/main"/>
          <a:ln xmlns:a="http://schemas.openxmlformats.org/drawingml/2006/main" w="22860">
            <a:solidFill>
              <a:srgbClr val="C86A1B"/>
            </a:solidFill>
            <a:prstDash val="solid"/>
          </a:ln>
        </p:spPr>
      </p:sp>
      <p:sp>
        <p:nvSpPr>
          <p:cNvPr id="54" name="path-690">
            <a:extLst xmlns:a="http://schemas.openxmlformats.org/drawingml/2006/main">
              <a:ext uri="{FF2B5EF4-FFF2-40B4-BE49-F238E27FC236}">
                <a16:creationId xmlns:a16="http://schemas.microsoft.com/office/drawing/2014/main" id="{6E8B1DC0-17E2-4CF2-99BF-CEBAD828B55E}"/>
              </a:ext>
            </a:extLst>
          </p:cNvPr>
          <p:cNvSpPr>
            <a:spLocks xmlns:a="http://schemas.openxmlformats.org/drawingml/2006/main" noGrp="1"/>
          </p:cNvSpPr>
          <p:nvPr/>
        </p:nvSpPr>
        <p:spPr>
          <a:xfrm xmlns:a="http://schemas.openxmlformats.org/drawingml/2006/main">
            <a:off x="9944100" y="3451860"/>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C86A1B"/>
          </a:solidFill>
          <a:ln xmlns:a="http://schemas.openxmlformats.org/drawingml/2006/main" w="0">
            <a:solidFill>
              <a:srgbClr val="C86A1B"/>
            </a:solidFill>
            <a:prstDash val="solid"/>
          </a:ln>
        </p:spPr>
      </p:sp>
      <p:sp>
        <p:nvSpPr>
          <p:cNvPr id="55" name="path-691">
            <a:extLst xmlns:a="http://schemas.openxmlformats.org/drawingml/2006/main">
              <a:ext uri="{FF2B5EF4-FFF2-40B4-BE49-F238E27FC236}">
                <a16:creationId xmlns:a16="http://schemas.microsoft.com/office/drawing/2014/main" id="{273E1D02-F8EC-4535-AC09-6A513647E64B}"/>
              </a:ext>
            </a:extLst>
          </p:cNvPr>
          <p:cNvSpPr>
            <a:spLocks xmlns:a="http://schemas.openxmlformats.org/drawingml/2006/main" noGrp="1"/>
          </p:cNvSpPr>
          <p:nvPr/>
        </p:nvSpPr>
        <p:spPr>
          <a:xfrm xmlns:a="http://schemas.openxmlformats.org/drawingml/2006/main">
            <a:off x="8048625" y="2314575"/>
            <a:ext cx="3095625" cy="781050"/>
          </a:xfrm>
          <a:custGeom xmlns:a="http://schemas.openxmlformats.org/drawingml/2006/main">
            <a:pathLst>
              <a:path w="3095625" h="781050">
                <a:moveTo>
                  <a:pt x="3095625" y="0"/>
                </a:moveTo>
                <a:lnTo>
                  <a:pt x="3095625" y="390525"/>
                </a:lnTo>
                <a:lnTo>
                  <a:pt x="0" y="390525"/>
                </a:lnTo>
                <a:lnTo>
                  <a:pt x="0" y="781050"/>
                </a:lnTo>
              </a:path>
            </a:pathLst>
          </a:custGeom>
          <a:noFill xmlns:a="http://schemas.openxmlformats.org/drawingml/2006/main"/>
          <a:ln xmlns:a="http://schemas.openxmlformats.org/drawingml/2006/main" w="22860">
            <a:solidFill>
              <a:srgbClr val="C86A1B"/>
            </a:solidFill>
            <a:prstDash val="solid"/>
          </a:ln>
        </p:spPr>
      </p:sp>
      <p:sp>
        <p:nvSpPr>
          <p:cNvPr id="56" name="path-692">
            <a:extLst xmlns:a="http://schemas.openxmlformats.org/drawingml/2006/main">
              <a:ext uri="{FF2B5EF4-FFF2-40B4-BE49-F238E27FC236}">
                <a16:creationId xmlns:a16="http://schemas.microsoft.com/office/drawing/2014/main" id="{67F14CF5-AC59-4986-A63B-73D759F44C71}"/>
              </a:ext>
            </a:extLst>
          </p:cNvPr>
          <p:cNvSpPr>
            <a:spLocks xmlns:a="http://schemas.openxmlformats.org/drawingml/2006/main" noGrp="1"/>
          </p:cNvSpPr>
          <p:nvPr/>
        </p:nvSpPr>
        <p:spPr>
          <a:xfrm xmlns:a="http://schemas.openxmlformats.org/drawingml/2006/main">
            <a:off x="8004810" y="3000375"/>
            <a:ext cx="87630" cy="95250"/>
          </a:xfrm>
          <a:custGeom xmlns:a="http://schemas.openxmlformats.org/drawingml/2006/main">
            <a:pathLst>
              <a:path w="87630" h="95250">
                <a:moveTo>
                  <a:pt x="43815" y="95250"/>
                </a:moveTo>
                <a:lnTo>
                  <a:pt x="87630" y="0"/>
                </a:lnTo>
                <a:lnTo>
                  <a:pt x="0" y="0"/>
                </a:lnTo>
                <a:close/>
              </a:path>
            </a:pathLst>
          </a:custGeom>
          <a:solidFill xmlns:a="http://schemas.openxmlformats.org/drawingml/2006/main">
            <a:srgbClr val="C86A1B"/>
          </a:solidFill>
          <a:ln xmlns:a="http://schemas.openxmlformats.org/drawingml/2006/main" w="0">
            <a:solidFill>
              <a:srgbClr val="C86A1B"/>
            </a:solidFill>
            <a:prstDash val="solid"/>
          </a:ln>
        </p:spPr>
      </p:sp>
      <p:sp>
        <p:nvSpPr>
          <p:cNvPr id="57" name="path-693">
            <a:extLst xmlns:a="http://schemas.openxmlformats.org/drawingml/2006/main">
              <a:ext uri="{FF2B5EF4-FFF2-40B4-BE49-F238E27FC236}">
                <a16:creationId xmlns:a16="http://schemas.microsoft.com/office/drawing/2014/main" id="{AF6DC631-1654-4763-AB8D-768E1347B4EB}"/>
              </a:ext>
            </a:extLst>
          </p:cNvPr>
          <p:cNvSpPr>
            <a:spLocks xmlns:a="http://schemas.openxmlformats.org/drawingml/2006/main" noGrp="1"/>
          </p:cNvSpPr>
          <p:nvPr/>
        </p:nvSpPr>
        <p:spPr>
          <a:xfrm xmlns:a="http://schemas.openxmlformats.org/drawingml/2006/main">
            <a:off x="11430000" y="1971675"/>
            <a:ext cx="476250" cy="2390775"/>
          </a:xfrm>
          <a:custGeom xmlns:a="http://schemas.openxmlformats.org/drawingml/2006/main">
            <a:pathLst>
              <a:path w="476250" h="2390775">
                <a:moveTo>
                  <a:pt x="381000" y="0"/>
                </a:moveTo>
                <a:lnTo>
                  <a:pt x="476250" y="0"/>
                </a:lnTo>
                <a:lnTo>
                  <a:pt x="476250" y="2257425"/>
                </a:lnTo>
                <a:lnTo>
                  <a:pt x="0" y="2257425"/>
                </a:lnTo>
                <a:lnTo>
                  <a:pt x="0" y="2390775"/>
                </a:lnTo>
              </a:path>
            </a:pathLst>
          </a:custGeom>
          <a:noFill xmlns:a="http://schemas.openxmlformats.org/drawingml/2006/main"/>
          <a:ln xmlns:a="http://schemas.openxmlformats.org/drawingml/2006/main" w="22860">
            <a:solidFill>
              <a:srgbClr val="C86A1B"/>
            </a:solidFill>
            <a:prstDash val="solid"/>
          </a:ln>
        </p:spPr>
      </p:sp>
      <p:sp>
        <p:nvSpPr>
          <p:cNvPr id="58" name="path-694">
            <a:extLst xmlns:a="http://schemas.openxmlformats.org/drawingml/2006/main">
              <a:ext uri="{FF2B5EF4-FFF2-40B4-BE49-F238E27FC236}">
                <a16:creationId xmlns:a16="http://schemas.microsoft.com/office/drawing/2014/main" id="{87AF50E8-E717-4DD4-819D-9A4ADEA769F2}"/>
              </a:ext>
            </a:extLst>
          </p:cNvPr>
          <p:cNvSpPr>
            <a:spLocks xmlns:a="http://schemas.openxmlformats.org/drawingml/2006/main" noGrp="1"/>
          </p:cNvSpPr>
          <p:nvPr/>
        </p:nvSpPr>
        <p:spPr>
          <a:xfrm xmlns:a="http://schemas.openxmlformats.org/drawingml/2006/main">
            <a:off x="11386185" y="4267200"/>
            <a:ext cx="87630" cy="95250"/>
          </a:xfrm>
          <a:custGeom xmlns:a="http://schemas.openxmlformats.org/drawingml/2006/main">
            <a:pathLst>
              <a:path w="87630" h="95250">
                <a:moveTo>
                  <a:pt x="43815" y="95250"/>
                </a:moveTo>
                <a:lnTo>
                  <a:pt x="87630" y="0"/>
                </a:lnTo>
                <a:lnTo>
                  <a:pt x="0" y="0"/>
                </a:lnTo>
                <a:close/>
              </a:path>
            </a:pathLst>
          </a:custGeom>
          <a:solidFill xmlns:a="http://schemas.openxmlformats.org/drawingml/2006/main">
            <a:srgbClr val="C86A1B"/>
          </a:solidFill>
          <a:ln xmlns:a="http://schemas.openxmlformats.org/drawingml/2006/main" w="0">
            <a:solidFill>
              <a:srgbClr val="C86A1B"/>
            </a:solidFill>
            <a:prstDash val="solid"/>
          </a:ln>
        </p:spPr>
      </p:sp>
      <p:sp>
        <p:nvSpPr>
          <p:cNvPr id="59" name="shape-695">
            <a:extLst xmlns:a="http://schemas.openxmlformats.org/drawingml/2006/main">
              <a:ext uri="{FF2B5EF4-FFF2-40B4-BE49-F238E27FC236}">
                <a16:creationId xmlns:a16="http://schemas.microsoft.com/office/drawing/2014/main" id="{FF81EF85-0A33-43F8-B759-990E56C6F9F1}"/>
              </a:ext>
            </a:extLst>
          </p:cNvPr>
          <p:cNvSpPr>
            <a:spLocks xmlns:a="http://schemas.openxmlformats.org/drawingml/2006/main" noGrp="1"/>
          </p:cNvSpPr>
          <p:nvPr/>
        </p:nvSpPr>
        <p:spPr>
          <a:xfrm xmlns:a="http://schemas.openxmlformats.org/drawingml/2006/main" rot="0">
            <a:off x="533400" y="4362450"/>
            <a:ext cx="11125200" cy="542925"/>
          </a:xfrm>
          <a:prstGeom xmlns:a="http://schemas.openxmlformats.org/drawingml/2006/main" prst="rect">
            <a:avLst/>
          </a:prstGeom>
          <a:solidFill xmlns:a="http://schemas.openxmlformats.org/drawingml/2006/main">
            <a:srgbClr val="EEE7FA"/>
          </a:solidFill>
          <a:ln xmlns:a="http://schemas.openxmlformats.org/drawingml/2006/main" w="15240">
            <a:solidFill>
              <a:srgbClr val="7351C7"/>
            </a:solidFill>
            <a:prstDash val="solid"/>
          </a:ln>
        </p:spPr>
      </p:sp>
      <p:sp>
        <p:nvSpPr>
          <p:cNvPr id="60" name="label-696">
            <a:extLst xmlns:a="http://schemas.openxmlformats.org/drawingml/2006/main">
              <a:ext uri="{FF2B5EF4-FFF2-40B4-BE49-F238E27FC236}">
                <a16:creationId xmlns:a16="http://schemas.microsoft.com/office/drawing/2014/main" id="{0C4C6B99-296B-48C3-815A-F60760444753}"/>
              </a:ext>
            </a:extLst>
          </p:cNvPr>
          <p:cNvSpPr>
            <a:spLocks xmlns:a="http://schemas.openxmlformats.org/drawingml/2006/main" noGrp="1"/>
          </p:cNvSpPr>
          <p:nvPr/>
        </p:nvSpPr>
        <p:spPr>
          <a:xfrm xmlns:a="http://schemas.openxmlformats.org/drawingml/2006/main">
            <a:off x="609600" y="4410075"/>
            <a:ext cx="1097280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75" b="1">
                <a:solidFill>
                  <a:srgbClr val="7351C7"/>
                </a:solidFill>
                <a:latin typeface="DejaVu Sans"/>
                <a:ea typeface="DejaVu Sans"/>
                <a:cs typeface="DejaVu Sans"/>
              </a:defRPr>
            </a:defPPr>
            <a:lvl1pPr algn="ctr">
              <a:defRPr sz="1875" b="1">
                <a:solidFill>
                  <a:srgbClr val="7351C7"/>
                </a:solidFill>
                <a:latin typeface="DejaVu Sans"/>
                <a:ea typeface="DejaVu Sans"/>
                <a:cs typeface="DejaVu Sans"/>
              </a:defRPr>
            </a:lvl1pPr>
            <a:lvl2pPr algn="ctr">
              <a:defRPr sz="1875" b="1">
                <a:solidFill>
                  <a:srgbClr val="7351C7"/>
                </a:solidFill>
                <a:latin typeface="DejaVu Sans"/>
                <a:ea typeface="DejaVu Sans"/>
                <a:cs typeface="DejaVu Sans"/>
              </a:defRPr>
            </a:lvl2pPr>
            <a:lvl3pPr algn="ctr">
              <a:defRPr sz="1875" b="1">
                <a:solidFill>
                  <a:srgbClr val="7351C7"/>
                </a:solidFill>
                <a:latin typeface="DejaVu Sans"/>
                <a:ea typeface="DejaVu Sans"/>
                <a:cs typeface="DejaVu Sans"/>
              </a:defRPr>
            </a:lvl3pPr>
            <a:lvl4pPr algn="ctr">
              <a:defRPr sz="1875" b="1">
                <a:solidFill>
                  <a:srgbClr val="7351C7"/>
                </a:solidFill>
                <a:latin typeface="DejaVu Sans"/>
                <a:ea typeface="DejaVu Sans"/>
                <a:cs typeface="DejaVu Sans"/>
              </a:defRPr>
            </a:lvl4pPr>
            <a:lvl5pPr algn="ctr">
              <a:defRPr sz="1875" b="1">
                <a:solidFill>
                  <a:srgbClr val="7351C7"/>
                </a:solidFill>
                <a:latin typeface="DejaVu Sans"/>
                <a:ea typeface="DejaVu Sans"/>
                <a:cs typeface="DejaVu Sans"/>
              </a:defRPr>
            </a:lvl5pPr>
            <a:lvl6pPr algn="ctr">
              <a:defRPr sz="1875" b="1">
                <a:solidFill>
                  <a:srgbClr val="7351C7"/>
                </a:solidFill>
                <a:latin typeface="DejaVu Sans"/>
                <a:ea typeface="DejaVu Sans"/>
                <a:cs typeface="DejaVu Sans"/>
              </a:defRPr>
            </a:lvl6pPr>
            <a:lvl7pPr algn="ctr">
              <a:defRPr sz="1875" b="1">
                <a:solidFill>
                  <a:srgbClr val="7351C7"/>
                </a:solidFill>
                <a:latin typeface="DejaVu Sans"/>
                <a:ea typeface="DejaVu Sans"/>
                <a:cs typeface="DejaVu Sans"/>
              </a:defRPr>
            </a:lvl7pPr>
            <a:lvl8pPr algn="ctr">
              <a:defRPr sz="1875" b="1">
                <a:solidFill>
                  <a:srgbClr val="7351C7"/>
                </a:solidFill>
                <a:latin typeface="DejaVu Sans"/>
                <a:ea typeface="DejaVu Sans"/>
                <a:cs typeface="DejaVu Sans"/>
              </a:defRPr>
            </a:lvl8pPr>
            <a:lvl9pPr algn="ctr">
              <a:defRPr sz="1875" b="1">
                <a:solidFill>
                  <a:srgbClr val="7351C7"/>
                </a:solidFill>
                <a:latin typeface="DejaVu Sans"/>
                <a:ea typeface="DejaVu Sans"/>
                <a:cs typeface="DejaVu Sans"/>
              </a:defRPr>
            </a:lvl9pPr>
          </a:lstStyle>
          <a:p xmlns:a="http://schemas.openxmlformats.org/drawingml/2006/main">
            <a:pPr algn="ctr">
              <a:defRPr sz="1875" b="1">
                <a:solidFill>
                  <a:srgbClr val="7351C7"/>
                </a:solidFill>
                <a:latin typeface="DejaVu Sans"/>
                <a:ea typeface="DejaVu Sans"/>
                <a:cs typeface="DejaVu Sans"/>
              </a:defRPr>
            </a:pPr>
            <a:r>
              <a:rPr sz="1875" b="1">
                <a:solidFill>
                  <a:srgbClr val="7351C7"/>
                </a:solidFill>
                <a:latin typeface="DejaVu Sans"/>
                <a:ea typeface="DejaVu Sans"/>
                <a:cs typeface="DejaVu Sans"/>
              </a:rPr>
              <a:t>Concat [U, V, R, O] = 258 channels</a:t>
            </a:r>
          </a:p>
        </p:txBody>
      </p:sp>
      <p:sp>
        <p:nvSpPr>
          <p:cNvPr id="61" name="path-697">
            <a:extLst xmlns:a="http://schemas.openxmlformats.org/drawingml/2006/main">
              <a:ext uri="{FF2B5EF4-FFF2-40B4-BE49-F238E27FC236}">
                <a16:creationId xmlns:a16="http://schemas.microsoft.com/office/drawing/2014/main" id="{D5753FCF-8973-4303-9F65-15FC53B07CB2}"/>
              </a:ext>
            </a:extLst>
          </p:cNvPr>
          <p:cNvSpPr>
            <a:spLocks xmlns:a="http://schemas.openxmlformats.org/drawingml/2006/main" noGrp="1"/>
          </p:cNvSpPr>
          <p:nvPr/>
        </p:nvSpPr>
        <p:spPr>
          <a:xfrm xmlns:a="http://schemas.openxmlformats.org/drawingml/2006/main">
            <a:off x="4905375" y="3895725"/>
            <a:ext cx="953" cy="466725"/>
          </a:xfrm>
          <a:custGeom xmlns:a="http://schemas.openxmlformats.org/drawingml/2006/main">
            <a:pathLst>
              <a:path w="953" h="466725">
                <a:moveTo>
                  <a:pt x="0" y="0"/>
                </a:moveTo>
                <a:lnTo>
                  <a:pt x="0" y="466725"/>
                </a:lnTo>
              </a:path>
            </a:pathLst>
          </a:custGeom>
          <a:noFill xmlns:a="http://schemas.openxmlformats.org/drawingml/2006/main"/>
          <a:ln xmlns:a="http://schemas.openxmlformats.org/drawingml/2006/main" w="22860">
            <a:solidFill>
              <a:srgbClr val="1674D1"/>
            </a:solidFill>
            <a:prstDash val="solid"/>
          </a:ln>
        </p:spPr>
      </p:sp>
      <p:sp>
        <p:nvSpPr>
          <p:cNvPr id="62" name="path-698">
            <a:extLst xmlns:a="http://schemas.openxmlformats.org/drawingml/2006/main">
              <a:ext uri="{FF2B5EF4-FFF2-40B4-BE49-F238E27FC236}">
                <a16:creationId xmlns:a16="http://schemas.microsoft.com/office/drawing/2014/main" id="{51C8E6C1-C587-4D99-8EDE-38ECC9AAF995}"/>
              </a:ext>
            </a:extLst>
          </p:cNvPr>
          <p:cNvSpPr>
            <a:spLocks xmlns:a="http://schemas.openxmlformats.org/drawingml/2006/main" noGrp="1"/>
          </p:cNvSpPr>
          <p:nvPr/>
        </p:nvSpPr>
        <p:spPr>
          <a:xfrm xmlns:a="http://schemas.openxmlformats.org/drawingml/2006/main">
            <a:off x="4861560" y="4267200"/>
            <a:ext cx="87630" cy="95250"/>
          </a:xfrm>
          <a:custGeom xmlns:a="http://schemas.openxmlformats.org/drawingml/2006/main">
            <a:pathLst>
              <a:path w="87630" h="95250">
                <a:moveTo>
                  <a:pt x="43815" y="95250"/>
                </a:moveTo>
                <a:lnTo>
                  <a:pt x="87630" y="0"/>
                </a:lnTo>
                <a:lnTo>
                  <a:pt x="0" y="0"/>
                </a:lnTo>
                <a:close/>
              </a:path>
            </a:pathLst>
          </a:custGeom>
          <a:solidFill xmlns:a="http://schemas.openxmlformats.org/drawingml/2006/main">
            <a:srgbClr val="1674D1"/>
          </a:solidFill>
          <a:ln xmlns:a="http://schemas.openxmlformats.org/drawingml/2006/main" w="0">
            <a:solidFill>
              <a:srgbClr val="1674D1"/>
            </a:solidFill>
            <a:prstDash val="solid"/>
          </a:ln>
        </p:spPr>
      </p:sp>
      <p:sp>
        <p:nvSpPr>
          <p:cNvPr id="63" name="path-699">
            <a:extLst xmlns:a="http://schemas.openxmlformats.org/drawingml/2006/main">
              <a:ext uri="{FF2B5EF4-FFF2-40B4-BE49-F238E27FC236}">
                <a16:creationId xmlns:a16="http://schemas.microsoft.com/office/drawing/2014/main" id="{1FB5F367-A757-479E-BE5C-B2ED0741F0CD}"/>
              </a:ext>
            </a:extLst>
          </p:cNvPr>
          <p:cNvSpPr>
            <a:spLocks xmlns:a="http://schemas.openxmlformats.org/drawingml/2006/main" noGrp="1"/>
          </p:cNvSpPr>
          <p:nvPr/>
        </p:nvSpPr>
        <p:spPr>
          <a:xfrm xmlns:a="http://schemas.openxmlformats.org/drawingml/2006/main">
            <a:off x="10848975" y="3895725"/>
            <a:ext cx="953" cy="466725"/>
          </a:xfrm>
          <a:custGeom xmlns:a="http://schemas.openxmlformats.org/drawingml/2006/main">
            <a:pathLst>
              <a:path w="953" h="466725">
                <a:moveTo>
                  <a:pt x="0" y="0"/>
                </a:moveTo>
                <a:lnTo>
                  <a:pt x="0" y="466725"/>
                </a:lnTo>
              </a:path>
            </a:pathLst>
          </a:custGeom>
          <a:noFill xmlns:a="http://schemas.openxmlformats.org/drawingml/2006/main"/>
          <a:ln xmlns:a="http://schemas.openxmlformats.org/drawingml/2006/main" w="22860">
            <a:solidFill>
              <a:srgbClr val="C86A1B"/>
            </a:solidFill>
            <a:prstDash val="solid"/>
          </a:ln>
        </p:spPr>
      </p:sp>
      <p:sp>
        <p:nvSpPr>
          <p:cNvPr id="64" name="path-700">
            <a:extLst xmlns:a="http://schemas.openxmlformats.org/drawingml/2006/main">
              <a:ext uri="{FF2B5EF4-FFF2-40B4-BE49-F238E27FC236}">
                <a16:creationId xmlns:a16="http://schemas.microsoft.com/office/drawing/2014/main" id="{A56EBBB7-F421-4BE8-B516-87073EAD90A4}"/>
              </a:ext>
            </a:extLst>
          </p:cNvPr>
          <p:cNvSpPr>
            <a:spLocks xmlns:a="http://schemas.openxmlformats.org/drawingml/2006/main" noGrp="1"/>
          </p:cNvSpPr>
          <p:nvPr/>
        </p:nvSpPr>
        <p:spPr>
          <a:xfrm xmlns:a="http://schemas.openxmlformats.org/drawingml/2006/main">
            <a:off x="10805160" y="4267200"/>
            <a:ext cx="87630" cy="95250"/>
          </a:xfrm>
          <a:custGeom xmlns:a="http://schemas.openxmlformats.org/drawingml/2006/main">
            <a:pathLst>
              <a:path w="87630" h="95250">
                <a:moveTo>
                  <a:pt x="43815" y="95250"/>
                </a:moveTo>
                <a:lnTo>
                  <a:pt x="87630" y="0"/>
                </a:lnTo>
                <a:lnTo>
                  <a:pt x="0" y="0"/>
                </a:lnTo>
                <a:close/>
              </a:path>
            </a:pathLst>
          </a:custGeom>
          <a:solidFill xmlns:a="http://schemas.openxmlformats.org/drawingml/2006/main">
            <a:srgbClr val="C86A1B"/>
          </a:solidFill>
          <a:ln xmlns:a="http://schemas.openxmlformats.org/drawingml/2006/main" w="0">
            <a:solidFill>
              <a:srgbClr val="C86A1B"/>
            </a:solidFill>
            <a:prstDash val="solid"/>
          </a:ln>
        </p:spPr>
      </p:sp>
      <p:sp>
        <p:nvSpPr>
          <p:cNvPr id="65" name="shape-701">
            <a:extLst xmlns:a="http://schemas.openxmlformats.org/drawingml/2006/main">
              <a:ext uri="{FF2B5EF4-FFF2-40B4-BE49-F238E27FC236}">
                <a16:creationId xmlns:a16="http://schemas.microsoft.com/office/drawing/2014/main" id="{1A1FF976-1B66-4A25-878E-CFB9FDC01D39}"/>
              </a:ext>
            </a:extLst>
          </p:cNvPr>
          <p:cNvSpPr>
            <a:spLocks xmlns:a="http://schemas.openxmlformats.org/drawingml/2006/main" noGrp="1"/>
          </p:cNvSpPr>
          <p:nvPr/>
        </p:nvSpPr>
        <p:spPr>
          <a:xfrm xmlns:a="http://schemas.openxmlformats.org/drawingml/2006/main" rot="0">
            <a:off x="2419350" y="5238750"/>
            <a:ext cx="2238375" cy="666750"/>
          </a:xfrm>
          <a:prstGeom xmlns:a="http://schemas.openxmlformats.org/drawingml/2006/main" prst="rect">
            <a:avLst/>
          </a:prstGeom>
          <a:solidFill xmlns:a="http://schemas.openxmlformats.org/drawingml/2006/main">
            <a:srgbClr val="EEE7FA"/>
          </a:solidFill>
          <a:ln xmlns:a="http://schemas.openxmlformats.org/drawingml/2006/main" w="15240">
            <a:solidFill>
              <a:srgbClr val="7351C7"/>
            </a:solidFill>
            <a:prstDash val="solid"/>
          </a:ln>
        </p:spPr>
      </p:sp>
      <p:sp>
        <p:nvSpPr>
          <p:cNvPr id="66" name="label-702">
            <a:extLst xmlns:a="http://schemas.openxmlformats.org/drawingml/2006/main">
              <a:ext uri="{FF2B5EF4-FFF2-40B4-BE49-F238E27FC236}">
                <a16:creationId xmlns:a16="http://schemas.microsoft.com/office/drawing/2014/main" id="{E92435A0-E92B-4DF7-81DB-B2BFCEFB2A58}"/>
              </a:ext>
            </a:extLst>
          </p:cNvPr>
          <p:cNvSpPr>
            <a:spLocks xmlns:a="http://schemas.openxmlformats.org/drawingml/2006/main" noGrp="1"/>
          </p:cNvSpPr>
          <p:nvPr/>
        </p:nvSpPr>
        <p:spPr>
          <a:xfrm xmlns:a="http://schemas.openxmlformats.org/drawingml/2006/main">
            <a:off x="2495550" y="5286375"/>
            <a:ext cx="20859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7351C7"/>
                </a:solidFill>
                <a:latin typeface="DejaVu Sans"/>
                <a:ea typeface="DejaVu Sans"/>
                <a:cs typeface="DejaVu Sans"/>
              </a:defRPr>
            </a:defPPr>
            <a:lvl1pPr algn="ctr">
              <a:defRPr sz="1725" b="1">
                <a:solidFill>
                  <a:srgbClr val="7351C7"/>
                </a:solidFill>
                <a:latin typeface="DejaVu Sans"/>
                <a:ea typeface="DejaVu Sans"/>
                <a:cs typeface="DejaVu Sans"/>
              </a:defRPr>
            </a:lvl1pPr>
            <a:lvl2pPr algn="ctr">
              <a:defRPr sz="1725" b="1">
                <a:solidFill>
                  <a:srgbClr val="7351C7"/>
                </a:solidFill>
                <a:latin typeface="DejaVu Sans"/>
                <a:ea typeface="DejaVu Sans"/>
                <a:cs typeface="DejaVu Sans"/>
              </a:defRPr>
            </a:lvl2pPr>
            <a:lvl3pPr algn="ctr">
              <a:defRPr sz="1725" b="1">
                <a:solidFill>
                  <a:srgbClr val="7351C7"/>
                </a:solidFill>
                <a:latin typeface="DejaVu Sans"/>
                <a:ea typeface="DejaVu Sans"/>
                <a:cs typeface="DejaVu Sans"/>
              </a:defRPr>
            </a:lvl3pPr>
            <a:lvl4pPr algn="ctr">
              <a:defRPr sz="1725" b="1">
                <a:solidFill>
                  <a:srgbClr val="7351C7"/>
                </a:solidFill>
                <a:latin typeface="DejaVu Sans"/>
                <a:ea typeface="DejaVu Sans"/>
                <a:cs typeface="DejaVu Sans"/>
              </a:defRPr>
            </a:lvl4pPr>
            <a:lvl5pPr algn="ctr">
              <a:defRPr sz="1725" b="1">
                <a:solidFill>
                  <a:srgbClr val="7351C7"/>
                </a:solidFill>
                <a:latin typeface="DejaVu Sans"/>
                <a:ea typeface="DejaVu Sans"/>
                <a:cs typeface="DejaVu Sans"/>
              </a:defRPr>
            </a:lvl5pPr>
            <a:lvl6pPr algn="ctr">
              <a:defRPr sz="1725" b="1">
                <a:solidFill>
                  <a:srgbClr val="7351C7"/>
                </a:solidFill>
                <a:latin typeface="DejaVu Sans"/>
                <a:ea typeface="DejaVu Sans"/>
                <a:cs typeface="DejaVu Sans"/>
              </a:defRPr>
            </a:lvl6pPr>
            <a:lvl7pPr algn="ctr">
              <a:defRPr sz="1725" b="1">
                <a:solidFill>
                  <a:srgbClr val="7351C7"/>
                </a:solidFill>
                <a:latin typeface="DejaVu Sans"/>
                <a:ea typeface="DejaVu Sans"/>
                <a:cs typeface="DejaVu Sans"/>
              </a:defRPr>
            </a:lvl7pPr>
            <a:lvl8pPr algn="ctr">
              <a:defRPr sz="1725" b="1">
                <a:solidFill>
                  <a:srgbClr val="7351C7"/>
                </a:solidFill>
                <a:latin typeface="DejaVu Sans"/>
                <a:ea typeface="DejaVu Sans"/>
                <a:cs typeface="DejaVu Sans"/>
              </a:defRPr>
            </a:lvl8pPr>
            <a:lvl9pPr algn="ctr">
              <a:defRPr sz="1725" b="1">
                <a:solidFill>
                  <a:srgbClr val="7351C7"/>
                </a:solidFill>
                <a:latin typeface="DejaVu Sans"/>
                <a:ea typeface="DejaVu Sans"/>
                <a:cs typeface="DejaVu Sans"/>
              </a:defRPr>
            </a:lvl9pPr>
          </a:lstStyle>
          <a:p xmlns:a="http://schemas.openxmlformats.org/drawingml/2006/main">
            <a:pPr algn="ctr">
              <a:defRPr sz="1725" b="1">
                <a:solidFill>
                  <a:srgbClr val="7351C7"/>
                </a:solidFill>
                <a:latin typeface="DejaVu Sans"/>
                <a:ea typeface="DejaVu Sans"/>
                <a:cs typeface="DejaVu Sans"/>
              </a:defRPr>
            </a:pPr>
            <a:r>
              <a:rPr sz="1725" b="1">
                <a:solidFill>
                  <a:srgbClr val="7351C7"/>
                </a:solidFill>
                <a:latin typeface="DejaVu Sans"/>
                <a:ea typeface="DejaVu Sans"/>
                <a:cs typeface="DejaVu Sans"/>
              </a:rPr>
              <a:t>3×3, BN, ReLU</a:t>
            </a:r>
          </a:p>
          <a:p xmlns:a="http://schemas.openxmlformats.org/drawingml/2006/main">
            <a:pPr algn="ctr">
              <a:defRPr sz="1725" b="1">
                <a:solidFill>
                  <a:srgbClr val="7351C7"/>
                </a:solidFill>
                <a:latin typeface="DejaVu Sans"/>
                <a:ea typeface="DejaVu Sans"/>
                <a:cs typeface="DejaVu Sans"/>
              </a:defRPr>
            </a:pPr>
            <a:r>
              <a:rPr sz="1725" b="1">
                <a:solidFill>
                  <a:srgbClr val="7351C7"/>
                </a:solidFill>
                <a:latin typeface="DejaVu Sans"/>
                <a:ea typeface="DejaVu Sans"/>
                <a:cs typeface="DejaVu Sans"/>
              </a:rPr>
              <a:t>258 → 128</a:t>
            </a:r>
          </a:p>
        </p:txBody>
      </p:sp>
      <p:sp>
        <p:nvSpPr>
          <p:cNvPr id="67" name="shape-703">
            <a:extLst xmlns:a="http://schemas.openxmlformats.org/drawingml/2006/main">
              <a:ext uri="{FF2B5EF4-FFF2-40B4-BE49-F238E27FC236}">
                <a16:creationId xmlns:a16="http://schemas.microsoft.com/office/drawing/2014/main" id="{E910122F-FDEE-4519-A344-0CBF385B6AB5}"/>
              </a:ext>
            </a:extLst>
          </p:cNvPr>
          <p:cNvSpPr>
            <a:spLocks xmlns:a="http://schemas.openxmlformats.org/drawingml/2006/main" noGrp="1"/>
          </p:cNvSpPr>
          <p:nvPr/>
        </p:nvSpPr>
        <p:spPr>
          <a:xfrm xmlns:a="http://schemas.openxmlformats.org/drawingml/2006/main" rot="0">
            <a:off x="5267325" y="5238750"/>
            <a:ext cx="2238375" cy="666750"/>
          </a:xfrm>
          <a:prstGeom xmlns:a="http://schemas.openxmlformats.org/drawingml/2006/main" prst="rect">
            <a:avLst/>
          </a:prstGeom>
          <a:solidFill xmlns:a="http://schemas.openxmlformats.org/drawingml/2006/main">
            <a:srgbClr val="EEE7FA"/>
          </a:solidFill>
          <a:ln xmlns:a="http://schemas.openxmlformats.org/drawingml/2006/main" w="15240">
            <a:solidFill>
              <a:srgbClr val="7351C7"/>
            </a:solidFill>
            <a:prstDash val="solid"/>
          </a:ln>
        </p:spPr>
      </p:sp>
      <p:sp>
        <p:nvSpPr>
          <p:cNvPr id="68" name="label-704">
            <a:extLst xmlns:a="http://schemas.openxmlformats.org/drawingml/2006/main">
              <a:ext uri="{FF2B5EF4-FFF2-40B4-BE49-F238E27FC236}">
                <a16:creationId xmlns:a16="http://schemas.microsoft.com/office/drawing/2014/main" id="{2469CF59-F273-477C-897D-57A0A2297327}"/>
              </a:ext>
            </a:extLst>
          </p:cNvPr>
          <p:cNvSpPr>
            <a:spLocks xmlns:a="http://schemas.openxmlformats.org/drawingml/2006/main" noGrp="1"/>
          </p:cNvSpPr>
          <p:nvPr/>
        </p:nvSpPr>
        <p:spPr>
          <a:xfrm xmlns:a="http://schemas.openxmlformats.org/drawingml/2006/main">
            <a:off x="5343525" y="5286375"/>
            <a:ext cx="2085975"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7351C7"/>
                </a:solidFill>
                <a:latin typeface="DejaVu Sans"/>
                <a:ea typeface="DejaVu Sans"/>
                <a:cs typeface="DejaVu Sans"/>
              </a:defRPr>
            </a:defPPr>
            <a:lvl1pPr algn="ctr">
              <a:defRPr sz="1800" b="1">
                <a:solidFill>
                  <a:srgbClr val="7351C7"/>
                </a:solidFill>
                <a:latin typeface="DejaVu Sans"/>
                <a:ea typeface="DejaVu Sans"/>
                <a:cs typeface="DejaVu Sans"/>
              </a:defRPr>
            </a:lvl1pPr>
            <a:lvl2pPr algn="ctr">
              <a:defRPr sz="1800" b="1">
                <a:solidFill>
                  <a:srgbClr val="7351C7"/>
                </a:solidFill>
                <a:latin typeface="DejaVu Sans"/>
                <a:ea typeface="DejaVu Sans"/>
                <a:cs typeface="DejaVu Sans"/>
              </a:defRPr>
            </a:lvl2pPr>
            <a:lvl3pPr algn="ctr">
              <a:defRPr sz="1800" b="1">
                <a:solidFill>
                  <a:srgbClr val="7351C7"/>
                </a:solidFill>
                <a:latin typeface="DejaVu Sans"/>
                <a:ea typeface="DejaVu Sans"/>
                <a:cs typeface="DejaVu Sans"/>
              </a:defRPr>
            </a:lvl3pPr>
            <a:lvl4pPr algn="ctr">
              <a:defRPr sz="1800" b="1">
                <a:solidFill>
                  <a:srgbClr val="7351C7"/>
                </a:solidFill>
                <a:latin typeface="DejaVu Sans"/>
                <a:ea typeface="DejaVu Sans"/>
                <a:cs typeface="DejaVu Sans"/>
              </a:defRPr>
            </a:lvl4pPr>
            <a:lvl5pPr algn="ctr">
              <a:defRPr sz="1800" b="1">
                <a:solidFill>
                  <a:srgbClr val="7351C7"/>
                </a:solidFill>
                <a:latin typeface="DejaVu Sans"/>
                <a:ea typeface="DejaVu Sans"/>
                <a:cs typeface="DejaVu Sans"/>
              </a:defRPr>
            </a:lvl5pPr>
            <a:lvl6pPr algn="ctr">
              <a:defRPr sz="1800" b="1">
                <a:solidFill>
                  <a:srgbClr val="7351C7"/>
                </a:solidFill>
                <a:latin typeface="DejaVu Sans"/>
                <a:ea typeface="DejaVu Sans"/>
                <a:cs typeface="DejaVu Sans"/>
              </a:defRPr>
            </a:lvl6pPr>
            <a:lvl7pPr algn="ctr">
              <a:defRPr sz="1800" b="1">
                <a:solidFill>
                  <a:srgbClr val="7351C7"/>
                </a:solidFill>
                <a:latin typeface="DejaVu Sans"/>
                <a:ea typeface="DejaVu Sans"/>
                <a:cs typeface="DejaVu Sans"/>
              </a:defRPr>
            </a:lvl7pPr>
            <a:lvl8pPr algn="ctr">
              <a:defRPr sz="1800" b="1">
                <a:solidFill>
                  <a:srgbClr val="7351C7"/>
                </a:solidFill>
                <a:latin typeface="DejaVu Sans"/>
                <a:ea typeface="DejaVu Sans"/>
                <a:cs typeface="DejaVu Sans"/>
              </a:defRPr>
            </a:lvl8pPr>
            <a:lvl9pPr algn="ctr">
              <a:defRPr sz="1800" b="1">
                <a:solidFill>
                  <a:srgbClr val="7351C7"/>
                </a:solidFill>
                <a:latin typeface="DejaVu Sans"/>
                <a:ea typeface="DejaVu Sans"/>
                <a:cs typeface="DejaVu Sans"/>
              </a:defRPr>
            </a:lvl9pPr>
          </a:lstStyle>
          <a:p xmlns:a="http://schemas.openxmlformats.org/drawingml/2006/main">
            <a:pPr algn="ctr">
              <a:defRPr sz="1800" b="1">
                <a:solidFill>
                  <a:srgbClr val="7351C7"/>
                </a:solidFill>
                <a:latin typeface="DejaVu Sans"/>
                <a:ea typeface="DejaVu Sans"/>
                <a:cs typeface="DejaVu Sans"/>
              </a:defRPr>
            </a:pPr>
            <a:r>
              <a:rPr sz="1800" b="1">
                <a:solidFill>
                  <a:srgbClr val="7351C7"/>
                </a:solidFill>
                <a:latin typeface="DejaVu Sans"/>
                <a:ea typeface="DejaVu Sans"/>
                <a:cs typeface="DejaVu Sans"/>
              </a:rPr>
              <a:t>1 × 1</a:t>
            </a:r>
          </a:p>
          <a:p xmlns:a="http://schemas.openxmlformats.org/drawingml/2006/main">
            <a:pPr algn="ctr">
              <a:defRPr sz="1800" b="1">
                <a:solidFill>
                  <a:srgbClr val="7351C7"/>
                </a:solidFill>
                <a:latin typeface="DejaVu Sans"/>
                <a:ea typeface="DejaVu Sans"/>
                <a:cs typeface="DejaVu Sans"/>
              </a:defRPr>
            </a:pPr>
            <a:r>
              <a:rPr sz="1800" b="1">
                <a:solidFill>
                  <a:srgbClr val="7351C7"/>
                </a:solidFill>
                <a:latin typeface="DejaVu Sans"/>
                <a:ea typeface="DejaVu Sans"/>
                <a:cs typeface="DejaVu Sans"/>
              </a:rPr>
              <a:t>128 → 1</a:t>
            </a:r>
          </a:p>
        </p:txBody>
      </p:sp>
      <p:sp>
        <p:nvSpPr>
          <p:cNvPr id="69" name="shape-705">
            <a:extLst xmlns:a="http://schemas.openxmlformats.org/drawingml/2006/main">
              <a:ext uri="{FF2B5EF4-FFF2-40B4-BE49-F238E27FC236}">
                <a16:creationId xmlns:a16="http://schemas.microsoft.com/office/drawing/2014/main" id="{8A8707AA-0E16-4A3C-8558-412A045C4841}"/>
              </a:ext>
            </a:extLst>
          </p:cNvPr>
          <p:cNvSpPr>
            <a:spLocks xmlns:a="http://schemas.openxmlformats.org/drawingml/2006/main" noGrp="1"/>
          </p:cNvSpPr>
          <p:nvPr/>
        </p:nvSpPr>
        <p:spPr>
          <a:xfrm xmlns:a="http://schemas.openxmlformats.org/drawingml/2006/main" rot="0">
            <a:off x="8115300" y="5238750"/>
            <a:ext cx="3543300" cy="666750"/>
          </a:xfrm>
          <a:prstGeom xmlns:a="http://schemas.openxmlformats.org/drawingml/2006/main" prst="rect">
            <a:avLst/>
          </a:prstGeom>
          <a:solidFill xmlns:a="http://schemas.openxmlformats.org/drawingml/2006/main">
            <a:srgbClr val="EEE7FA"/>
          </a:solidFill>
          <a:ln xmlns:a="http://schemas.openxmlformats.org/drawingml/2006/main" w="15240">
            <a:solidFill>
              <a:srgbClr val="7351C7"/>
            </a:solidFill>
            <a:prstDash val="solid"/>
          </a:ln>
        </p:spPr>
      </p:sp>
      <p:sp>
        <p:nvSpPr>
          <p:cNvPr id="70" name="label-706">
            <a:extLst xmlns:a="http://schemas.openxmlformats.org/drawingml/2006/main">
              <a:ext uri="{FF2B5EF4-FFF2-40B4-BE49-F238E27FC236}">
                <a16:creationId xmlns:a16="http://schemas.microsoft.com/office/drawing/2014/main" id="{9B286397-7433-4FEC-91FA-FFEC274FE02F}"/>
              </a:ext>
            </a:extLst>
          </p:cNvPr>
          <p:cNvSpPr>
            <a:spLocks xmlns:a="http://schemas.openxmlformats.org/drawingml/2006/main" noGrp="1"/>
          </p:cNvSpPr>
          <p:nvPr/>
        </p:nvSpPr>
        <p:spPr>
          <a:xfrm xmlns:a="http://schemas.openxmlformats.org/drawingml/2006/main">
            <a:off x="8191500" y="5286375"/>
            <a:ext cx="33909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7351C7"/>
                </a:solidFill>
                <a:latin typeface="DejaVu Sans"/>
                <a:ea typeface="DejaVu Sans"/>
                <a:cs typeface="DejaVu Sans"/>
              </a:defRPr>
            </a:defPPr>
            <a:lvl1pPr algn="ctr">
              <a:defRPr sz="1800" b="1">
                <a:solidFill>
                  <a:srgbClr val="7351C7"/>
                </a:solidFill>
                <a:latin typeface="DejaVu Sans"/>
                <a:ea typeface="DejaVu Sans"/>
                <a:cs typeface="DejaVu Sans"/>
              </a:defRPr>
            </a:lvl1pPr>
            <a:lvl2pPr algn="ctr">
              <a:defRPr sz="1800" b="1">
                <a:solidFill>
                  <a:srgbClr val="7351C7"/>
                </a:solidFill>
                <a:latin typeface="DejaVu Sans"/>
                <a:ea typeface="DejaVu Sans"/>
                <a:cs typeface="DejaVu Sans"/>
              </a:defRPr>
            </a:lvl2pPr>
            <a:lvl3pPr algn="ctr">
              <a:defRPr sz="1800" b="1">
                <a:solidFill>
                  <a:srgbClr val="7351C7"/>
                </a:solidFill>
                <a:latin typeface="DejaVu Sans"/>
                <a:ea typeface="DejaVu Sans"/>
                <a:cs typeface="DejaVu Sans"/>
              </a:defRPr>
            </a:lvl3pPr>
            <a:lvl4pPr algn="ctr">
              <a:defRPr sz="1800" b="1">
                <a:solidFill>
                  <a:srgbClr val="7351C7"/>
                </a:solidFill>
                <a:latin typeface="DejaVu Sans"/>
                <a:ea typeface="DejaVu Sans"/>
                <a:cs typeface="DejaVu Sans"/>
              </a:defRPr>
            </a:lvl4pPr>
            <a:lvl5pPr algn="ctr">
              <a:defRPr sz="1800" b="1">
                <a:solidFill>
                  <a:srgbClr val="7351C7"/>
                </a:solidFill>
                <a:latin typeface="DejaVu Sans"/>
                <a:ea typeface="DejaVu Sans"/>
                <a:cs typeface="DejaVu Sans"/>
              </a:defRPr>
            </a:lvl5pPr>
            <a:lvl6pPr algn="ctr">
              <a:defRPr sz="1800" b="1">
                <a:solidFill>
                  <a:srgbClr val="7351C7"/>
                </a:solidFill>
                <a:latin typeface="DejaVu Sans"/>
                <a:ea typeface="DejaVu Sans"/>
                <a:cs typeface="DejaVu Sans"/>
              </a:defRPr>
            </a:lvl6pPr>
            <a:lvl7pPr algn="ctr">
              <a:defRPr sz="1800" b="1">
                <a:solidFill>
                  <a:srgbClr val="7351C7"/>
                </a:solidFill>
                <a:latin typeface="DejaVu Sans"/>
                <a:ea typeface="DejaVu Sans"/>
                <a:cs typeface="DejaVu Sans"/>
              </a:defRPr>
            </a:lvl7pPr>
            <a:lvl8pPr algn="ctr">
              <a:defRPr sz="1800" b="1">
                <a:solidFill>
                  <a:srgbClr val="7351C7"/>
                </a:solidFill>
                <a:latin typeface="DejaVu Sans"/>
                <a:ea typeface="DejaVu Sans"/>
                <a:cs typeface="DejaVu Sans"/>
              </a:defRPr>
            </a:lvl8pPr>
            <a:lvl9pPr algn="ctr">
              <a:defRPr sz="1800" b="1">
                <a:solidFill>
                  <a:srgbClr val="7351C7"/>
                </a:solidFill>
                <a:latin typeface="DejaVu Sans"/>
                <a:ea typeface="DejaVu Sans"/>
                <a:cs typeface="DejaVu Sans"/>
              </a:defRPr>
            </a:lvl9pPr>
          </a:lstStyle>
          <a:p xmlns:a="http://schemas.openxmlformats.org/drawingml/2006/main">
            <a:pPr algn="ctr">
              <a:defRPr sz="1800" b="1">
                <a:solidFill>
                  <a:srgbClr val="7351C7"/>
                </a:solidFill>
                <a:latin typeface="DejaVu Sans"/>
                <a:ea typeface="DejaVu Sans"/>
                <a:cs typeface="DejaVu Sans"/>
              </a:defRPr>
            </a:pPr>
            <a:r>
              <a:rPr sz="1800" b="1">
                <a:solidFill>
                  <a:srgbClr val="7351C7"/>
                </a:solidFill>
                <a:latin typeface="DejaVu Sans"/>
                <a:ea typeface="DejaVu Sans"/>
                <a:cs typeface="DejaVu Sans"/>
              </a:rPr>
              <a:t>Sigmoid</a:t>
            </a:r>
          </a:p>
          <a:p xmlns:a="http://schemas.openxmlformats.org/drawingml/2006/main">
            <a:pPr algn="ctr">
              <a:defRPr sz="1800" b="1">
                <a:solidFill>
                  <a:srgbClr val="7351C7"/>
                </a:solidFill>
                <a:latin typeface="DejaVu Sans"/>
                <a:ea typeface="DejaVu Sans"/>
                <a:cs typeface="DejaVu Sans"/>
              </a:defRPr>
            </a:pPr>
            <a:r>
              <a:rPr sz="1800" b="1">
                <a:solidFill>
                  <a:srgbClr val="7351C7"/>
                </a:solidFill>
                <a:latin typeface="DejaVu Sans"/>
                <a:ea typeface="DejaVu Sans"/>
                <a:cs typeface="DejaVu Sans"/>
              </a:rPr>
              <a:t>G(x, y)</a:t>
            </a:r>
          </a:p>
        </p:txBody>
      </p:sp>
      <p:sp>
        <p:nvSpPr>
          <p:cNvPr id="71" name="path-707">
            <a:extLst xmlns:a="http://schemas.openxmlformats.org/drawingml/2006/main">
              <a:ext uri="{FF2B5EF4-FFF2-40B4-BE49-F238E27FC236}">
                <a16:creationId xmlns:a16="http://schemas.microsoft.com/office/drawing/2014/main" id="{273628A9-82CD-490C-A767-98E52A1AB3B0}"/>
              </a:ext>
            </a:extLst>
          </p:cNvPr>
          <p:cNvSpPr>
            <a:spLocks xmlns:a="http://schemas.openxmlformats.org/drawingml/2006/main" noGrp="1"/>
          </p:cNvSpPr>
          <p:nvPr/>
        </p:nvSpPr>
        <p:spPr>
          <a:xfrm xmlns:a="http://schemas.openxmlformats.org/drawingml/2006/main">
            <a:off x="1524000" y="4905375"/>
            <a:ext cx="895350" cy="666750"/>
          </a:xfrm>
          <a:custGeom xmlns:a="http://schemas.openxmlformats.org/drawingml/2006/main">
            <a:pathLst>
              <a:path w="895350" h="666750">
                <a:moveTo>
                  <a:pt x="0" y="0"/>
                </a:moveTo>
                <a:lnTo>
                  <a:pt x="0" y="666750"/>
                </a:lnTo>
                <a:lnTo>
                  <a:pt x="895350" y="666750"/>
                </a:lnTo>
              </a:path>
            </a:pathLst>
          </a:custGeom>
          <a:noFill xmlns:a="http://schemas.openxmlformats.org/drawingml/2006/main"/>
          <a:ln xmlns:a="http://schemas.openxmlformats.org/drawingml/2006/main" w="22860">
            <a:solidFill>
              <a:srgbClr val="7351C7"/>
            </a:solidFill>
            <a:prstDash val="solid"/>
          </a:ln>
        </p:spPr>
      </p:sp>
      <p:sp>
        <p:nvSpPr>
          <p:cNvPr id="72" name="path-708">
            <a:extLst xmlns:a="http://schemas.openxmlformats.org/drawingml/2006/main">
              <a:ext uri="{FF2B5EF4-FFF2-40B4-BE49-F238E27FC236}">
                <a16:creationId xmlns:a16="http://schemas.microsoft.com/office/drawing/2014/main" id="{C61FD741-041F-46C4-9BCA-84E2F1103ED2}"/>
              </a:ext>
            </a:extLst>
          </p:cNvPr>
          <p:cNvSpPr>
            <a:spLocks xmlns:a="http://schemas.openxmlformats.org/drawingml/2006/main" noGrp="1"/>
          </p:cNvSpPr>
          <p:nvPr/>
        </p:nvSpPr>
        <p:spPr>
          <a:xfrm xmlns:a="http://schemas.openxmlformats.org/drawingml/2006/main">
            <a:off x="2324100" y="5528310"/>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7351C7"/>
          </a:solidFill>
          <a:ln xmlns:a="http://schemas.openxmlformats.org/drawingml/2006/main" w="0">
            <a:solidFill>
              <a:srgbClr val="7351C7"/>
            </a:solidFill>
            <a:prstDash val="solid"/>
          </a:ln>
        </p:spPr>
      </p:sp>
      <p:sp>
        <p:nvSpPr>
          <p:cNvPr id="73" name="path-709">
            <a:extLst xmlns:a="http://schemas.openxmlformats.org/drawingml/2006/main">
              <a:ext uri="{FF2B5EF4-FFF2-40B4-BE49-F238E27FC236}">
                <a16:creationId xmlns:a16="http://schemas.microsoft.com/office/drawing/2014/main" id="{12FFEA27-09B3-4EA3-B037-5CD3C6123F78}"/>
              </a:ext>
            </a:extLst>
          </p:cNvPr>
          <p:cNvSpPr>
            <a:spLocks xmlns:a="http://schemas.openxmlformats.org/drawingml/2006/main" noGrp="1"/>
          </p:cNvSpPr>
          <p:nvPr/>
        </p:nvSpPr>
        <p:spPr>
          <a:xfrm xmlns:a="http://schemas.openxmlformats.org/drawingml/2006/main">
            <a:off x="4657725" y="5572125"/>
            <a:ext cx="609600" cy="953"/>
          </a:xfrm>
          <a:custGeom xmlns:a="http://schemas.openxmlformats.org/drawingml/2006/main">
            <a:pathLst>
              <a:path w="609600" h="953">
                <a:moveTo>
                  <a:pt x="0" y="0"/>
                </a:moveTo>
                <a:lnTo>
                  <a:pt x="609600" y="0"/>
                </a:lnTo>
              </a:path>
            </a:pathLst>
          </a:custGeom>
          <a:noFill xmlns:a="http://schemas.openxmlformats.org/drawingml/2006/main"/>
          <a:ln xmlns:a="http://schemas.openxmlformats.org/drawingml/2006/main" w="22860">
            <a:solidFill>
              <a:srgbClr val="7351C7"/>
            </a:solidFill>
            <a:prstDash val="solid"/>
          </a:ln>
        </p:spPr>
      </p:sp>
      <p:sp>
        <p:nvSpPr>
          <p:cNvPr id="74" name="path-710">
            <a:extLst xmlns:a="http://schemas.openxmlformats.org/drawingml/2006/main">
              <a:ext uri="{FF2B5EF4-FFF2-40B4-BE49-F238E27FC236}">
                <a16:creationId xmlns:a16="http://schemas.microsoft.com/office/drawing/2014/main" id="{786A3011-82D1-41E5-BC74-FA5529E5A864}"/>
              </a:ext>
            </a:extLst>
          </p:cNvPr>
          <p:cNvSpPr>
            <a:spLocks xmlns:a="http://schemas.openxmlformats.org/drawingml/2006/main" noGrp="1"/>
          </p:cNvSpPr>
          <p:nvPr/>
        </p:nvSpPr>
        <p:spPr>
          <a:xfrm xmlns:a="http://schemas.openxmlformats.org/drawingml/2006/main">
            <a:off x="5172075" y="5528310"/>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7351C7"/>
          </a:solidFill>
          <a:ln xmlns:a="http://schemas.openxmlformats.org/drawingml/2006/main" w="0">
            <a:solidFill>
              <a:srgbClr val="7351C7"/>
            </a:solidFill>
            <a:prstDash val="solid"/>
          </a:ln>
        </p:spPr>
      </p:sp>
      <p:sp>
        <p:nvSpPr>
          <p:cNvPr id="75" name="path-711">
            <a:extLst xmlns:a="http://schemas.openxmlformats.org/drawingml/2006/main">
              <a:ext uri="{FF2B5EF4-FFF2-40B4-BE49-F238E27FC236}">
                <a16:creationId xmlns:a16="http://schemas.microsoft.com/office/drawing/2014/main" id="{07DE4C54-A570-4416-A720-80970A175A59}"/>
              </a:ext>
            </a:extLst>
          </p:cNvPr>
          <p:cNvSpPr>
            <a:spLocks xmlns:a="http://schemas.openxmlformats.org/drawingml/2006/main" noGrp="1"/>
          </p:cNvSpPr>
          <p:nvPr/>
        </p:nvSpPr>
        <p:spPr>
          <a:xfrm xmlns:a="http://schemas.openxmlformats.org/drawingml/2006/main">
            <a:off x="7505700" y="5572125"/>
            <a:ext cx="609600" cy="953"/>
          </a:xfrm>
          <a:custGeom xmlns:a="http://schemas.openxmlformats.org/drawingml/2006/main">
            <a:pathLst>
              <a:path w="609600" h="953">
                <a:moveTo>
                  <a:pt x="0" y="0"/>
                </a:moveTo>
                <a:lnTo>
                  <a:pt x="609600" y="0"/>
                </a:lnTo>
              </a:path>
            </a:pathLst>
          </a:custGeom>
          <a:noFill xmlns:a="http://schemas.openxmlformats.org/drawingml/2006/main"/>
          <a:ln xmlns:a="http://schemas.openxmlformats.org/drawingml/2006/main" w="22860">
            <a:solidFill>
              <a:srgbClr val="7351C7"/>
            </a:solidFill>
            <a:prstDash val="solid"/>
          </a:ln>
        </p:spPr>
      </p:sp>
      <p:sp>
        <p:nvSpPr>
          <p:cNvPr id="76" name="path-712">
            <a:extLst xmlns:a="http://schemas.openxmlformats.org/drawingml/2006/main">
              <a:ext uri="{FF2B5EF4-FFF2-40B4-BE49-F238E27FC236}">
                <a16:creationId xmlns:a16="http://schemas.microsoft.com/office/drawing/2014/main" id="{5293304E-1A3C-4A39-AF18-737C60F585D5}"/>
              </a:ext>
            </a:extLst>
          </p:cNvPr>
          <p:cNvSpPr>
            <a:spLocks xmlns:a="http://schemas.openxmlformats.org/drawingml/2006/main" noGrp="1"/>
          </p:cNvSpPr>
          <p:nvPr/>
        </p:nvSpPr>
        <p:spPr>
          <a:xfrm xmlns:a="http://schemas.openxmlformats.org/drawingml/2006/main">
            <a:off x="8020050" y="5528310"/>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7351C7"/>
          </a:solidFill>
          <a:ln xmlns:a="http://schemas.openxmlformats.org/drawingml/2006/main" w="0">
            <a:solidFill>
              <a:srgbClr val="7351C7"/>
            </a:solidFill>
            <a:prstDash val="solid"/>
          </a:ln>
        </p:spPr>
      </p:sp>
      <p:sp>
        <p:nvSpPr>
          <p:cNvPr id="77" name="path-713">
            <a:extLst xmlns:a="http://schemas.openxmlformats.org/drawingml/2006/main">
              <a:ext uri="{FF2B5EF4-FFF2-40B4-BE49-F238E27FC236}">
                <a16:creationId xmlns:a16="http://schemas.microsoft.com/office/drawing/2014/main" id="{ABC53A40-9A85-4196-8E54-529DEF78DA0B}"/>
              </a:ext>
            </a:extLst>
          </p:cNvPr>
          <p:cNvSpPr>
            <a:spLocks xmlns:a="http://schemas.openxmlformats.org/drawingml/2006/main" noGrp="1"/>
          </p:cNvSpPr>
          <p:nvPr/>
        </p:nvSpPr>
        <p:spPr>
          <a:xfrm xmlns:a="http://schemas.openxmlformats.org/drawingml/2006/main">
            <a:off x="533400" y="6019800"/>
            <a:ext cx="11125200" cy="953"/>
          </a:xfrm>
          <a:custGeom xmlns:a="http://schemas.openxmlformats.org/drawingml/2006/main">
            <a:pathLst>
              <a:path w="11125200" h="953">
                <a:moveTo>
                  <a:pt x="0" y="0"/>
                </a:moveTo>
                <a:lnTo>
                  <a:pt x="11125200" y="0"/>
                </a:lnTo>
              </a:path>
            </a:pathLst>
          </a:custGeom>
          <a:noFill xmlns:a="http://schemas.openxmlformats.org/drawingml/2006/main"/>
          <a:ln xmlns:a="http://schemas.openxmlformats.org/drawingml/2006/main" w="9525">
            <a:solidFill>
              <a:srgbClr val="CFD7E2"/>
            </a:solidFill>
            <a:prstDash val="solid"/>
          </a:ln>
        </p:spPr>
      </p:sp>
      <p:sp>
        <p:nvSpPr>
          <p:cNvPr id="78" name="label-714">
            <a:extLst xmlns:a="http://schemas.openxmlformats.org/drawingml/2006/main">
              <a:ext uri="{FF2B5EF4-FFF2-40B4-BE49-F238E27FC236}">
                <a16:creationId xmlns:a16="http://schemas.microsoft.com/office/drawing/2014/main" id="{6C328425-1205-42BB-9DBB-ED57E8B68861}"/>
              </a:ext>
            </a:extLst>
          </p:cNvPr>
          <p:cNvSpPr>
            <a:spLocks xmlns:a="http://schemas.openxmlformats.org/drawingml/2006/main" noGrp="1"/>
          </p:cNvSpPr>
          <p:nvPr/>
        </p:nvSpPr>
        <p:spPr>
          <a:xfrm xmlns:a="http://schemas.openxmlformats.org/drawingml/2006/main">
            <a:off x="533400" y="6181725"/>
            <a:ext cx="10334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6253B"/>
                </a:solidFill>
                <a:latin typeface="DejaVu Sans"/>
                <a:ea typeface="DejaVu Sans"/>
                <a:cs typeface="DejaVu Sans"/>
              </a:defRPr>
            </a:defPPr>
            <a:lvl1pPr algn="l">
              <a:defRPr sz="1725" b="0">
                <a:solidFill>
                  <a:srgbClr val="16253B"/>
                </a:solidFill>
                <a:latin typeface="DejaVu Sans"/>
                <a:ea typeface="DejaVu Sans"/>
                <a:cs typeface="DejaVu Sans"/>
              </a:defRPr>
            </a:lvl1pPr>
            <a:lvl2pPr algn="l">
              <a:defRPr sz="1725" b="0">
                <a:solidFill>
                  <a:srgbClr val="16253B"/>
                </a:solidFill>
                <a:latin typeface="DejaVu Sans"/>
                <a:ea typeface="DejaVu Sans"/>
                <a:cs typeface="DejaVu Sans"/>
              </a:defRPr>
            </a:lvl2pPr>
            <a:lvl3pPr algn="l">
              <a:defRPr sz="1725" b="0">
                <a:solidFill>
                  <a:srgbClr val="16253B"/>
                </a:solidFill>
                <a:latin typeface="DejaVu Sans"/>
                <a:ea typeface="DejaVu Sans"/>
                <a:cs typeface="DejaVu Sans"/>
              </a:defRPr>
            </a:lvl3pPr>
            <a:lvl4pPr algn="l">
              <a:defRPr sz="1725" b="0">
                <a:solidFill>
                  <a:srgbClr val="16253B"/>
                </a:solidFill>
                <a:latin typeface="DejaVu Sans"/>
                <a:ea typeface="DejaVu Sans"/>
                <a:cs typeface="DejaVu Sans"/>
              </a:defRPr>
            </a:lvl4pPr>
            <a:lvl5pPr algn="l">
              <a:defRPr sz="1725" b="0">
                <a:solidFill>
                  <a:srgbClr val="16253B"/>
                </a:solidFill>
                <a:latin typeface="DejaVu Sans"/>
                <a:ea typeface="DejaVu Sans"/>
                <a:cs typeface="DejaVu Sans"/>
              </a:defRPr>
            </a:lvl5pPr>
            <a:lvl6pPr algn="l">
              <a:defRPr sz="1725" b="0">
                <a:solidFill>
                  <a:srgbClr val="16253B"/>
                </a:solidFill>
                <a:latin typeface="DejaVu Sans"/>
                <a:ea typeface="DejaVu Sans"/>
                <a:cs typeface="DejaVu Sans"/>
              </a:defRPr>
            </a:lvl6pPr>
            <a:lvl7pPr algn="l">
              <a:defRPr sz="1725" b="0">
                <a:solidFill>
                  <a:srgbClr val="16253B"/>
                </a:solidFill>
                <a:latin typeface="DejaVu Sans"/>
                <a:ea typeface="DejaVu Sans"/>
                <a:cs typeface="DejaVu Sans"/>
              </a:defRPr>
            </a:lvl7pPr>
            <a:lvl8pPr algn="l">
              <a:defRPr sz="1725" b="0">
                <a:solidFill>
                  <a:srgbClr val="16253B"/>
                </a:solidFill>
                <a:latin typeface="DejaVu Sans"/>
                <a:ea typeface="DejaVu Sans"/>
                <a:cs typeface="DejaVu Sans"/>
              </a:defRPr>
            </a:lvl8pPr>
            <a:lvl9pPr algn="l">
              <a:defRPr sz="1725" b="0">
                <a:solidFill>
                  <a:srgbClr val="16253B"/>
                </a:solidFill>
                <a:latin typeface="DejaVu Sans"/>
                <a:ea typeface="DejaVu Sans"/>
                <a:cs typeface="DejaVu Sans"/>
              </a:defRPr>
            </a:lvl9pPr>
          </a:lstStyle>
          <a:p xmlns:a="http://schemas.openxmlformats.org/drawingml/2006/main">
            <a:pPr algn="l">
              <a:defRPr sz="1725" b="0">
                <a:solidFill>
                  <a:srgbClr val="16253B"/>
                </a:solidFill>
                <a:latin typeface="DejaVu Sans"/>
                <a:ea typeface="DejaVu Sans"/>
                <a:cs typeface="DejaVu Sans"/>
              </a:defRPr>
            </a:pPr>
            <a:r>
              <a:rPr sz="1725" b="0">
                <a:solidFill>
                  <a:srgbClr val="16253B"/>
                </a:solidFill>
                <a:latin typeface="DejaVu Sans"/>
                <a:ea typeface="DejaVu Sans"/>
                <a:cs typeface="DejaVu Sans"/>
              </a:rPr>
              <a:t>R and O are learned-feature proxies. The gate has no separate reliability-label supervision.</a:t>
            </a:r>
          </a:p>
        </p:txBody>
      </p:sp>
    </p:spTree>
    <p:extLst>
      <p:ext uri="{BB962C8B-B14F-4D97-AF65-F5344CB8AC3E}">
        <p14:creationId xmlns:p14="http://schemas.microsoft.com/office/powerpoint/2010/main" val="1452930282"/>
      </p:ext>
    </p:extLst>
  </p:cSld>
</p:sld>
</file>

<file path=ppt/slides/slide9.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128" name="slide-title">
            <a:extLst xmlns:a="http://schemas.openxmlformats.org/drawingml/2006/main">
              <a:ext uri="{FF2B5EF4-FFF2-40B4-BE49-F238E27FC236}">
                <a16:creationId xmlns:a16="http://schemas.microsoft.com/office/drawing/2014/main" id="{EE14D598-F347-44A7-877C-FE9FFECBD508}"/>
              </a:ext>
            </a:extLst>
          </p:cNvPr>
          <p:cNvSpPr>
            <a:spLocks xmlns:a="http://schemas.openxmlformats.org/drawingml/2006/main" noGrp="1"/>
          </p:cNvSpPr>
          <p:nvPr/>
        </p:nvSpPr>
        <p:spPr>
          <a:xfrm xmlns:a="http://schemas.openxmlformats.org/drawingml/2006/main">
            <a:off x="533400" y="361950"/>
            <a:ext cx="1112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6253B"/>
                </a:solidFill>
                <a:latin typeface="DejaVu Sans"/>
                <a:ea typeface="DejaVu Sans"/>
                <a:cs typeface="DejaVu Sans"/>
              </a:defRPr>
            </a:defPPr>
            <a:lvl1pPr algn="l">
              <a:defRPr sz="3300" b="1">
                <a:solidFill>
                  <a:srgbClr val="16253B"/>
                </a:solidFill>
                <a:latin typeface="DejaVu Sans"/>
                <a:ea typeface="DejaVu Sans"/>
                <a:cs typeface="DejaVu Sans"/>
              </a:defRPr>
            </a:lvl1pPr>
            <a:lvl2pPr algn="l">
              <a:defRPr sz="3300" b="1">
                <a:solidFill>
                  <a:srgbClr val="16253B"/>
                </a:solidFill>
                <a:latin typeface="DejaVu Sans"/>
                <a:ea typeface="DejaVu Sans"/>
                <a:cs typeface="DejaVu Sans"/>
              </a:defRPr>
            </a:lvl2pPr>
            <a:lvl3pPr algn="l">
              <a:defRPr sz="3300" b="1">
                <a:solidFill>
                  <a:srgbClr val="16253B"/>
                </a:solidFill>
                <a:latin typeface="DejaVu Sans"/>
                <a:ea typeface="DejaVu Sans"/>
                <a:cs typeface="DejaVu Sans"/>
              </a:defRPr>
            </a:lvl3pPr>
            <a:lvl4pPr algn="l">
              <a:defRPr sz="3300" b="1">
                <a:solidFill>
                  <a:srgbClr val="16253B"/>
                </a:solidFill>
                <a:latin typeface="DejaVu Sans"/>
                <a:ea typeface="DejaVu Sans"/>
                <a:cs typeface="DejaVu Sans"/>
              </a:defRPr>
            </a:lvl4pPr>
            <a:lvl5pPr algn="l">
              <a:defRPr sz="3300" b="1">
                <a:solidFill>
                  <a:srgbClr val="16253B"/>
                </a:solidFill>
                <a:latin typeface="DejaVu Sans"/>
                <a:ea typeface="DejaVu Sans"/>
                <a:cs typeface="DejaVu Sans"/>
              </a:defRPr>
            </a:lvl5pPr>
            <a:lvl6pPr algn="l">
              <a:defRPr sz="3300" b="1">
                <a:solidFill>
                  <a:srgbClr val="16253B"/>
                </a:solidFill>
                <a:latin typeface="DejaVu Sans"/>
                <a:ea typeface="DejaVu Sans"/>
                <a:cs typeface="DejaVu Sans"/>
              </a:defRPr>
            </a:lvl6pPr>
            <a:lvl7pPr algn="l">
              <a:defRPr sz="3300" b="1">
                <a:solidFill>
                  <a:srgbClr val="16253B"/>
                </a:solidFill>
                <a:latin typeface="DejaVu Sans"/>
                <a:ea typeface="DejaVu Sans"/>
                <a:cs typeface="DejaVu Sans"/>
              </a:defRPr>
            </a:lvl7pPr>
            <a:lvl8pPr algn="l">
              <a:defRPr sz="3300" b="1">
                <a:solidFill>
                  <a:srgbClr val="16253B"/>
                </a:solidFill>
                <a:latin typeface="DejaVu Sans"/>
                <a:ea typeface="DejaVu Sans"/>
                <a:cs typeface="DejaVu Sans"/>
              </a:defRPr>
            </a:lvl8pPr>
            <a:lvl9pPr algn="l">
              <a:defRPr sz="3300" b="1">
                <a:solidFill>
                  <a:srgbClr val="16253B"/>
                </a:solidFill>
                <a:latin typeface="DejaVu Sans"/>
                <a:ea typeface="DejaVu Sans"/>
                <a:cs typeface="DejaVu Sans"/>
              </a:defRPr>
            </a:lvl9pPr>
          </a:lstStyle>
          <a:p xmlns:a="http://schemas.openxmlformats.org/drawingml/2006/main">
            <a:pPr algn="l">
              <a:defRPr sz="3300" b="1">
                <a:solidFill>
                  <a:srgbClr val="16253B"/>
                </a:solidFill>
                <a:latin typeface="DejaVu Sans"/>
                <a:ea typeface="DejaVu Sans"/>
                <a:cs typeface="DejaVu Sans"/>
              </a:defRPr>
            </a:pPr>
            <a:r>
              <a:rPr sz="3300" b="1">
                <a:solidFill>
                  <a:srgbClr val="16253B"/>
                </a:solidFill>
                <a:latin typeface="DejaVu Sans"/>
                <a:ea typeface="DejaVu Sans"/>
                <a:cs typeface="DejaVu Sans"/>
              </a:rPr>
              <a:t>The gate controls a local camera–LiDAR blend</a:t>
            </a:r>
          </a:p>
        </p:txBody>
      </p:sp>
      <p:sp>
        <p:nvSpPr>
          <p:cNvPr id="2" name="label-715">
            <a:extLst xmlns:a="http://schemas.openxmlformats.org/drawingml/2006/main">
              <a:ext uri="{FF2B5EF4-FFF2-40B4-BE49-F238E27FC236}">
                <a16:creationId xmlns:a16="http://schemas.microsoft.com/office/drawing/2014/main" id="{6034BACF-50AF-4E3D-95C1-B8B74019B83C}"/>
              </a:ext>
            </a:extLst>
          </p:cNvPr>
          <p:cNvSpPr>
            <a:spLocks xmlns:a="http://schemas.openxmlformats.org/drawingml/2006/main" noGrp="1"/>
          </p:cNvSpPr>
          <p:nvPr/>
        </p:nvSpPr>
        <p:spPr>
          <a:xfrm xmlns:a="http://schemas.openxmlformats.org/drawingml/2006/main">
            <a:off x="11144250" y="64674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77C"/>
                </a:solidFill>
                <a:latin typeface="DejaVu Sans"/>
                <a:ea typeface="DejaVu Sans"/>
                <a:cs typeface="DejaVu Sans"/>
              </a:defRPr>
            </a:defPPr>
            <a:lvl1pPr algn="r">
              <a:defRPr sz="1200" b="0">
                <a:solidFill>
                  <a:srgbClr val="58677C"/>
                </a:solidFill>
                <a:latin typeface="DejaVu Sans"/>
                <a:ea typeface="DejaVu Sans"/>
                <a:cs typeface="DejaVu Sans"/>
              </a:defRPr>
            </a:lvl1pPr>
            <a:lvl2pPr algn="r">
              <a:defRPr sz="1200" b="0">
                <a:solidFill>
                  <a:srgbClr val="58677C"/>
                </a:solidFill>
                <a:latin typeface="DejaVu Sans"/>
                <a:ea typeface="DejaVu Sans"/>
                <a:cs typeface="DejaVu Sans"/>
              </a:defRPr>
            </a:lvl2pPr>
            <a:lvl3pPr algn="r">
              <a:defRPr sz="1200" b="0">
                <a:solidFill>
                  <a:srgbClr val="58677C"/>
                </a:solidFill>
                <a:latin typeface="DejaVu Sans"/>
                <a:ea typeface="DejaVu Sans"/>
                <a:cs typeface="DejaVu Sans"/>
              </a:defRPr>
            </a:lvl3pPr>
            <a:lvl4pPr algn="r">
              <a:defRPr sz="1200" b="0">
                <a:solidFill>
                  <a:srgbClr val="58677C"/>
                </a:solidFill>
                <a:latin typeface="DejaVu Sans"/>
                <a:ea typeface="DejaVu Sans"/>
                <a:cs typeface="DejaVu Sans"/>
              </a:defRPr>
            </a:lvl4pPr>
            <a:lvl5pPr algn="r">
              <a:defRPr sz="1200" b="0">
                <a:solidFill>
                  <a:srgbClr val="58677C"/>
                </a:solidFill>
                <a:latin typeface="DejaVu Sans"/>
                <a:ea typeface="DejaVu Sans"/>
                <a:cs typeface="DejaVu Sans"/>
              </a:defRPr>
            </a:lvl5pPr>
            <a:lvl6pPr algn="r">
              <a:defRPr sz="1200" b="0">
                <a:solidFill>
                  <a:srgbClr val="58677C"/>
                </a:solidFill>
                <a:latin typeface="DejaVu Sans"/>
                <a:ea typeface="DejaVu Sans"/>
                <a:cs typeface="DejaVu Sans"/>
              </a:defRPr>
            </a:lvl6pPr>
            <a:lvl7pPr algn="r">
              <a:defRPr sz="1200" b="0">
                <a:solidFill>
                  <a:srgbClr val="58677C"/>
                </a:solidFill>
                <a:latin typeface="DejaVu Sans"/>
                <a:ea typeface="DejaVu Sans"/>
                <a:cs typeface="DejaVu Sans"/>
              </a:defRPr>
            </a:lvl7pPr>
            <a:lvl8pPr algn="r">
              <a:defRPr sz="1200" b="0">
                <a:solidFill>
                  <a:srgbClr val="58677C"/>
                </a:solidFill>
                <a:latin typeface="DejaVu Sans"/>
                <a:ea typeface="DejaVu Sans"/>
                <a:cs typeface="DejaVu Sans"/>
              </a:defRPr>
            </a:lvl8pPr>
            <a:lvl9pPr algn="r">
              <a:defRPr sz="1200" b="0">
                <a:solidFill>
                  <a:srgbClr val="58677C"/>
                </a:solidFill>
                <a:latin typeface="DejaVu Sans"/>
                <a:ea typeface="DejaVu Sans"/>
                <a:cs typeface="DejaVu Sans"/>
              </a:defRPr>
            </a:lvl9pPr>
          </a:lstStyle>
          <a:p xmlns:a="http://schemas.openxmlformats.org/drawingml/2006/main">
            <a:pPr algn="r">
              <a:defRPr sz="1200" b="0">
                <a:solidFill>
                  <a:srgbClr val="58677C"/>
                </a:solidFill>
                <a:latin typeface="DejaVu Sans"/>
                <a:ea typeface="DejaVu Sans"/>
                <a:cs typeface="DejaVu Sans"/>
              </a:defRPr>
            </a:pPr>
            <a:r>
              <a:rPr sz="1200" b="0">
                <a:solidFill>
                  <a:srgbClr val="58677C"/>
                </a:solidFill>
                <a:latin typeface="DejaVu Sans"/>
                <a:ea typeface="DejaVu Sans"/>
                <a:cs typeface="DejaVu Sans"/>
              </a:rPr>
              <a:t>09</a:t>
            </a:r>
          </a:p>
        </p:txBody>
      </p:sp>
      <p:sp>
        <p:nvSpPr>
          <p:cNvPr id="3" name="label-716">
            <a:extLst xmlns:a="http://schemas.openxmlformats.org/drawingml/2006/main">
              <a:ext uri="{FF2B5EF4-FFF2-40B4-BE49-F238E27FC236}">
                <a16:creationId xmlns:a16="http://schemas.microsoft.com/office/drawing/2014/main" id="{7CA34C94-1A83-4285-BD39-5DD9E9A29034}"/>
              </a:ext>
            </a:extLst>
          </p:cNvPr>
          <p:cNvSpPr>
            <a:spLocks xmlns:a="http://schemas.openxmlformats.org/drawingml/2006/main" noGrp="1"/>
          </p:cNvSpPr>
          <p:nvPr/>
        </p:nvSpPr>
        <p:spPr>
          <a:xfrm xmlns:a="http://schemas.openxmlformats.org/drawingml/2006/main">
            <a:off x="533400" y="1381125"/>
            <a:ext cx="414337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7351C7"/>
                </a:solidFill>
                <a:latin typeface="DejaVu Sans"/>
                <a:ea typeface="DejaVu Sans"/>
                <a:cs typeface="DejaVu Sans"/>
              </a:defRPr>
            </a:defPPr>
            <a:lvl1pPr algn="l">
              <a:defRPr sz="2175" b="1">
                <a:solidFill>
                  <a:srgbClr val="7351C7"/>
                </a:solidFill>
                <a:latin typeface="DejaVu Sans"/>
                <a:ea typeface="DejaVu Sans"/>
                <a:cs typeface="DejaVu Sans"/>
              </a:defRPr>
            </a:lvl1pPr>
            <a:lvl2pPr algn="l">
              <a:defRPr sz="2175" b="1">
                <a:solidFill>
                  <a:srgbClr val="7351C7"/>
                </a:solidFill>
                <a:latin typeface="DejaVu Sans"/>
                <a:ea typeface="DejaVu Sans"/>
                <a:cs typeface="DejaVu Sans"/>
              </a:defRPr>
            </a:lvl2pPr>
            <a:lvl3pPr algn="l">
              <a:defRPr sz="2175" b="1">
                <a:solidFill>
                  <a:srgbClr val="7351C7"/>
                </a:solidFill>
                <a:latin typeface="DejaVu Sans"/>
                <a:ea typeface="DejaVu Sans"/>
                <a:cs typeface="DejaVu Sans"/>
              </a:defRPr>
            </a:lvl3pPr>
            <a:lvl4pPr algn="l">
              <a:defRPr sz="2175" b="1">
                <a:solidFill>
                  <a:srgbClr val="7351C7"/>
                </a:solidFill>
                <a:latin typeface="DejaVu Sans"/>
                <a:ea typeface="DejaVu Sans"/>
                <a:cs typeface="DejaVu Sans"/>
              </a:defRPr>
            </a:lvl4pPr>
            <a:lvl5pPr algn="l">
              <a:defRPr sz="2175" b="1">
                <a:solidFill>
                  <a:srgbClr val="7351C7"/>
                </a:solidFill>
                <a:latin typeface="DejaVu Sans"/>
                <a:ea typeface="DejaVu Sans"/>
                <a:cs typeface="DejaVu Sans"/>
              </a:defRPr>
            </a:lvl5pPr>
            <a:lvl6pPr algn="l">
              <a:defRPr sz="2175" b="1">
                <a:solidFill>
                  <a:srgbClr val="7351C7"/>
                </a:solidFill>
                <a:latin typeface="DejaVu Sans"/>
                <a:ea typeface="DejaVu Sans"/>
                <a:cs typeface="DejaVu Sans"/>
              </a:defRPr>
            </a:lvl6pPr>
            <a:lvl7pPr algn="l">
              <a:defRPr sz="2175" b="1">
                <a:solidFill>
                  <a:srgbClr val="7351C7"/>
                </a:solidFill>
                <a:latin typeface="DejaVu Sans"/>
                <a:ea typeface="DejaVu Sans"/>
                <a:cs typeface="DejaVu Sans"/>
              </a:defRPr>
            </a:lvl7pPr>
            <a:lvl8pPr algn="l">
              <a:defRPr sz="2175" b="1">
                <a:solidFill>
                  <a:srgbClr val="7351C7"/>
                </a:solidFill>
                <a:latin typeface="DejaVu Sans"/>
                <a:ea typeface="DejaVu Sans"/>
                <a:cs typeface="DejaVu Sans"/>
              </a:defRPr>
            </a:lvl8pPr>
            <a:lvl9pPr algn="l">
              <a:defRPr sz="2175" b="1">
                <a:solidFill>
                  <a:srgbClr val="7351C7"/>
                </a:solidFill>
                <a:latin typeface="DejaVu Sans"/>
                <a:ea typeface="DejaVu Sans"/>
                <a:cs typeface="DejaVu Sans"/>
              </a:defRPr>
            </a:lvl9pPr>
          </a:lstStyle>
          <a:p xmlns:a="http://schemas.openxmlformats.org/drawingml/2006/main">
            <a:pPr algn="l">
              <a:defRPr sz="2175" b="1">
                <a:solidFill>
                  <a:srgbClr val="7351C7"/>
                </a:solidFill>
                <a:latin typeface="DejaVu Sans"/>
                <a:ea typeface="DejaVu Sans"/>
                <a:cs typeface="DejaVu Sans"/>
              </a:defRPr>
            </a:pPr>
            <a:r>
              <a:rPr sz="2175" b="1">
                <a:solidFill>
                  <a:srgbClr val="7351C7"/>
                </a:solidFill>
                <a:latin typeface="DejaVu Sans"/>
                <a:ea typeface="DejaVu Sans"/>
                <a:cs typeface="DejaVu Sans"/>
              </a:rPr>
              <a:t>One scalar per BEV cell</a:t>
            </a:r>
          </a:p>
        </p:txBody>
      </p:sp>
      <p:sp>
        <p:nvSpPr>
          <p:cNvPr id="4" name="shape-717">
            <a:extLst xmlns:a="http://schemas.openxmlformats.org/drawingml/2006/main">
              <a:ext uri="{FF2B5EF4-FFF2-40B4-BE49-F238E27FC236}">
                <a16:creationId xmlns:a16="http://schemas.microsoft.com/office/drawing/2014/main" id="{BCB06AA5-CF1E-4A01-843D-0FA5F1C2E607}"/>
              </a:ext>
            </a:extLst>
          </p:cNvPr>
          <p:cNvSpPr>
            <a:spLocks xmlns:a="http://schemas.openxmlformats.org/drawingml/2006/main" noGrp="1"/>
          </p:cNvSpPr>
          <p:nvPr/>
        </p:nvSpPr>
        <p:spPr>
          <a:xfrm xmlns:a="http://schemas.openxmlformats.org/drawingml/2006/main" rot="0">
            <a:off x="609600" y="2085975"/>
            <a:ext cx="2667000" cy="2667000"/>
          </a:xfrm>
          <a:prstGeom xmlns:a="http://schemas.openxmlformats.org/drawingml/2006/main" prst="rect">
            <a:avLst/>
          </a:prstGeom>
          <a:solidFill xmlns:a="http://schemas.openxmlformats.org/drawingml/2006/main">
            <a:srgbClr val="FFFFFF"/>
          </a:solidFill>
          <a:ln xmlns:a="http://schemas.openxmlformats.org/drawingml/2006/main" w="11430">
            <a:solidFill>
              <a:srgbClr val="FFFFFF"/>
            </a:solidFill>
            <a:prstDash val="solid"/>
          </a:ln>
        </p:spPr>
      </p:sp>
      <p:sp>
        <p:nvSpPr>
          <p:cNvPr id="5" name="shape-718">
            <a:extLst xmlns:a="http://schemas.openxmlformats.org/drawingml/2006/main">
              <a:ext uri="{FF2B5EF4-FFF2-40B4-BE49-F238E27FC236}">
                <a16:creationId xmlns:a16="http://schemas.microsoft.com/office/drawing/2014/main" id="{07C55C90-EC39-4D19-9697-6B9DBC5B97C6}"/>
              </a:ext>
            </a:extLst>
          </p:cNvPr>
          <p:cNvSpPr>
            <a:spLocks xmlns:a="http://schemas.openxmlformats.org/drawingml/2006/main" noGrp="1"/>
          </p:cNvSpPr>
          <p:nvPr/>
        </p:nvSpPr>
        <p:spPr>
          <a:xfrm xmlns:a="http://schemas.openxmlformats.org/drawingml/2006/main" rot="0">
            <a:off x="609600" y="2085975"/>
            <a:ext cx="333375" cy="333375"/>
          </a:xfrm>
          <a:prstGeom xmlns:a="http://schemas.openxmlformats.org/drawingml/2006/main" prst="rect">
            <a:avLst/>
          </a:prstGeom>
          <a:solidFill xmlns:a="http://schemas.openxmlformats.org/drawingml/2006/main">
            <a:srgbClr val="CDD1D7"/>
          </a:solidFill>
          <a:ln xmlns:a="http://schemas.openxmlformats.org/drawingml/2006/main" w="0">
            <a:noFill/>
            <a:prstDash val="solid"/>
          </a:ln>
        </p:spPr>
      </p:sp>
      <p:sp>
        <p:nvSpPr>
          <p:cNvPr id="6" name="shape-719">
            <a:extLst xmlns:a="http://schemas.openxmlformats.org/drawingml/2006/main">
              <a:ext uri="{FF2B5EF4-FFF2-40B4-BE49-F238E27FC236}">
                <a16:creationId xmlns:a16="http://schemas.microsoft.com/office/drawing/2014/main" id="{E655BBB3-CC30-4C27-9DF0-18BFD33012D4}"/>
              </a:ext>
            </a:extLst>
          </p:cNvPr>
          <p:cNvSpPr>
            <a:spLocks xmlns:a="http://schemas.openxmlformats.org/drawingml/2006/main" noGrp="1"/>
          </p:cNvSpPr>
          <p:nvPr/>
        </p:nvSpPr>
        <p:spPr>
          <a:xfrm xmlns:a="http://schemas.openxmlformats.org/drawingml/2006/main" rot="0">
            <a:off x="942975" y="2085975"/>
            <a:ext cx="333375" cy="333375"/>
          </a:xfrm>
          <a:prstGeom xmlns:a="http://schemas.openxmlformats.org/drawingml/2006/main" prst="rect">
            <a:avLst/>
          </a:prstGeom>
          <a:solidFill xmlns:a="http://schemas.openxmlformats.org/drawingml/2006/main">
            <a:srgbClr val="CDD1D7"/>
          </a:solidFill>
          <a:ln xmlns:a="http://schemas.openxmlformats.org/drawingml/2006/main" w="0">
            <a:noFill/>
            <a:prstDash val="solid"/>
          </a:ln>
        </p:spPr>
      </p:sp>
      <p:sp>
        <p:nvSpPr>
          <p:cNvPr id="7" name="shape-720">
            <a:extLst xmlns:a="http://schemas.openxmlformats.org/drawingml/2006/main">
              <a:ext uri="{FF2B5EF4-FFF2-40B4-BE49-F238E27FC236}">
                <a16:creationId xmlns:a16="http://schemas.microsoft.com/office/drawing/2014/main" id="{A47EDE5A-23D6-478E-A5DC-347E5E3049B7}"/>
              </a:ext>
            </a:extLst>
          </p:cNvPr>
          <p:cNvSpPr>
            <a:spLocks xmlns:a="http://schemas.openxmlformats.org/drawingml/2006/main" noGrp="1"/>
          </p:cNvSpPr>
          <p:nvPr/>
        </p:nvSpPr>
        <p:spPr>
          <a:xfrm xmlns:a="http://schemas.openxmlformats.org/drawingml/2006/main" rot="0">
            <a:off x="1276350" y="2085975"/>
            <a:ext cx="333375" cy="333375"/>
          </a:xfrm>
          <a:prstGeom xmlns:a="http://schemas.openxmlformats.org/drawingml/2006/main" prst="rect">
            <a:avLst/>
          </a:prstGeom>
          <a:solidFill xmlns:a="http://schemas.openxmlformats.org/drawingml/2006/main">
            <a:srgbClr val="CDD1D7"/>
          </a:solidFill>
          <a:ln xmlns:a="http://schemas.openxmlformats.org/drawingml/2006/main" w="0">
            <a:noFill/>
            <a:prstDash val="solid"/>
          </a:ln>
        </p:spPr>
      </p:sp>
      <p:sp>
        <p:nvSpPr>
          <p:cNvPr id="8" name="shape-721">
            <a:extLst xmlns:a="http://schemas.openxmlformats.org/drawingml/2006/main">
              <a:ext uri="{FF2B5EF4-FFF2-40B4-BE49-F238E27FC236}">
                <a16:creationId xmlns:a16="http://schemas.microsoft.com/office/drawing/2014/main" id="{BBFC5D8D-6DEF-42D2-B0F6-05844FE5666B}"/>
              </a:ext>
            </a:extLst>
          </p:cNvPr>
          <p:cNvSpPr>
            <a:spLocks xmlns:a="http://schemas.openxmlformats.org/drawingml/2006/main" noGrp="1"/>
          </p:cNvSpPr>
          <p:nvPr/>
        </p:nvSpPr>
        <p:spPr>
          <a:xfrm xmlns:a="http://schemas.openxmlformats.org/drawingml/2006/main" rot="0">
            <a:off x="1609725" y="2085975"/>
            <a:ext cx="333375" cy="333375"/>
          </a:xfrm>
          <a:prstGeom xmlns:a="http://schemas.openxmlformats.org/drawingml/2006/main" prst="rect">
            <a:avLst/>
          </a:prstGeom>
          <a:solidFill xmlns:a="http://schemas.openxmlformats.org/drawingml/2006/main">
            <a:srgbClr val="448BD2"/>
          </a:solidFill>
          <a:ln xmlns:a="http://schemas.openxmlformats.org/drawingml/2006/main" w="0">
            <a:noFill/>
            <a:prstDash val="solid"/>
          </a:ln>
        </p:spPr>
      </p:sp>
      <p:sp>
        <p:nvSpPr>
          <p:cNvPr id="9" name="shape-722">
            <a:extLst xmlns:a="http://schemas.openxmlformats.org/drawingml/2006/main">
              <a:ext uri="{FF2B5EF4-FFF2-40B4-BE49-F238E27FC236}">
                <a16:creationId xmlns:a16="http://schemas.microsoft.com/office/drawing/2014/main" id="{A8FBF7C0-E696-4C8E-8FE2-5F2AF7B156EF}"/>
              </a:ext>
            </a:extLst>
          </p:cNvPr>
          <p:cNvSpPr>
            <a:spLocks xmlns:a="http://schemas.openxmlformats.org/drawingml/2006/main" noGrp="1"/>
          </p:cNvSpPr>
          <p:nvPr/>
        </p:nvSpPr>
        <p:spPr>
          <a:xfrm xmlns:a="http://schemas.openxmlformats.org/drawingml/2006/main" rot="0">
            <a:off x="1943100" y="2085975"/>
            <a:ext cx="333375" cy="333375"/>
          </a:xfrm>
          <a:prstGeom xmlns:a="http://schemas.openxmlformats.org/drawingml/2006/main" prst="rect">
            <a:avLst/>
          </a:prstGeom>
          <a:solidFill xmlns:a="http://schemas.openxmlformats.org/drawingml/2006/main">
            <a:srgbClr val="448BD2"/>
          </a:solidFill>
          <a:ln xmlns:a="http://schemas.openxmlformats.org/drawingml/2006/main" w="0">
            <a:noFill/>
            <a:prstDash val="solid"/>
          </a:ln>
        </p:spPr>
      </p:sp>
      <p:sp>
        <p:nvSpPr>
          <p:cNvPr id="10" name="shape-723">
            <a:extLst xmlns:a="http://schemas.openxmlformats.org/drawingml/2006/main">
              <a:ext uri="{FF2B5EF4-FFF2-40B4-BE49-F238E27FC236}">
                <a16:creationId xmlns:a16="http://schemas.microsoft.com/office/drawing/2014/main" id="{69698C6C-4249-4C52-B944-41C777A0B150}"/>
              </a:ext>
            </a:extLst>
          </p:cNvPr>
          <p:cNvSpPr>
            <a:spLocks xmlns:a="http://schemas.openxmlformats.org/drawingml/2006/main" noGrp="1"/>
          </p:cNvSpPr>
          <p:nvPr/>
        </p:nvSpPr>
        <p:spPr>
          <a:xfrm xmlns:a="http://schemas.openxmlformats.org/drawingml/2006/main" rot="0">
            <a:off x="2276475" y="2085975"/>
            <a:ext cx="333375" cy="333375"/>
          </a:xfrm>
          <a:prstGeom xmlns:a="http://schemas.openxmlformats.org/drawingml/2006/main" prst="rect">
            <a:avLst/>
          </a:prstGeom>
          <a:solidFill xmlns:a="http://schemas.openxmlformats.org/drawingml/2006/main">
            <a:srgbClr val="448BD2"/>
          </a:solidFill>
          <a:ln xmlns:a="http://schemas.openxmlformats.org/drawingml/2006/main" w="0">
            <a:noFill/>
            <a:prstDash val="solid"/>
          </a:ln>
        </p:spPr>
      </p:sp>
      <p:sp>
        <p:nvSpPr>
          <p:cNvPr id="11" name="shape-724">
            <a:extLst xmlns:a="http://schemas.openxmlformats.org/drawingml/2006/main">
              <a:ext uri="{FF2B5EF4-FFF2-40B4-BE49-F238E27FC236}">
                <a16:creationId xmlns:a16="http://schemas.microsoft.com/office/drawing/2014/main" id="{CC9688CB-081E-4880-B5F7-DD9F5930CFB3}"/>
              </a:ext>
            </a:extLst>
          </p:cNvPr>
          <p:cNvSpPr>
            <a:spLocks xmlns:a="http://schemas.openxmlformats.org/drawingml/2006/main" noGrp="1"/>
          </p:cNvSpPr>
          <p:nvPr/>
        </p:nvSpPr>
        <p:spPr>
          <a:xfrm xmlns:a="http://schemas.openxmlformats.org/drawingml/2006/main" rot="0">
            <a:off x="2609850" y="2085975"/>
            <a:ext cx="333375" cy="333375"/>
          </a:xfrm>
          <a:prstGeom xmlns:a="http://schemas.openxmlformats.org/drawingml/2006/main" prst="rect">
            <a:avLst/>
          </a:prstGeom>
          <a:solidFill xmlns:a="http://schemas.openxmlformats.org/drawingml/2006/main">
            <a:srgbClr val="448BD2"/>
          </a:solidFill>
          <a:ln xmlns:a="http://schemas.openxmlformats.org/drawingml/2006/main" w="0">
            <a:noFill/>
            <a:prstDash val="solid"/>
          </a:ln>
        </p:spPr>
      </p:sp>
      <p:sp>
        <p:nvSpPr>
          <p:cNvPr id="12" name="shape-725">
            <a:extLst xmlns:a="http://schemas.openxmlformats.org/drawingml/2006/main">
              <a:ext uri="{FF2B5EF4-FFF2-40B4-BE49-F238E27FC236}">
                <a16:creationId xmlns:a16="http://schemas.microsoft.com/office/drawing/2014/main" id="{E77C0820-7D28-4185-854E-8621211C373F}"/>
              </a:ext>
            </a:extLst>
          </p:cNvPr>
          <p:cNvSpPr>
            <a:spLocks xmlns:a="http://schemas.openxmlformats.org/drawingml/2006/main" noGrp="1"/>
          </p:cNvSpPr>
          <p:nvPr/>
        </p:nvSpPr>
        <p:spPr>
          <a:xfrm xmlns:a="http://schemas.openxmlformats.org/drawingml/2006/main" rot="0">
            <a:off x="2943225" y="2085975"/>
            <a:ext cx="333375" cy="333375"/>
          </a:xfrm>
          <a:prstGeom xmlns:a="http://schemas.openxmlformats.org/drawingml/2006/main" prst="rect">
            <a:avLst/>
          </a:prstGeom>
          <a:solidFill xmlns:a="http://schemas.openxmlformats.org/drawingml/2006/main">
            <a:srgbClr val="448BD2"/>
          </a:solidFill>
          <a:ln xmlns:a="http://schemas.openxmlformats.org/drawingml/2006/main" w="0">
            <a:noFill/>
            <a:prstDash val="solid"/>
          </a:ln>
        </p:spPr>
      </p:sp>
      <p:sp>
        <p:nvSpPr>
          <p:cNvPr id="13" name="shape-726">
            <a:extLst xmlns:a="http://schemas.openxmlformats.org/drawingml/2006/main">
              <a:ext uri="{FF2B5EF4-FFF2-40B4-BE49-F238E27FC236}">
                <a16:creationId xmlns:a16="http://schemas.microsoft.com/office/drawing/2014/main" id="{63A831CE-1CCE-4AC3-B892-0DC57456A692}"/>
              </a:ext>
            </a:extLst>
          </p:cNvPr>
          <p:cNvSpPr>
            <a:spLocks xmlns:a="http://schemas.openxmlformats.org/drawingml/2006/main" noGrp="1"/>
          </p:cNvSpPr>
          <p:nvPr/>
        </p:nvSpPr>
        <p:spPr>
          <a:xfrm xmlns:a="http://schemas.openxmlformats.org/drawingml/2006/main" rot="0">
            <a:off x="609600" y="2419350"/>
            <a:ext cx="333375" cy="333375"/>
          </a:xfrm>
          <a:prstGeom xmlns:a="http://schemas.openxmlformats.org/drawingml/2006/main" prst="rect">
            <a:avLst/>
          </a:prstGeom>
          <a:solidFill xmlns:a="http://schemas.openxmlformats.org/drawingml/2006/main">
            <a:srgbClr val="CDD1D7"/>
          </a:solidFill>
          <a:ln xmlns:a="http://schemas.openxmlformats.org/drawingml/2006/main" w="0">
            <a:noFill/>
            <a:prstDash val="solid"/>
          </a:ln>
        </p:spPr>
      </p:sp>
      <p:sp>
        <p:nvSpPr>
          <p:cNvPr id="14" name="shape-727">
            <a:extLst xmlns:a="http://schemas.openxmlformats.org/drawingml/2006/main">
              <a:ext uri="{FF2B5EF4-FFF2-40B4-BE49-F238E27FC236}">
                <a16:creationId xmlns:a16="http://schemas.microsoft.com/office/drawing/2014/main" id="{A7B78B3C-6211-4747-B97C-F455BA567A73}"/>
              </a:ext>
            </a:extLst>
          </p:cNvPr>
          <p:cNvSpPr>
            <a:spLocks xmlns:a="http://schemas.openxmlformats.org/drawingml/2006/main" noGrp="1"/>
          </p:cNvSpPr>
          <p:nvPr/>
        </p:nvSpPr>
        <p:spPr>
          <a:xfrm xmlns:a="http://schemas.openxmlformats.org/drawingml/2006/main" rot="0">
            <a:off x="942975" y="2419350"/>
            <a:ext cx="333375" cy="333375"/>
          </a:xfrm>
          <a:prstGeom xmlns:a="http://schemas.openxmlformats.org/drawingml/2006/main" prst="rect">
            <a:avLst/>
          </a:prstGeom>
          <a:solidFill xmlns:a="http://schemas.openxmlformats.org/drawingml/2006/main">
            <a:srgbClr val="CDD1D7"/>
          </a:solidFill>
          <a:ln xmlns:a="http://schemas.openxmlformats.org/drawingml/2006/main" w="0">
            <a:noFill/>
            <a:prstDash val="solid"/>
          </a:ln>
        </p:spPr>
      </p:sp>
      <p:sp>
        <p:nvSpPr>
          <p:cNvPr id="15" name="shape-728">
            <a:extLst xmlns:a="http://schemas.openxmlformats.org/drawingml/2006/main">
              <a:ext uri="{FF2B5EF4-FFF2-40B4-BE49-F238E27FC236}">
                <a16:creationId xmlns:a16="http://schemas.microsoft.com/office/drawing/2014/main" id="{F88A5263-F185-4FB3-8D07-EE80FC1A04FA}"/>
              </a:ext>
            </a:extLst>
          </p:cNvPr>
          <p:cNvSpPr>
            <a:spLocks xmlns:a="http://schemas.openxmlformats.org/drawingml/2006/main" noGrp="1"/>
          </p:cNvSpPr>
          <p:nvPr/>
        </p:nvSpPr>
        <p:spPr>
          <a:xfrm xmlns:a="http://schemas.openxmlformats.org/drawingml/2006/main" rot="0">
            <a:off x="1276350" y="2419350"/>
            <a:ext cx="333375" cy="333375"/>
          </a:xfrm>
          <a:prstGeom xmlns:a="http://schemas.openxmlformats.org/drawingml/2006/main" prst="rect">
            <a:avLst/>
          </a:prstGeom>
          <a:solidFill xmlns:a="http://schemas.openxmlformats.org/drawingml/2006/main">
            <a:srgbClr val="CDD1D7"/>
          </a:solidFill>
          <a:ln xmlns:a="http://schemas.openxmlformats.org/drawingml/2006/main" w="0">
            <a:noFill/>
            <a:prstDash val="solid"/>
          </a:ln>
        </p:spPr>
      </p:sp>
      <p:sp>
        <p:nvSpPr>
          <p:cNvPr id="16" name="shape-729">
            <a:extLst xmlns:a="http://schemas.openxmlformats.org/drawingml/2006/main">
              <a:ext uri="{FF2B5EF4-FFF2-40B4-BE49-F238E27FC236}">
                <a16:creationId xmlns:a16="http://schemas.microsoft.com/office/drawing/2014/main" id="{FA9F4286-0942-4E96-965D-6C0081942531}"/>
              </a:ext>
            </a:extLst>
          </p:cNvPr>
          <p:cNvSpPr>
            <a:spLocks xmlns:a="http://schemas.openxmlformats.org/drawingml/2006/main" noGrp="1"/>
          </p:cNvSpPr>
          <p:nvPr/>
        </p:nvSpPr>
        <p:spPr>
          <a:xfrm xmlns:a="http://schemas.openxmlformats.org/drawingml/2006/main" rot="0">
            <a:off x="1609725" y="2419350"/>
            <a:ext cx="333375" cy="333375"/>
          </a:xfrm>
          <a:prstGeom xmlns:a="http://schemas.openxmlformats.org/drawingml/2006/main" prst="rect">
            <a:avLst/>
          </a:prstGeom>
          <a:solidFill xmlns:a="http://schemas.openxmlformats.org/drawingml/2006/main">
            <a:srgbClr val="448BD2"/>
          </a:solidFill>
          <a:ln xmlns:a="http://schemas.openxmlformats.org/drawingml/2006/main" w="0">
            <a:noFill/>
            <a:prstDash val="solid"/>
          </a:ln>
        </p:spPr>
      </p:sp>
      <p:sp>
        <p:nvSpPr>
          <p:cNvPr id="17" name="shape-730">
            <a:extLst xmlns:a="http://schemas.openxmlformats.org/drawingml/2006/main">
              <a:ext uri="{FF2B5EF4-FFF2-40B4-BE49-F238E27FC236}">
                <a16:creationId xmlns:a16="http://schemas.microsoft.com/office/drawing/2014/main" id="{FB5A9FBF-9EC0-4E5C-BE2A-2D3F68331C57}"/>
              </a:ext>
            </a:extLst>
          </p:cNvPr>
          <p:cNvSpPr>
            <a:spLocks xmlns:a="http://schemas.openxmlformats.org/drawingml/2006/main" noGrp="1"/>
          </p:cNvSpPr>
          <p:nvPr/>
        </p:nvSpPr>
        <p:spPr>
          <a:xfrm xmlns:a="http://schemas.openxmlformats.org/drawingml/2006/main" rot="0">
            <a:off x="1943100" y="2419350"/>
            <a:ext cx="333375" cy="333375"/>
          </a:xfrm>
          <a:prstGeom xmlns:a="http://schemas.openxmlformats.org/drawingml/2006/main" prst="rect">
            <a:avLst/>
          </a:prstGeom>
          <a:solidFill xmlns:a="http://schemas.openxmlformats.org/drawingml/2006/main">
            <a:srgbClr val="448BD2"/>
          </a:solidFill>
          <a:ln xmlns:a="http://schemas.openxmlformats.org/drawingml/2006/main" w="0">
            <a:noFill/>
            <a:prstDash val="solid"/>
          </a:ln>
        </p:spPr>
      </p:sp>
      <p:sp>
        <p:nvSpPr>
          <p:cNvPr id="18" name="shape-731">
            <a:extLst xmlns:a="http://schemas.openxmlformats.org/drawingml/2006/main">
              <a:ext uri="{FF2B5EF4-FFF2-40B4-BE49-F238E27FC236}">
                <a16:creationId xmlns:a16="http://schemas.microsoft.com/office/drawing/2014/main" id="{C8CFF613-5A85-4593-8FAC-F2DFE954C611}"/>
              </a:ext>
            </a:extLst>
          </p:cNvPr>
          <p:cNvSpPr>
            <a:spLocks xmlns:a="http://schemas.openxmlformats.org/drawingml/2006/main" noGrp="1"/>
          </p:cNvSpPr>
          <p:nvPr/>
        </p:nvSpPr>
        <p:spPr>
          <a:xfrm xmlns:a="http://schemas.openxmlformats.org/drawingml/2006/main" rot="0">
            <a:off x="2276475" y="2419350"/>
            <a:ext cx="333375" cy="333375"/>
          </a:xfrm>
          <a:prstGeom xmlns:a="http://schemas.openxmlformats.org/drawingml/2006/main" prst="rect">
            <a:avLst/>
          </a:prstGeom>
          <a:solidFill xmlns:a="http://schemas.openxmlformats.org/drawingml/2006/main">
            <a:srgbClr val="448BD2"/>
          </a:solidFill>
          <a:ln xmlns:a="http://schemas.openxmlformats.org/drawingml/2006/main" w="0">
            <a:noFill/>
            <a:prstDash val="solid"/>
          </a:ln>
        </p:spPr>
      </p:sp>
      <p:sp>
        <p:nvSpPr>
          <p:cNvPr id="19" name="shape-732">
            <a:extLst xmlns:a="http://schemas.openxmlformats.org/drawingml/2006/main">
              <a:ext uri="{FF2B5EF4-FFF2-40B4-BE49-F238E27FC236}">
                <a16:creationId xmlns:a16="http://schemas.microsoft.com/office/drawing/2014/main" id="{5B1B71C1-CB34-495F-A682-305F3419F9A9}"/>
              </a:ext>
            </a:extLst>
          </p:cNvPr>
          <p:cNvSpPr>
            <a:spLocks xmlns:a="http://schemas.openxmlformats.org/drawingml/2006/main" noGrp="1"/>
          </p:cNvSpPr>
          <p:nvPr/>
        </p:nvSpPr>
        <p:spPr>
          <a:xfrm xmlns:a="http://schemas.openxmlformats.org/drawingml/2006/main" rot="0">
            <a:off x="2609850" y="2419350"/>
            <a:ext cx="333375" cy="333375"/>
          </a:xfrm>
          <a:prstGeom xmlns:a="http://schemas.openxmlformats.org/drawingml/2006/main" prst="rect">
            <a:avLst/>
          </a:prstGeom>
          <a:solidFill xmlns:a="http://schemas.openxmlformats.org/drawingml/2006/main">
            <a:srgbClr val="448BD2"/>
          </a:solidFill>
          <a:ln xmlns:a="http://schemas.openxmlformats.org/drawingml/2006/main" w="0">
            <a:noFill/>
            <a:prstDash val="solid"/>
          </a:ln>
        </p:spPr>
      </p:sp>
      <p:sp>
        <p:nvSpPr>
          <p:cNvPr id="20" name="shape-733">
            <a:extLst xmlns:a="http://schemas.openxmlformats.org/drawingml/2006/main">
              <a:ext uri="{FF2B5EF4-FFF2-40B4-BE49-F238E27FC236}">
                <a16:creationId xmlns:a16="http://schemas.microsoft.com/office/drawing/2014/main" id="{71F44216-436C-4A83-B9E6-753014E610EC}"/>
              </a:ext>
            </a:extLst>
          </p:cNvPr>
          <p:cNvSpPr>
            <a:spLocks xmlns:a="http://schemas.openxmlformats.org/drawingml/2006/main" noGrp="1"/>
          </p:cNvSpPr>
          <p:nvPr/>
        </p:nvSpPr>
        <p:spPr>
          <a:xfrm xmlns:a="http://schemas.openxmlformats.org/drawingml/2006/main" rot="0">
            <a:off x="2943225" y="2419350"/>
            <a:ext cx="333375" cy="333375"/>
          </a:xfrm>
          <a:prstGeom xmlns:a="http://schemas.openxmlformats.org/drawingml/2006/main" prst="rect">
            <a:avLst/>
          </a:prstGeom>
          <a:solidFill xmlns:a="http://schemas.openxmlformats.org/drawingml/2006/main">
            <a:srgbClr val="448BD2"/>
          </a:solidFill>
          <a:ln xmlns:a="http://schemas.openxmlformats.org/drawingml/2006/main" w="0">
            <a:noFill/>
            <a:prstDash val="solid"/>
          </a:ln>
        </p:spPr>
      </p:sp>
      <p:sp>
        <p:nvSpPr>
          <p:cNvPr id="21" name="shape-734">
            <a:extLst xmlns:a="http://schemas.openxmlformats.org/drawingml/2006/main">
              <a:ext uri="{FF2B5EF4-FFF2-40B4-BE49-F238E27FC236}">
                <a16:creationId xmlns:a16="http://schemas.microsoft.com/office/drawing/2014/main" id="{09CCB823-2A93-4897-9C03-45C508622312}"/>
              </a:ext>
            </a:extLst>
          </p:cNvPr>
          <p:cNvSpPr>
            <a:spLocks xmlns:a="http://schemas.openxmlformats.org/drawingml/2006/main" noGrp="1"/>
          </p:cNvSpPr>
          <p:nvPr/>
        </p:nvSpPr>
        <p:spPr>
          <a:xfrm xmlns:a="http://schemas.openxmlformats.org/drawingml/2006/main" rot="0">
            <a:off x="609600" y="2752725"/>
            <a:ext cx="333375" cy="333375"/>
          </a:xfrm>
          <a:prstGeom xmlns:a="http://schemas.openxmlformats.org/drawingml/2006/main" prst="rect">
            <a:avLst/>
          </a:prstGeom>
          <a:solidFill xmlns:a="http://schemas.openxmlformats.org/drawingml/2006/main">
            <a:srgbClr val="CDD1D7"/>
          </a:solidFill>
          <a:ln xmlns:a="http://schemas.openxmlformats.org/drawingml/2006/main" w="0">
            <a:noFill/>
            <a:prstDash val="solid"/>
          </a:ln>
        </p:spPr>
      </p:sp>
      <p:sp>
        <p:nvSpPr>
          <p:cNvPr id="22" name="shape-735">
            <a:extLst xmlns:a="http://schemas.openxmlformats.org/drawingml/2006/main">
              <a:ext uri="{FF2B5EF4-FFF2-40B4-BE49-F238E27FC236}">
                <a16:creationId xmlns:a16="http://schemas.microsoft.com/office/drawing/2014/main" id="{113B2863-F5B3-4219-9C9D-5B84817D65D1}"/>
              </a:ext>
            </a:extLst>
          </p:cNvPr>
          <p:cNvSpPr>
            <a:spLocks xmlns:a="http://schemas.openxmlformats.org/drawingml/2006/main" noGrp="1"/>
          </p:cNvSpPr>
          <p:nvPr/>
        </p:nvSpPr>
        <p:spPr>
          <a:xfrm xmlns:a="http://schemas.openxmlformats.org/drawingml/2006/main" rot="0">
            <a:off x="942975" y="2752725"/>
            <a:ext cx="333375" cy="333375"/>
          </a:xfrm>
          <a:prstGeom xmlns:a="http://schemas.openxmlformats.org/drawingml/2006/main" prst="rect">
            <a:avLst/>
          </a:prstGeom>
          <a:solidFill xmlns:a="http://schemas.openxmlformats.org/drawingml/2006/main">
            <a:srgbClr val="CDD1D7"/>
          </a:solidFill>
          <a:ln xmlns:a="http://schemas.openxmlformats.org/drawingml/2006/main" w="0">
            <a:noFill/>
            <a:prstDash val="solid"/>
          </a:ln>
        </p:spPr>
      </p:sp>
      <p:sp>
        <p:nvSpPr>
          <p:cNvPr id="23" name="shape-736">
            <a:extLst xmlns:a="http://schemas.openxmlformats.org/drawingml/2006/main">
              <a:ext uri="{FF2B5EF4-FFF2-40B4-BE49-F238E27FC236}">
                <a16:creationId xmlns:a16="http://schemas.microsoft.com/office/drawing/2014/main" id="{F985C9BD-B3C1-4F4C-B1F8-D5AA7D0CD882}"/>
              </a:ext>
            </a:extLst>
          </p:cNvPr>
          <p:cNvSpPr>
            <a:spLocks xmlns:a="http://schemas.openxmlformats.org/drawingml/2006/main" noGrp="1"/>
          </p:cNvSpPr>
          <p:nvPr/>
        </p:nvSpPr>
        <p:spPr>
          <a:xfrm xmlns:a="http://schemas.openxmlformats.org/drawingml/2006/main" rot="0">
            <a:off x="1276350" y="2752725"/>
            <a:ext cx="333375" cy="333375"/>
          </a:xfrm>
          <a:prstGeom xmlns:a="http://schemas.openxmlformats.org/drawingml/2006/main" prst="rect">
            <a:avLst/>
          </a:prstGeom>
          <a:solidFill xmlns:a="http://schemas.openxmlformats.org/drawingml/2006/main">
            <a:srgbClr val="CDD1D7"/>
          </a:solidFill>
          <a:ln xmlns:a="http://schemas.openxmlformats.org/drawingml/2006/main" w="0">
            <a:noFill/>
            <a:prstDash val="solid"/>
          </a:ln>
        </p:spPr>
      </p:sp>
      <p:sp>
        <p:nvSpPr>
          <p:cNvPr id="24" name="shape-737">
            <a:extLst xmlns:a="http://schemas.openxmlformats.org/drawingml/2006/main">
              <a:ext uri="{FF2B5EF4-FFF2-40B4-BE49-F238E27FC236}">
                <a16:creationId xmlns:a16="http://schemas.microsoft.com/office/drawing/2014/main" id="{D8C22841-B3D4-441C-A0CB-B7F47BCA989D}"/>
              </a:ext>
            </a:extLst>
          </p:cNvPr>
          <p:cNvSpPr>
            <a:spLocks xmlns:a="http://schemas.openxmlformats.org/drawingml/2006/main" noGrp="1"/>
          </p:cNvSpPr>
          <p:nvPr/>
        </p:nvSpPr>
        <p:spPr>
          <a:xfrm xmlns:a="http://schemas.openxmlformats.org/drawingml/2006/main" rot="0">
            <a:off x="1609725" y="2752725"/>
            <a:ext cx="333375" cy="333375"/>
          </a:xfrm>
          <a:prstGeom xmlns:a="http://schemas.openxmlformats.org/drawingml/2006/main" prst="rect">
            <a:avLst/>
          </a:prstGeom>
          <a:solidFill xmlns:a="http://schemas.openxmlformats.org/drawingml/2006/main">
            <a:srgbClr val="448BD2"/>
          </a:solidFill>
          <a:ln xmlns:a="http://schemas.openxmlformats.org/drawingml/2006/main" w="0">
            <a:noFill/>
            <a:prstDash val="solid"/>
          </a:ln>
        </p:spPr>
      </p:sp>
      <p:sp>
        <p:nvSpPr>
          <p:cNvPr id="25" name="shape-738">
            <a:extLst xmlns:a="http://schemas.openxmlformats.org/drawingml/2006/main">
              <a:ext uri="{FF2B5EF4-FFF2-40B4-BE49-F238E27FC236}">
                <a16:creationId xmlns:a16="http://schemas.microsoft.com/office/drawing/2014/main" id="{541727DD-B754-42F8-AC8B-67E335D2415E}"/>
              </a:ext>
            </a:extLst>
          </p:cNvPr>
          <p:cNvSpPr>
            <a:spLocks xmlns:a="http://schemas.openxmlformats.org/drawingml/2006/main" noGrp="1"/>
          </p:cNvSpPr>
          <p:nvPr/>
        </p:nvSpPr>
        <p:spPr>
          <a:xfrm xmlns:a="http://schemas.openxmlformats.org/drawingml/2006/main" rot="0">
            <a:off x="1943100" y="2752725"/>
            <a:ext cx="333375" cy="333375"/>
          </a:xfrm>
          <a:prstGeom xmlns:a="http://schemas.openxmlformats.org/drawingml/2006/main" prst="rect">
            <a:avLst/>
          </a:prstGeom>
          <a:solidFill xmlns:a="http://schemas.openxmlformats.org/drawingml/2006/main">
            <a:srgbClr val="448BD2"/>
          </a:solidFill>
          <a:ln xmlns:a="http://schemas.openxmlformats.org/drawingml/2006/main" w="0">
            <a:noFill/>
            <a:prstDash val="solid"/>
          </a:ln>
        </p:spPr>
      </p:sp>
      <p:sp>
        <p:nvSpPr>
          <p:cNvPr id="26" name="shape-739">
            <a:extLst xmlns:a="http://schemas.openxmlformats.org/drawingml/2006/main">
              <a:ext uri="{FF2B5EF4-FFF2-40B4-BE49-F238E27FC236}">
                <a16:creationId xmlns:a16="http://schemas.microsoft.com/office/drawing/2014/main" id="{AE343FDB-DD9D-486C-83FD-9E38033B6873}"/>
              </a:ext>
            </a:extLst>
          </p:cNvPr>
          <p:cNvSpPr>
            <a:spLocks xmlns:a="http://schemas.openxmlformats.org/drawingml/2006/main" noGrp="1"/>
          </p:cNvSpPr>
          <p:nvPr/>
        </p:nvSpPr>
        <p:spPr>
          <a:xfrm xmlns:a="http://schemas.openxmlformats.org/drawingml/2006/main" rot="0">
            <a:off x="2276475" y="2752725"/>
            <a:ext cx="333375" cy="333375"/>
          </a:xfrm>
          <a:prstGeom xmlns:a="http://schemas.openxmlformats.org/drawingml/2006/main" prst="rect">
            <a:avLst/>
          </a:prstGeom>
          <a:solidFill xmlns:a="http://schemas.openxmlformats.org/drawingml/2006/main">
            <a:srgbClr val="448BD2"/>
          </a:solidFill>
          <a:ln xmlns:a="http://schemas.openxmlformats.org/drawingml/2006/main" w="0">
            <a:noFill/>
            <a:prstDash val="solid"/>
          </a:ln>
        </p:spPr>
      </p:sp>
      <p:sp>
        <p:nvSpPr>
          <p:cNvPr id="27" name="shape-740">
            <a:extLst xmlns:a="http://schemas.openxmlformats.org/drawingml/2006/main">
              <a:ext uri="{FF2B5EF4-FFF2-40B4-BE49-F238E27FC236}">
                <a16:creationId xmlns:a16="http://schemas.microsoft.com/office/drawing/2014/main" id="{900A7AFF-1978-450B-8859-72A5246D93A3}"/>
              </a:ext>
            </a:extLst>
          </p:cNvPr>
          <p:cNvSpPr>
            <a:spLocks xmlns:a="http://schemas.openxmlformats.org/drawingml/2006/main" noGrp="1"/>
          </p:cNvSpPr>
          <p:nvPr/>
        </p:nvSpPr>
        <p:spPr>
          <a:xfrm xmlns:a="http://schemas.openxmlformats.org/drawingml/2006/main" rot="0">
            <a:off x="2609850" y="2752725"/>
            <a:ext cx="333375" cy="333375"/>
          </a:xfrm>
          <a:prstGeom xmlns:a="http://schemas.openxmlformats.org/drawingml/2006/main" prst="rect">
            <a:avLst/>
          </a:prstGeom>
          <a:solidFill xmlns:a="http://schemas.openxmlformats.org/drawingml/2006/main">
            <a:srgbClr val="448BD2"/>
          </a:solidFill>
          <a:ln xmlns:a="http://schemas.openxmlformats.org/drawingml/2006/main" w="0">
            <a:noFill/>
            <a:prstDash val="solid"/>
          </a:ln>
        </p:spPr>
      </p:sp>
      <p:sp>
        <p:nvSpPr>
          <p:cNvPr id="28" name="shape-741">
            <a:extLst xmlns:a="http://schemas.openxmlformats.org/drawingml/2006/main">
              <a:ext uri="{FF2B5EF4-FFF2-40B4-BE49-F238E27FC236}">
                <a16:creationId xmlns:a16="http://schemas.microsoft.com/office/drawing/2014/main" id="{0A153017-6547-49D2-B932-DBFC3607306C}"/>
              </a:ext>
            </a:extLst>
          </p:cNvPr>
          <p:cNvSpPr>
            <a:spLocks xmlns:a="http://schemas.openxmlformats.org/drawingml/2006/main" noGrp="1"/>
          </p:cNvSpPr>
          <p:nvPr/>
        </p:nvSpPr>
        <p:spPr>
          <a:xfrm xmlns:a="http://schemas.openxmlformats.org/drawingml/2006/main" rot="0">
            <a:off x="2943225" y="2752725"/>
            <a:ext cx="333375" cy="333375"/>
          </a:xfrm>
          <a:prstGeom xmlns:a="http://schemas.openxmlformats.org/drawingml/2006/main" prst="rect">
            <a:avLst/>
          </a:prstGeom>
          <a:solidFill xmlns:a="http://schemas.openxmlformats.org/drawingml/2006/main">
            <a:srgbClr val="448BD2"/>
          </a:solidFill>
          <a:ln xmlns:a="http://schemas.openxmlformats.org/drawingml/2006/main" w="0">
            <a:noFill/>
            <a:prstDash val="solid"/>
          </a:ln>
        </p:spPr>
      </p:sp>
      <p:sp>
        <p:nvSpPr>
          <p:cNvPr id="29" name="shape-742">
            <a:extLst xmlns:a="http://schemas.openxmlformats.org/drawingml/2006/main">
              <a:ext uri="{FF2B5EF4-FFF2-40B4-BE49-F238E27FC236}">
                <a16:creationId xmlns:a16="http://schemas.microsoft.com/office/drawing/2014/main" id="{CDFB16CE-2385-463B-A95A-6CB65EF93224}"/>
              </a:ext>
            </a:extLst>
          </p:cNvPr>
          <p:cNvSpPr>
            <a:spLocks xmlns:a="http://schemas.openxmlformats.org/drawingml/2006/main" noGrp="1"/>
          </p:cNvSpPr>
          <p:nvPr/>
        </p:nvSpPr>
        <p:spPr>
          <a:xfrm xmlns:a="http://schemas.openxmlformats.org/drawingml/2006/main" rot="0">
            <a:off x="609600" y="3086100"/>
            <a:ext cx="333375" cy="333375"/>
          </a:xfrm>
          <a:prstGeom xmlns:a="http://schemas.openxmlformats.org/drawingml/2006/main" prst="rect">
            <a:avLst/>
          </a:prstGeom>
          <a:solidFill xmlns:a="http://schemas.openxmlformats.org/drawingml/2006/main">
            <a:srgbClr val="CDD1D7"/>
          </a:solidFill>
          <a:ln xmlns:a="http://schemas.openxmlformats.org/drawingml/2006/main" w="0">
            <a:noFill/>
            <a:prstDash val="solid"/>
          </a:ln>
        </p:spPr>
      </p:sp>
      <p:sp>
        <p:nvSpPr>
          <p:cNvPr id="30" name="shape-743">
            <a:extLst xmlns:a="http://schemas.openxmlformats.org/drawingml/2006/main">
              <a:ext uri="{FF2B5EF4-FFF2-40B4-BE49-F238E27FC236}">
                <a16:creationId xmlns:a16="http://schemas.microsoft.com/office/drawing/2014/main" id="{1C624827-2CBC-4869-AD89-3305B151C1AA}"/>
              </a:ext>
            </a:extLst>
          </p:cNvPr>
          <p:cNvSpPr>
            <a:spLocks xmlns:a="http://schemas.openxmlformats.org/drawingml/2006/main" noGrp="1"/>
          </p:cNvSpPr>
          <p:nvPr/>
        </p:nvSpPr>
        <p:spPr>
          <a:xfrm xmlns:a="http://schemas.openxmlformats.org/drawingml/2006/main" rot="0">
            <a:off x="942975" y="3086100"/>
            <a:ext cx="333375" cy="333375"/>
          </a:xfrm>
          <a:prstGeom xmlns:a="http://schemas.openxmlformats.org/drawingml/2006/main" prst="rect">
            <a:avLst/>
          </a:prstGeom>
          <a:solidFill xmlns:a="http://schemas.openxmlformats.org/drawingml/2006/main">
            <a:srgbClr val="CDD1D7"/>
          </a:solidFill>
          <a:ln xmlns:a="http://schemas.openxmlformats.org/drawingml/2006/main" w="0">
            <a:noFill/>
            <a:prstDash val="solid"/>
          </a:ln>
        </p:spPr>
      </p:sp>
      <p:sp>
        <p:nvSpPr>
          <p:cNvPr id="31" name="shape-744">
            <a:extLst xmlns:a="http://schemas.openxmlformats.org/drawingml/2006/main">
              <a:ext uri="{FF2B5EF4-FFF2-40B4-BE49-F238E27FC236}">
                <a16:creationId xmlns:a16="http://schemas.microsoft.com/office/drawing/2014/main" id="{DFB18BF0-ED6D-4AA8-83FA-FF87EA9661E3}"/>
              </a:ext>
            </a:extLst>
          </p:cNvPr>
          <p:cNvSpPr>
            <a:spLocks xmlns:a="http://schemas.openxmlformats.org/drawingml/2006/main" noGrp="1"/>
          </p:cNvSpPr>
          <p:nvPr/>
        </p:nvSpPr>
        <p:spPr>
          <a:xfrm xmlns:a="http://schemas.openxmlformats.org/drawingml/2006/main" rot="0">
            <a:off x="1276350" y="3086100"/>
            <a:ext cx="333375" cy="333375"/>
          </a:xfrm>
          <a:prstGeom xmlns:a="http://schemas.openxmlformats.org/drawingml/2006/main" prst="rect">
            <a:avLst/>
          </a:prstGeom>
          <a:solidFill xmlns:a="http://schemas.openxmlformats.org/drawingml/2006/main">
            <a:srgbClr val="CDD1D7"/>
          </a:solidFill>
          <a:ln xmlns:a="http://schemas.openxmlformats.org/drawingml/2006/main" w="0">
            <a:noFill/>
            <a:prstDash val="solid"/>
          </a:ln>
        </p:spPr>
      </p:sp>
      <p:sp>
        <p:nvSpPr>
          <p:cNvPr id="32" name="shape-745">
            <a:extLst xmlns:a="http://schemas.openxmlformats.org/drawingml/2006/main">
              <a:ext uri="{FF2B5EF4-FFF2-40B4-BE49-F238E27FC236}">
                <a16:creationId xmlns:a16="http://schemas.microsoft.com/office/drawing/2014/main" id="{13C1999B-7DEE-4070-8953-B9FF9627275B}"/>
              </a:ext>
            </a:extLst>
          </p:cNvPr>
          <p:cNvSpPr>
            <a:spLocks xmlns:a="http://schemas.openxmlformats.org/drawingml/2006/main" noGrp="1"/>
          </p:cNvSpPr>
          <p:nvPr/>
        </p:nvSpPr>
        <p:spPr>
          <a:xfrm xmlns:a="http://schemas.openxmlformats.org/drawingml/2006/main" rot="0">
            <a:off x="1609725" y="3086100"/>
            <a:ext cx="333375" cy="333375"/>
          </a:xfrm>
          <a:prstGeom xmlns:a="http://schemas.openxmlformats.org/drawingml/2006/main" prst="rect">
            <a:avLst/>
          </a:prstGeom>
          <a:solidFill xmlns:a="http://schemas.openxmlformats.org/drawingml/2006/main">
            <a:srgbClr val="448BD2"/>
          </a:solidFill>
          <a:ln xmlns:a="http://schemas.openxmlformats.org/drawingml/2006/main" w="0">
            <a:noFill/>
            <a:prstDash val="solid"/>
          </a:ln>
        </p:spPr>
      </p:sp>
      <p:sp>
        <p:nvSpPr>
          <p:cNvPr id="33" name="shape-746">
            <a:extLst xmlns:a="http://schemas.openxmlformats.org/drawingml/2006/main">
              <a:ext uri="{FF2B5EF4-FFF2-40B4-BE49-F238E27FC236}">
                <a16:creationId xmlns:a16="http://schemas.microsoft.com/office/drawing/2014/main" id="{6AD65122-E73F-41C5-98F1-4F504152E45F}"/>
              </a:ext>
            </a:extLst>
          </p:cNvPr>
          <p:cNvSpPr>
            <a:spLocks xmlns:a="http://schemas.openxmlformats.org/drawingml/2006/main" noGrp="1"/>
          </p:cNvSpPr>
          <p:nvPr/>
        </p:nvSpPr>
        <p:spPr>
          <a:xfrm xmlns:a="http://schemas.openxmlformats.org/drawingml/2006/main" rot="0">
            <a:off x="1943100" y="3086100"/>
            <a:ext cx="333375" cy="333375"/>
          </a:xfrm>
          <a:prstGeom xmlns:a="http://schemas.openxmlformats.org/drawingml/2006/main" prst="rect">
            <a:avLst/>
          </a:prstGeom>
          <a:solidFill xmlns:a="http://schemas.openxmlformats.org/drawingml/2006/main">
            <a:srgbClr val="448BD2"/>
          </a:solidFill>
          <a:ln xmlns:a="http://schemas.openxmlformats.org/drawingml/2006/main" w="0">
            <a:noFill/>
            <a:prstDash val="solid"/>
          </a:ln>
        </p:spPr>
      </p:sp>
      <p:sp>
        <p:nvSpPr>
          <p:cNvPr id="34" name="shape-747">
            <a:extLst xmlns:a="http://schemas.openxmlformats.org/drawingml/2006/main">
              <a:ext uri="{FF2B5EF4-FFF2-40B4-BE49-F238E27FC236}">
                <a16:creationId xmlns:a16="http://schemas.microsoft.com/office/drawing/2014/main" id="{7A340226-F17B-404A-B9F3-5CF27E989B34}"/>
              </a:ext>
            </a:extLst>
          </p:cNvPr>
          <p:cNvSpPr>
            <a:spLocks xmlns:a="http://schemas.openxmlformats.org/drawingml/2006/main" noGrp="1"/>
          </p:cNvSpPr>
          <p:nvPr/>
        </p:nvSpPr>
        <p:spPr>
          <a:xfrm xmlns:a="http://schemas.openxmlformats.org/drawingml/2006/main" rot="0">
            <a:off x="2276475" y="3086100"/>
            <a:ext cx="333375" cy="333375"/>
          </a:xfrm>
          <a:prstGeom xmlns:a="http://schemas.openxmlformats.org/drawingml/2006/main" prst="rect">
            <a:avLst/>
          </a:prstGeom>
          <a:solidFill xmlns:a="http://schemas.openxmlformats.org/drawingml/2006/main">
            <a:srgbClr val="448BD2"/>
          </a:solidFill>
          <a:ln xmlns:a="http://schemas.openxmlformats.org/drawingml/2006/main" w="0">
            <a:noFill/>
            <a:prstDash val="solid"/>
          </a:ln>
        </p:spPr>
      </p:sp>
      <p:sp>
        <p:nvSpPr>
          <p:cNvPr id="35" name="shape-748">
            <a:extLst xmlns:a="http://schemas.openxmlformats.org/drawingml/2006/main">
              <a:ext uri="{FF2B5EF4-FFF2-40B4-BE49-F238E27FC236}">
                <a16:creationId xmlns:a16="http://schemas.microsoft.com/office/drawing/2014/main" id="{AF910523-1FFB-4C7A-8280-4DA04A0EBA8C}"/>
              </a:ext>
            </a:extLst>
          </p:cNvPr>
          <p:cNvSpPr>
            <a:spLocks xmlns:a="http://schemas.openxmlformats.org/drawingml/2006/main" noGrp="1"/>
          </p:cNvSpPr>
          <p:nvPr/>
        </p:nvSpPr>
        <p:spPr>
          <a:xfrm xmlns:a="http://schemas.openxmlformats.org/drawingml/2006/main" rot="0">
            <a:off x="2609850" y="3086100"/>
            <a:ext cx="333375" cy="333375"/>
          </a:xfrm>
          <a:prstGeom xmlns:a="http://schemas.openxmlformats.org/drawingml/2006/main" prst="rect">
            <a:avLst/>
          </a:prstGeom>
          <a:solidFill xmlns:a="http://schemas.openxmlformats.org/drawingml/2006/main">
            <a:srgbClr val="448BD2"/>
          </a:solidFill>
          <a:ln xmlns:a="http://schemas.openxmlformats.org/drawingml/2006/main" w="0">
            <a:noFill/>
            <a:prstDash val="solid"/>
          </a:ln>
        </p:spPr>
      </p:sp>
      <p:sp>
        <p:nvSpPr>
          <p:cNvPr id="36" name="shape-749">
            <a:extLst xmlns:a="http://schemas.openxmlformats.org/drawingml/2006/main">
              <a:ext uri="{FF2B5EF4-FFF2-40B4-BE49-F238E27FC236}">
                <a16:creationId xmlns:a16="http://schemas.microsoft.com/office/drawing/2014/main" id="{366886A8-FEDE-459C-9189-C278128DAFC4}"/>
              </a:ext>
            </a:extLst>
          </p:cNvPr>
          <p:cNvSpPr>
            <a:spLocks xmlns:a="http://schemas.openxmlformats.org/drawingml/2006/main" noGrp="1"/>
          </p:cNvSpPr>
          <p:nvPr/>
        </p:nvSpPr>
        <p:spPr>
          <a:xfrm xmlns:a="http://schemas.openxmlformats.org/drawingml/2006/main" rot="0">
            <a:off x="2943225" y="3086100"/>
            <a:ext cx="333375" cy="333375"/>
          </a:xfrm>
          <a:prstGeom xmlns:a="http://schemas.openxmlformats.org/drawingml/2006/main" prst="rect">
            <a:avLst/>
          </a:prstGeom>
          <a:solidFill xmlns:a="http://schemas.openxmlformats.org/drawingml/2006/main">
            <a:srgbClr val="448BD2"/>
          </a:solidFill>
          <a:ln xmlns:a="http://schemas.openxmlformats.org/drawingml/2006/main" w="0">
            <a:noFill/>
            <a:prstDash val="solid"/>
          </a:ln>
        </p:spPr>
      </p:sp>
      <p:sp>
        <p:nvSpPr>
          <p:cNvPr id="37" name="shape-750">
            <a:extLst xmlns:a="http://schemas.openxmlformats.org/drawingml/2006/main">
              <a:ext uri="{FF2B5EF4-FFF2-40B4-BE49-F238E27FC236}">
                <a16:creationId xmlns:a16="http://schemas.microsoft.com/office/drawing/2014/main" id="{9EA5FD35-BEFB-4FBE-95AF-EDE0FE75C37A}"/>
              </a:ext>
            </a:extLst>
          </p:cNvPr>
          <p:cNvSpPr>
            <a:spLocks xmlns:a="http://schemas.openxmlformats.org/drawingml/2006/main" noGrp="1"/>
          </p:cNvSpPr>
          <p:nvPr/>
        </p:nvSpPr>
        <p:spPr>
          <a:xfrm xmlns:a="http://schemas.openxmlformats.org/drawingml/2006/main" rot="0">
            <a:off x="609600" y="3419475"/>
            <a:ext cx="333375" cy="333375"/>
          </a:xfrm>
          <a:prstGeom xmlns:a="http://schemas.openxmlformats.org/drawingml/2006/main" prst="rect">
            <a:avLst/>
          </a:prstGeom>
          <a:solidFill xmlns:a="http://schemas.openxmlformats.org/drawingml/2006/main">
            <a:srgbClr val="CDD1D7"/>
          </a:solidFill>
          <a:ln xmlns:a="http://schemas.openxmlformats.org/drawingml/2006/main" w="0">
            <a:noFill/>
            <a:prstDash val="solid"/>
          </a:ln>
        </p:spPr>
      </p:sp>
      <p:sp>
        <p:nvSpPr>
          <p:cNvPr id="38" name="shape-751">
            <a:extLst xmlns:a="http://schemas.openxmlformats.org/drawingml/2006/main">
              <a:ext uri="{FF2B5EF4-FFF2-40B4-BE49-F238E27FC236}">
                <a16:creationId xmlns:a16="http://schemas.microsoft.com/office/drawing/2014/main" id="{7349DA3A-E10A-4C9C-8D74-99A7930F7B3A}"/>
              </a:ext>
            </a:extLst>
          </p:cNvPr>
          <p:cNvSpPr>
            <a:spLocks xmlns:a="http://schemas.openxmlformats.org/drawingml/2006/main" noGrp="1"/>
          </p:cNvSpPr>
          <p:nvPr/>
        </p:nvSpPr>
        <p:spPr>
          <a:xfrm xmlns:a="http://schemas.openxmlformats.org/drawingml/2006/main" rot="0">
            <a:off x="942975" y="3419475"/>
            <a:ext cx="333375" cy="333375"/>
          </a:xfrm>
          <a:prstGeom xmlns:a="http://schemas.openxmlformats.org/drawingml/2006/main" prst="rect">
            <a:avLst/>
          </a:prstGeom>
          <a:solidFill xmlns:a="http://schemas.openxmlformats.org/drawingml/2006/main">
            <a:srgbClr val="CDD1D7"/>
          </a:solidFill>
          <a:ln xmlns:a="http://schemas.openxmlformats.org/drawingml/2006/main" w="0">
            <a:noFill/>
            <a:prstDash val="solid"/>
          </a:ln>
        </p:spPr>
      </p:sp>
      <p:sp>
        <p:nvSpPr>
          <p:cNvPr id="39" name="shape-752">
            <a:extLst xmlns:a="http://schemas.openxmlformats.org/drawingml/2006/main">
              <a:ext uri="{FF2B5EF4-FFF2-40B4-BE49-F238E27FC236}">
                <a16:creationId xmlns:a16="http://schemas.microsoft.com/office/drawing/2014/main" id="{26919053-F0D7-4C4E-88B4-0D80DF28E04F}"/>
              </a:ext>
            </a:extLst>
          </p:cNvPr>
          <p:cNvSpPr>
            <a:spLocks xmlns:a="http://schemas.openxmlformats.org/drawingml/2006/main" noGrp="1"/>
          </p:cNvSpPr>
          <p:nvPr/>
        </p:nvSpPr>
        <p:spPr>
          <a:xfrm xmlns:a="http://schemas.openxmlformats.org/drawingml/2006/main" rot="0">
            <a:off x="1276350" y="3419475"/>
            <a:ext cx="333375" cy="333375"/>
          </a:xfrm>
          <a:prstGeom xmlns:a="http://schemas.openxmlformats.org/drawingml/2006/main" prst="rect">
            <a:avLst/>
          </a:prstGeom>
          <a:solidFill xmlns:a="http://schemas.openxmlformats.org/drawingml/2006/main">
            <a:srgbClr val="CDD1D7"/>
          </a:solidFill>
          <a:ln xmlns:a="http://schemas.openxmlformats.org/drawingml/2006/main" w="0">
            <a:noFill/>
            <a:prstDash val="solid"/>
          </a:ln>
        </p:spPr>
      </p:sp>
      <p:sp>
        <p:nvSpPr>
          <p:cNvPr id="40" name="shape-753">
            <a:extLst xmlns:a="http://schemas.openxmlformats.org/drawingml/2006/main">
              <a:ext uri="{FF2B5EF4-FFF2-40B4-BE49-F238E27FC236}">
                <a16:creationId xmlns:a16="http://schemas.microsoft.com/office/drawing/2014/main" id="{56CC7260-F3B5-4226-9F3C-BC718B687B62}"/>
              </a:ext>
            </a:extLst>
          </p:cNvPr>
          <p:cNvSpPr>
            <a:spLocks xmlns:a="http://schemas.openxmlformats.org/drawingml/2006/main" noGrp="1"/>
          </p:cNvSpPr>
          <p:nvPr/>
        </p:nvSpPr>
        <p:spPr>
          <a:xfrm xmlns:a="http://schemas.openxmlformats.org/drawingml/2006/main" rot="0">
            <a:off x="1609725" y="3419475"/>
            <a:ext cx="333375" cy="333375"/>
          </a:xfrm>
          <a:prstGeom xmlns:a="http://schemas.openxmlformats.org/drawingml/2006/main" prst="rect">
            <a:avLst/>
          </a:prstGeom>
          <a:solidFill xmlns:a="http://schemas.openxmlformats.org/drawingml/2006/main">
            <a:srgbClr val="89AED5"/>
          </a:solidFill>
          <a:ln xmlns:a="http://schemas.openxmlformats.org/drawingml/2006/main" w="0">
            <a:noFill/>
            <a:prstDash val="solid"/>
          </a:ln>
        </p:spPr>
      </p:sp>
      <p:sp>
        <p:nvSpPr>
          <p:cNvPr id="41" name="shape-754">
            <a:extLst xmlns:a="http://schemas.openxmlformats.org/drawingml/2006/main">
              <a:ext uri="{FF2B5EF4-FFF2-40B4-BE49-F238E27FC236}">
                <a16:creationId xmlns:a16="http://schemas.microsoft.com/office/drawing/2014/main" id="{5431CE97-5650-4E7A-9EF0-873C550364EA}"/>
              </a:ext>
            </a:extLst>
          </p:cNvPr>
          <p:cNvSpPr>
            <a:spLocks xmlns:a="http://schemas.openxmlformats.org/drawingml/2006/main" noGrp="1"/>
          </p:cNvSpPr>
          <p:nvPr/>
        </p:nvSpPr>
        <p:spPr>
          <a:xfrm xmlns:a="http://schemas.openxmlformats.org/drawingml/2006/main" rot="0">
            <a:off x="1943100" y="3419475"/>
            <a:ext cx="333375" cy="333375"/>
          </a:xfrm>
          <a:prstGeom xmlns:a="http://schemas.openxmlformats.org/drawingml/2006/main" prst="rect">
            <a:avLst/>
          </a:prstGeom>
          <a:solidFill xmlns:a="http://schemas.openxmlformats.org/drawingml/2006/main">
            <a:srgbClr val="89AED5"/>
          </a:solidFill>
          <a:ln xmlns:a="http://schemas.openxmlformats.org/drawingml/2006/main" w="0">
            <a:noFill/>
            <a:prstDash val="solid"/>
          </a:ln>
        </p:spPr>
      </p:sp>
      <p:sp>
        <p:nvSpPr>
          <p:cNvPr id="42" name="shape-755">
            <a:extLst xmlns:a="http://schemas.openxmlformats.org/drawingml/2006/main">
              <a:ext uri="{FF2B5EF4-FFF2-40B4-BE49-F238E27FC236}">
                <a16:creationId xmlns:a16="http://schemas.microsoft.com/office/drawing/2014/main" id="{2A62FC68-6A1F-4ED8-BB47-771AFFC3E254}"/>
              </a:ext>
            </a:extLst>
          </p:cNvPr>
          <p:cNvSpPr>
            <a:spLocks xmlns:a="http://schemas.openxmlformats.org/drawingml/2006/main" noGrp="1"/>
          </p:cNvSpPr>
          <p:nvPr/>
        </p:nvSpPr>
        <p:spPr>
          <a:xfrm xmlns:a="http://schemas.openxmlformats.org/drawingml/2006/main" rot="0">
            <a:off x="2276475" y="3419475"/>
            <a:ext cx="333375" cy="333375"/>
          </a:xfrm>
          <a:prstGeom xmlns:a="http://schemas.openxmlformats.org/drawingml/2006/main" prst="rect">
            <a:avLst/>
          </a:prstGeom>
          <a:solidFill xmlns:a="http://schemas.openxmlformats.org/drawingml/2006/main">
            <a:srgbClr val="89AED5"/>
          </a:solidFill>
          <a:ln xmlns:a="http://schemas.openxmlformats.org/drawingml/2006/main" w="0">
            <a:noFill/>
            <a:prstDash val="solid"/>
          </a:ln>
        </p:spPr>
      </p:sp>
      <p:sp>
        <p:nvSpPr>
          <p:cNvPr id="43" name="shape-756">
            <a:extLst xmlns:a="http://schemas.openxmlformats.org/drawingml/2006/main">
              <a:ext uri="{FF2B5EF4-FFF2-40B4-BE49-F238E27FC236}">
                <a16:creationId xmlns:a16="http://schemas.microsoft.com/office/drawing/2014/main" id="{999FDA2C-39CB-482F-9386-B37AC9E09656}"/>
              </a:ext>
            </a:extLst>
          </p:cNvPr>
          <p:cNvSpPr>
            <a:spLocks xmlns:a="http://schemas.openxmlformats.org/drawingml/2006/main" noGrp="1"/>
          </p:cNvSpPr>
          <p:nvPr/>
        </p:nvSpPr>
        <p:spPr>
          <a:xfrm xmlns:a="http://schemas.openxmlformats.org/drawingml/2006/main" rot="0">
            <a:off x="2609850" y="3419475"/>
            <a:ext cx="333375" cy="333375"/>
          </a:xfrm>
          <a:prstGeom xmlns:a="http://schemas.openxmlformats.org/drawingml/2006/main" prst="rect">
            <a:avLst/>
          </a:prstGeom>
          <a:solidFill xmlns:a="http://schemas.openxmlformats.org/drawingml/2006/main">
            <a:srgbClr val="89AED5"/>
          </a:solidFill>
          <a:ln xmlns:a="http://schemas.openxmlformats.org/drawingml/2006/main" w="0">
            <a:noFill/>
            <a:prstDash val="solid"/>
          </a:ln>
        </p:spPr>
      </p:sp>
      <p:sp>
        <p:nvSpPr>
          <p:cNvPr id="44" name="shape-757">
            <a:extLst xmlns:a="http://schemas.openxmlformats.org/drawingml/2006/main">
              <a:ext uri="{FF2B5EF4-FFF2-40B4-BE49-F238E27FC236}">
                <a16:creationId xmlns:a16="http://schemas.microsoft.com/office/drawing/2014/main" id="{A80E0714-D4F8-41B0-96A9-79831D3AAD7F}"/>
              </a:ext>
            </a:extLst>
          </p:cNvPr>
          <p:cNvSpPr>
            <a:spLocks xmlns:a="http://schemas.openxmlformats.org/drawingml/2006/main" noGrp="1"/>
          </p:cNvSpPr>
          <p:nvPr/>
        </p:nvSpPr>
        <p:spPr>
          <a:xfrm xmlns:a="http://schemas.openxmlformats.org/drawingml/2006/main" rot="0">
            <a:off x="2943225" y="3419475"/>
            <a:ext cx="333375" cy="333375"/>
          </a:xfrm>
          <a:prstGeom xmlns:a="http://schemas.openxmlformats.org/drawingml/2006/main" prst="rect">
            <a:avLst/>
          </a:prstGeom>
          <a:solidFill xmlns:a="http://schemas.openxmlformats.org/drawingml/2006/main">
            <a:srgbClr val="89AED5"/>
          </a:solidFill>
          <a:ln xmlns:a="http://schemas.openxmlformats.org/drawingml/2006/main" w="0">
            <a:noFill/>
            <a:prstDash val="solid"/>
          </a:ln>
        </p:spPr>
      </p:sp>
      <p:sp>
        <p:nvSpPr>
          <p:cNvPr id="45" name="shape-758">
            <a:extLst xmlns:a="http://schemas.openxmlformats.org/drawingml/2006/main">
              <a:ext uri="{FF2B5EF4-FFF2-40B4-BE49-F238E27FC236}">
                <a16:creationId xmlns:a16="http://schemas.microsoft.com/office/drawing/2014/main" id="{6248A77E-4D6B-4535-89A9-59968C108B5E}"/>
              </a:ext>
            </a:extLst>
          </p:cNvPr>
          <p:cNvSpPr>
            <a:spLocks xmlns:a="http://schemas.openxmlformats.org/drawingml/2006/main" noGrp="1"/>
          </p:cNvSpPr>
          <p:nvPr/>
        </p:nvSpPr>
        <p:spPr>
          <a:xfrm xmlns:a="http://schemas.openxmlformats.org/drawingml/2006/main" rot="0">
            <a:off x="609600" y="3752850"/>
            <a:ext cx="333375" cy="333375"/>
          </a:xfrm>
          <a:prstGeom xmlns:a="http://schemas.openxmlformats.org/drawingml/2006/main" prst="rect">
            <a:avLst/>
          </a:prstGeom>
          <a:solidFill xmlns:a="http://schemas.openxmlformats.org/drawingml/2006/main">
            <a:srgbClr val="CDD1D7"/>
          </a:solidFill>
          <a:ln xmlns:a="http://schemas.openxmlformats.org/drawingml/2006/main" w="0">
            <a:noFill/>
            <a:prstDash val="solid"/>
          </a:ln>
        </p:spPr>
      </p:sp>
      <p:sp>
        <p:nvSpPr>
          <p:cNvPr id="46" name="shape-759">
            <a:extLst xmlns:a="http://schemas.openxmlformats.org/drawingml/2006/main">
              <a:ext uri="{FF2B5EF4-FFF2-40B4-BE49-F238E27FC236}">
                <a16:creationId xmlns:a16="http://schemas.microsoft.com/office/drawing/2014/main" id="{9748AFCB-D987-44E9-91FE-B398ED6EFDF9}"/>
              </a:ext>
            </a:extLst>
          </p:cNvPr>
          <p:cNvSpPr>
            <a:spLocks xmlns:a="http://schemas.openxmlformats.org/drawingml/2006/main" noGrp="1"/>
          </p:cNvSpPr>
          <p:nvPr/>
        </p:nvSpPr>
        <p:spPr>
          <a:xfrm xmlns:a="http://schemas.openxmlformats.org/drawingml/2006/main" rot="0">
            <a:off x="942975" y="3752850"/>
            <a:ext cx="333375" cy="333375"/>
          </a:xfrm>
          <a:prstGeom xmlns:a="http://schemas.openxmlformats.org/drawingml/2006/main" prst="rect">
            <a:avLst/>
          </a:prstGeom>
          <a:solidFill xmlns:a="http://schemas.openxmlformats.org/drawingml/2006/main">
            <a:srgbClr val="CDD1D7"/>
          </a:solidFill>
          <a:ln xmlns:a="http://schemas.openxmlformats.org/drawingml/2006/main" w="0">
            <a:noFill/>
            <a:prstDash val="solid"/>
          </a:ln>
        </p:spPr>
      </p:sp>
      <p:sp>
        <p:nvSpPr>
          <p:cNvPr id="47" name="shape-760">
            <a:extLst xmlns:a="http://schemas.openxmlformats.org/drawingml/2006/main">
              <a:ext uri="{FF2B5EF4-FFF2-40B4-BE49-F238E27FC236}">
                <a16:creationId xmlns:a16="http://schemas.microsoft.com/office/drawing/2014/main" id="{B481EB94-7F4C-41A5-A1B0-80313E3F8349}"/>
              </a:ext>
            </a:extLst>
          </p:cNvPr>
          <p:cNvSpPr>
            <a:spLocks xmlns:a="http://schemas.openxmlformats.org/drawingml/2006/main" noGrp="1"/>
          </p:cNvSpPr>
          <p:nvPr/>
        </p:nvSpPr>
        <p:spPr>
          <a:xfrm xmlns:a="http://schemas.openxmlformats.org/drawingml/2006/main" rot="0">
            <a:off x="1276350" y="3752850"/>
            <a:ext cx="333375" cy="333375"/>
          </a:xfrm>
          <a:prstGeom xmlns:a="http://schemas.openxmlformats.org/drawingml/2006/main" prst="rect">
            <a:avLst/>
          </a:prstGeom>
          <a:solidFill xmlns:a="http://schemas.openxmlformats.org/drawingml/2006/main">
            <a:srgbClr val="CDD1D7"/>
          </a:solidFill>
          <a:ln xmlns:a="http://schemas.openxmlformats.org/drawingml/2006/main" w="0">
            <a:noFill/>
            <a:prstDash val="solid"/>
          </a:ln>
        </p:spPr>
      </p:sp>
      <p:sp>
        <p:nvSpPr>
          <p:cNvPr id="48" name="shape-761">
            <a:extLst xmlns:a="http://schemas.openxmlformats.org/drawingml/2006/main">
              <a:ext uri="{FF2B5EF4-FFF2-40B4-BE49-F238E27FC236}">
                <a16:creationId xmlns:a16="http://schemas.microsoft.com/office/drawing/2014/main" id="{32DDDB4B-103C-41D5-97E7-9348139B464D}"/>
              </a:ext>
            </a:extLst>
          </p:cNvPr>
          <p:cNvSpPr>
            <a:spLocks xmlns:a="http://schemas.openxmlformats.org/drawingml/2006/main" noGrp="1"/>
          </p:cNvSpPr>
          <p:nvPr/>
        </p:nvSpPr>
        <p:spPr>
          <a:xfrm xmlns:a="http://schemas.openxmlformats.org/drawingml/2006/main" rot="0">
            <a:off x="1609725" y="3752850"/>
            <a:ext cx="333375" cy="333375"/>
          </a:xfrm>
          <a:prstGeom xmlns:a="http://schemas.openxmlformats.org/drawingml/2006/main" prst="rect">
            <a:avLst/>
          </a:prstGeom>
          <a:solidFill xmlns:a="http://schemas.openxmlformats.org/drawingml/2006/main">
            <a:srgbClr val="89AED5"/>
          </a:solidFill>
          <a:ln xmlns:a="http://schemas.openxmlformats.org/drawingml/2006/main" w="0">
            <a:noFill/>
            <a:prstDash val="solid"/>
          </a:ln>
        </p:spPr>
      </p:sp>
      <p:sp>
        <p:nvSpPr>
          <p:cNvPr id="49" name="shape-762">
            <a:extLst xmlns:a="http://schemas.openxmlformats.org/drawingml/2006/main">
              <a:ext uri="{FF2B5EF4-FFF2-40B4-BE49-F238E27FC236}">
                <a16:creationId xmlns:a16="http://schemas.microsoft.com/office/drawing/2014/main" id="{74F3DC9A-423C-4D2D-A0D1-7D4057F5025C}"/>
              </a:ext>
            </a:extLst>
          </p:cNvPr>
          <p:cNvSpPr>
            <a:spLocks xmlns:a="http://schemas.openxmlformats.org/drawingml/2006/main" noGrp="1"/>
          </p:cNvSpPr>
          <p:nvPr/>
        </p:nvSpPr>
        <p:spPr>
          <a:xfrm xmlns:a="http://schemas.openxmlformats.org/drawingml/2006/main" rot="0">
            <a:off x="1943100" y="3752850"/>
            <a:ext cx="333375" cy="333375"/>
          </a:xfrm>
          <a:prstGeom xmlns:a="http://schemas.openxmlformats.org/drawingml/2006/main" prst="rect">
            <a:avLst/>
          </a:prstGeom>
          <a:solidFill xmlns:a="http://schemas.openxmlformats.org/drawingml/2006/main">
            <a:srgbClr val="89AED5"/>
          </a:solidFill>
          <a:ln xmlns:a="http://schemas.openxmlformats.org/drawingml/2006/main" w="0">
            <a:noFill/>
            <a:prstDash val="solid"/>
          </a:ln>
        </p:spPr>
      </p:sp>
      <p:sp>
        <p:nvSpPr>
          <p:cNvPr id="50" name="shape-763">
            <a:extLst xmlns:a="http://schemas.openxmlformats.org/drawingml/2006/main">
              <a:ext uri="{FF2B5EF4-FFF2-40B4-BE49-F238E27FC236}">
                <a16:creationId xmlns:a16="http://schemas.microsoft.com/office/drawing/2014/main" id="{472BD604-61C2-4B33-B6CC-B99E3B6831FF}"/>
              </a:ext>
            </a:extLst>
          </p:cNvPr>
          <p:cNvSpPr>
            <a:spLocks xmlns:a="http://schemas.openxmlformats.org/drawingml/2006/main" noGrp="1"/>
          </p:cNvSpPr>
          <p:nvPr/>
        </p:nvSpPr>
        <p:spPr>
          <a:xfrm xmlns:a="http://schemas.openxmlformats.org/drawingml/2006/main" rot="0">
            <a:off x="2276475" y="3752850"/>
            <a:ext cx="333375" cy="333375"/>
          </a:xfrm>
          <a:prstGeom xmlns:a="http://schemas.openxmlformats.org/drawingml/2006/main" prst="rect">
            <a:avLst/>
          </a:prstGeom>
          <a:solidFill xmlns:a="http://schemas.openxmlformats.org/drawingml/2006/main">
            <a:srgbClr val="89AED5"/>
          </a:solidFill>
          <a:ln xmlns:a="http://schemas.openxmlformats.org/drawingml/2006/main" w="0">
            <a:noFill/>
            <a:prstDash val="solid"/>
          </a:ln>
        </p:spPr>
      </p:sp>
      <p:sp>
        <p:nvSpPr>
          <p:cNvPr id="51" name="shape-764">
            <a:extLst xmlns:a="http://schemas.openxmlformats.org/drawingml/2006/main">
              <a:ext uri="{FF2B5EF4-FFF2-40B4-BE49-F238E27FC236}">
                <a16:creationId xmlns:a16="http://schemas.microsoft.com/office/drawing/2014/main" id="{FAD50487-1A53-41E3-B18C-028192CC28EF}"/>
              </a:ext>
            </a:extLst>
          </p:cNvPr>
          <p:cNvSpPr>
            <a:spLocks xmlns:a="http://schemas.openxmlformats.org/drawingml/2006/main" noGrp="1"/>
          </p:cNvSpPr>
          <p:nvPr/>
        </p:nvSpPr>
        <p:spPr>
          <a:xfrm xmlns:a="http://schemas.openxmlformats.org/drawingml/2006/main" rot="0">
            <a:off x="2609850" y="3752850"/>
            <a:ext cx="333375" cy="333375"/>
          </a:xfrm>
          <a:prstGeom xmlns:a="http://schemas.openxmlformats.org/drawingml/2006/main" prst="rect">
            <a:avLst/>
          </a:prstGeom>
          <a:solidFill xmlns:a="http://schemas.openxmlformats.org/drawingml/2006/main">
            <a:srgbClr val="89AED5"/>
          </a:solidFill>
          <a:ln xmlns:a="http://schemas.openxmlformats.org/drawingml/2006/main" w="0">
            <a:noFill/>
            <a:prstDash val="solid"/>
          </a:ln>
        </p:spPr>
      </p:sp>
      <p:sp>
        <p:nvSpPr>
          <p:cNvPr id="52" name="shape-765">
            <a:extLst xmlns:a="http://schemas.openxmlformats.org/drawingml/2006/main">
              <a:ext uri="{FF2B5EF4-FFF2-40B4-BE49-F238E27FC236}">
                <a16:creationId xmlns:a16="http://schemas.microsoft.com/office/drawing/2014/main" id="{A000C16D-9FB5-440E-A3AF-6572308C04A0}"/>
              </a:ext>
            </a:extLst>
          </p:cNvPr>
          <p:cNvSpPr>
            <a:spLocks xmlns:a="http://schemas.openxmlformats.org/drawingml/2006/main" noGrp="1"/>
          </p:cNvSpPr>
          <p:nvPr/>
        </p:nvSpPr>
        <p:spPr>
          <a:xfrm xmlns:a="http://schemas.openxmlformats.org/drawingml/2006/main" rot="0">
            <a:off x="2943225" y="3752850"/>
            <a:ext cx="333375" cy="333375"/>
          </a:xfrm>
          <a:prstGeom xmlns:a="http://schemas.openxmlformats.org/drawingml/2006/main" prst="rect">
            <a:avLst/>
          </a:prstGeom>
          <a:solidFill xmlns:a="http://schemas.openxmlformats.org/drawingml/2006/main">
            <a:srgbClr val="89AED5"/>
          </a:solidFill>
          <a:ln xmlns:a="http://schemas.openxmlformats.org/drawingml/2006/main" w="0">
            <a:noFill/>
            <a:prstDash val="solid"/>
          </a:ln>
        </p:spPr>
      </p:sp>
      <p:sp>
        <p:nvSpPr>
          <p:cNvPr id="53" name="shape-766">
            <a:extLst xmlns:a="http://schemas.openxmlformats.org/drawingml/2006/main">
              <a:ext uri="{FF2B5EF4-FFF2-40B4-BE49-F238E27FC236}">
                <a16:creationId xmlns:a16="http://schemas.microsoft.com/office/drawing/2014/main" id="{9C5FBD7D-A70F-4548-96D9-70AD4A0664C1}"/>
              </a:ext>
            </a:extLst>
          </p:cNvPr>
          <p:cNvSpPr>
            <a:spLocks xmlns:a="http://schemas.openxmlformats.org/drawingml/2006/main" noGrp="1"/>
          </p:cNvSpPr>
          <p:nvPr/>
        </p:nvSpPr>
        <p:spPr>
          <a:xfrm xmlns:a="http://schemas.openxmlformats.org/drawingml/2006/main" rot="0">
            <a:off x="609600" y="4086225"/>
            <a:ext cx="333375" cy="333375"/>
          </a:xfrm>
          <a:prstGeom xmlns:a="http://schemas.openxmlformats.org/drawingml/2006/main" prst="rect">
            <a:avLst/>
          </a:prstGeom>
          <a:solidFill xmlns:a="http://schemas.openxmlformats.org/drawingml/2006/main">
            <a:srgbClr val="CDD1D7"/>
          </a:solidFill>
          <a:ln xmlns:a="http://schemas.openxmlformats.org/drawingml/2006/main" w="0">
            <a:noFill/>
            <a:prstDash val="solid"/>
          </a:ln>
        </p:spPr>
      </p:sp>
      <p:sp>
        <p:nvSpPr>
          <p:cNvPr id="54" name="shape-767">
            <a:extLst xmlns:a="http://schemas.openxmlformats.org/drawingml/2006/main">
              <a:ext uri="{FF2B5EF4-FFF2-40B4-BE49-F238E27FC236}">
                <a16:creationId xmlns:a16="http://schemas.microsoft.com/office/drawing/2014/main" id="{0B8A5655-AF65-4EF6-ACEF-B67FD8547163}"/>
              </a:ext>
            </a:extLst>
          </p:cNvPr>
          <p:cNvSpPr>
            <a:spLocks xmlns:a="http://schemas.openxmlformats.org/drawingml/2006/main" noGrp="1"/>
          </p:cNvSpPr>
          <p:nvPr/>
        </p:nvSpPr>
        <p:spPr>
          <a:xfrm xmlns:a="http://schemas.openxmlformats.org/drawingml/2006/main" rot="0">
            <a:off x="942975" y="4086225"/>
            <a:ext cx="333375" cy="333375"/>
          </a:xfrm>
          <a:prstGeom xmlns:a="http://schemas.openxmlformats.org/drawingml/2006/main" prst="rect">
            <a:avLst/>
          </a:prstGeom>
          <a:solidFill xmlns:a="http://schemas.openxmlformats.org/drawingml/2006/main">
            <a:srgbClr val="CDD1D7"/>
          </a:solidFill>
          <a:ln xmlns:a="http://schemas.openxmlformats.org/drawingml/2006/main" w="0">
            <a:noFill/>
            <a:prstDash val="solid"/>
          </a:ln>
        </p:spPr>
      </p:sp>
      <p:sp>
        <p:nvSpPr>
          <p:cNvPr id="55" name="shape-768">
            <a:extLst xmlns:a="http://schemas.openxmlformats.org/drawingml/2006/main">
              <a:ext uri="{FF2B5EF4-FFF2-40B4-BE49-F238E27FC236}">
                <a16:creationId xmlns:a16="http://schemas.microsoft.com/office/drawing/2014/main" id="{E66E47F1-B448-4E03-B756-8E4F40621010}"/>
              </a:ext>
            </a:extLst>
          </p:cNvPr>
          <p:cNvSpPr>
            <a:spLocks xmlns:a="http://schemas.openxmlformats.org/drawingml/2006/main" noGrp="1"/>
          </p:cNvSpPr>
          <p:nvPr/>
        </p:nvSpPr>
        <p:spPr>
          <a:xfrm xmlns:a="http://schemas.openxmlformats.org/drawingml/2006/main" rot="0">
            <a:off x="1276350" y="4086225"/>
            <a:ext cx="333375" cy="333375"/>
          </a:xfrm>
          <a:prstGeom xmlns:a="http://schemas.openxmlformats.org/drawingml/2006/main" prst="rect">
            <a:avLst/>
          </a:prstGeom>
          <a:solidFill xmlns:a="http://schemas.openxmlformats.org/drawingml/2006/main">
            <a:srgbClr val="CDD1D7"/>
          </a:solidFill>
          <a:ln xmlns:a="http://schemas.openxmlformats.org/drawingml/2006/main" w="0">
            <a:noFill/>
            <a:prstDash val="solid"/>
          </a:ln>
        </p:spPr>
      </p:sp>
      <p:sp>
        <p:nvSpPr>
          <p:cNvPr id="56" name="shape-769">
            <a:extLst xmlns:a="http://schemas.openxmlformats.org/drawingml/2006/main">
              <a:ext uri="{FF2B5EF4-FFF2-40B4-BE49-F238E27FC236}">
                <a16:creationId xmlns:a16="http://schemas.microsoft.com/office/drawing/2014/main" id="{AB5EBBAA-BDB6-47C9-B1E3-8763A10F107C}"/>
              </a:ext>
            </a:extLst>
          </p:cNvPr>
          <p:cNvSpPr>
            <a:spLocks xmlns:a="http://schemas.openxmlformats.org/drawingml/2006/main" noGrp="1"/>
          </p:cNvSpPr>
          <p:nvPr/>
        </p:nvSpPr>
        <p:spPr>
          <a:xfrm xmlns:a="http://schemas.openxmlformats.org/drawingml/2006/main" rot="0">
            <a:off x="1609725" y="4086225"/>
            <a:ext cx="333375" cy="333375"/>
          </a:xfrm>
          <a:prstGeom xmlns:a="http://schemas.openxmlformats.org/drawingml/2006/main" prst="rect">
            <a:avLst/>
          </a:prstGeom>
          <a:solidFill xmlns:a="http://schemas.openxmlformats.org/drawingml/2006/main">
            <a:srgbClr val="89AED5"/>
          </a:solidFill>
          <a:ln xmlns:a="http://schemas.openxmlformats.org/drawingml/2006/main" w="0">
            <a:noFill/>
            <a:prstDash val="solid"/>
          </a:ln>
        </p:spPr>
      </p:sp>
      <p:sp>
        <p:nvSpPr>
          <p:cNvPr id="57" name="shape-770">
            <a:extLst xmlns:a="http://schemas.openxmlformats.org/drawingml/2006/main">
              <a:ext uri="{FF2B5EF4-FFF2-40B4-BE49-F238E27FC236}">
                <a16:creationId xmlns:a16="http://schemas.microsoft.com/office/drawing/2014/main" id="{AF061FF0-EBD5-4EE2-945B-00C8B34B9CD1}"/>
              </a:ext>
            </a:extLst>
          </p:cNvPr>
          <p:cNvSpPr>
            <a:spLocks xmlns:a="http://schemas.openxmlformats.org/drawingml/2006/main" noGrp="1"/>
          </p:cNvSpPr>
          <p:nvPr/>
        </p:nvSpPr>
        <p:spPr>
          <a:xfrm xmlns:a="http://schemas.openxmlformats.org/drawingml/2006/main" rot="0">
            <a:off x="1943100" y="4086225"/>
            <a:ext cx="333375" cy="333375"/>
          </a:xfrm>
          <a:prstGeom xmlns:a="http://schemas.openxmlformats.org/drawingml/2006/main" prst="rect">
            <a:avLst/>
          </a:prstGeom>
          <a:solidFill xmlns:a="http://schemas.openxmlformats.org/drawingml/2006/main">
            <a:srgbClr val="89AED5"/>
          </a:solidFill>
          <a:ln xmlns:a="http://schemas.openxmlformats.org/drawingml/2006/main" w="0">
            <a:noFill/>
            <a:prstDash val="solid"/>
          </a:ln>
        </p:spPr>
      </p:sp>
      <p:sp>
        <p:nvSpPr>
          <p:cNvPr id="58" name="shape-771">
            <a:extLst xmlns:a="http://schemas.openxmlformats.org/drawingml/2006/main">
              <a:ext uri="{FF2B5EF4-FFF2-40B4-BE49-F238E27FC236}">
                <a16:creationId xmlns:a16="http://schemas.microsoft.com/office/drawing/2014/main" id="{CE8FBB08-3135-4A88-8A56-EF6874B21DA1}"/>
              </a:ext>
            </a:extLst>
          </p:cNvPr>
          <p:cNvSpPr>
            <a:spLocks xmlns:a="http://schemas.openxmlformats.org/drawingml/2006/main" noGrp="1"/>
          </p:cNvSpPr>
          <p:nvPr/>
        </p:nvSpPr>
        <p:spPr>
          <a:xfrm xmlns:a="http://schemas.openxmlformats.org/drawingml/2006/main" rot="0">
            <a:off x="2276475" y="4086225"/>
            <a:ext cx="333375" cy="333375"/>
          </a:xfrm>
          <a:prstGeom xmlns:a="http://schemas.openxmlformats.org/drawingml/2006/main" prst="rect">
            <a:avLst/>
          </a:prstGeom>
          <a:solidFill xmlns:a="http://schemas.openxmlformats.org/drawingml/2006/main">
            <a:srgbClr val="89AED5"/>
          </a:solidFill>
          <a:ln xmlns:a="http://schemas.openxmlformats.org/drawingml/2006/main" w="0">
            <a:noFill/>
            <a:prstDash val="solid"/>
          </a:ln>
        </p:spPr>
      </p:sp>
      <p:sp>
        <p:nvSpPr>
          <p:cNvPr id="59" name="shape-772">
            <a:extLst xmlns:a="http://schemas.openxmlformats.org/drawingml/2006/main">
              <a:ext uri="{FF2B5EF4-FFF2-40B4-BE49-F238E27FC236}">
                <a16:creationId xmlns:a16="http://schemas.microsoft.com/office/drawing/2014/main" id="{8F93BA61-EEB4-4177-9D84-FCEB72A9F571}"/>
              </a:ext>
            </a:extLst>
          </p:cNvPr>
          <p:cNvSpPr>
            <a:spLocks xmlns:a="http://schemas.openxmlformats.org/drawingml/2006/main" noGrp="1"/>
          </p:cNvSpPr>
          <p:nvPr/>
        </p:nvSpPr>
        <p:spPr>
          <a:xfrm xmlns:a="http://schemas.openxmlformats.org/drawingml/2006/main" rot="0">
            <a:off x="2609850" y="4086225"/>
            <a:ext cx="333375" cy="333375"/>
          </a:xfrm>
          <a:prstGeom xmlns:a="http://schemas.openxmlformats.org/drawingml/2006/main" prst="rect">
            <a:avLst/>
          </a:prstGeom>
          <a:solidFill xmlns:a="http://schemas.openxmlformats.org/drawingml/2006/main">
            <a:srgbClr val="89AED5"/>
          </a:solidFill>
          <a:ln xmlns:a="http://schemas.openxmlformats.org/drawingml/2006/main" w="0">
            <a:noFill/>
            <a:prstDash val="solid"/>
          </a:ln>
        </p:spPr>
      </p:sp>
      <p:sp>
        <p:nvSpPr>
          <p:cNvPr id="60" name="shape-773">
            <a:extLst xmlns:a="http://schemas.openxmlformats.org/drawingml/2006/main">
              <a:ext uri="{FF2B5EF4-FFF2-40B4-BE49-F238E27FC236}">
                <a16:creationId xmlns:a16="http://schemas.microsoft.com/office/drawing/2014/main" id="{A0DD9BD9-F923-440F-A8B4-D2ADD6E9CD78}"/>
              </a:ext>
            </a:extLst>
          </p:cNvPr>
          <p:cNvSpPr>
            <a:spLocks xmlns:a="http://schemas.openxmlformats.org/drawingml/2006/main" noGrp="1"/>
          </p:cNvSpPr>
          <p:nvPr/>
        </p:nvSpPr>
        <p:spPr>
          <a:xfrm xmlns:a="http://schemas.openxmlformats.org/drawingml/2006/main" rot="0">
            <a:off x="2943225" y="4086225"/>
            <a:ext cx="333375" cy="333375"/>
          </a:xfrm>
          <a:prstGeom xmlns:a="http://schemas.openxmlformats.org/drawingml/2006/main" prst="rect">
            <a:avLst/>
          </a:prstGeom>
          <a:solidFill xmlns:a="http://schemas.openxmlformats.org/drawingml/2006/main">
            <a:srgbClr val="89AED5"/>
          </a:solidFill>
          <a:ln xmlns:a="http://schemas.openxmlformats.org/drawingml/2006/main" w="0">
            <a:noFill/>
            <a:prstDash val="solid"/>
          </a:ln>
        </p:spPr>
      </p:sp>
      <p:sp>
        <p:nvSpPr>
          <p:cNvPr id="61" name="shape-774">
            <a:extLst xmlns:a="http://schemas.openxmlformats.org/drawingml/2006/main">
              <a:ext uri="{FF2B5EF4-FFF2-40B4-BE49-F238E27FC236}">
                <a16:creationId xmlns:a16="http://schemas.microsoft.com/office/drawing/2014/main" id="{72F70A5C-810F-4C66-B294-44AA9F5883E5}"/>
              </a:ext>
            </a:extLst>
          </p:cNvPr>
          <p:cNvSpPr>
            <a:spLocks xmlns:a="http://schemas.openxmlformats.org/drawingml/2006/main" noGrp="1"/>
          </p:cNvSpPr>
          <p:nvPr/>
        </p:nvSpPr>
        <p:spPr>
          <a:xfrm xmlns:a="http://schemas.openxmlformats.org/drawingml/2006/main" rot="0">
            <a:off x="609600" y="4419600"/>
            <a:ext cx="333375" cy="333375"/>
          </a:xfrm>
          <a:prstGeom xmlns:a="http://schemas.openxmlformats.org/drawingml/2006/main" prst="rect">
            <a:avLst/>
          </a:prstGeom>
          <a:solidFill xmlns:a="http://schemas.openxmlformats.org/drawingml/2006/main">
            <a:srgbClr val="CDD1D7"/>
          </a:solidFill>
          <a:ln xmlns:a="http://schemas.openxmlformats.org/drawingml/2006/main" w="0">
            <a:noFill/>
            <a:prstDash val="solid"/>
          </a:ln>
        </p:spPr>
      </p:sp>
      <p:sp>
        <p:nvSpPr>
          <p:cNvPr id="62" name="shape-775">
            <a:extLst xmlns:a="http://schemas.openxmlformats.org/drawingml/2006/main">
              <a:ext uri="{FF2B5EF4-FFF2-40B4-BE49-F238E27FC236}">
                <a16:creationId xmlns:a16="http://schemas.microsoft.com/office/drawing/2014/main" id="{1CFCF5BC-F306-402F-AE15-8561AB3B1591}"/>
              </a:ext>
            </a:extLst>
          </p:cNvPr>
          <p:cNvSpPr>
            <a:spLocks xmlns:a="http://schemas.openxmlformats.org/drawingml/2006/main" noGrp="1"/>
          </p:cNvSpPr>
          <p:nvPr/>
        </p:nvSpPr>
        <p:spPr>
          <a:xfrm xmlns:a="http://schemas.openxmlformats.org/drawingml/2006/main" rot="0">
            <a:off x="942975" y="4419600"/>
            <a:ext cx="333375" cy="333375"/>
          </a:xfrm>
          <a:prstGeom xmlns:a="http://schemas.openxmlformats.org/drawingml/2006/main" prst="rect">
            <a:avLst/>
          </a:prstGeom>
          <a:solidFill xmlns:a="http://schemas.openxmlformats.org/drawingml/2006/main">
            <a:srgbClr val="CDD1D7"/>
          </a:solidFill>
          <a:ln xmlns:a="http://schemas.openxmlformats.org/drawingml/2006/main" w="0">
            <a:noFill/>
            <a:prstDash val="solid"/>
          </a:ln>
        </p:spPr>
      </p:sp>
      <p:sp>
        <p:nvSpPr>
          <p:cNvPr id="63" name="shape-776">
            <a:extLst xmlns:a="http://schemas.openxmlformats.org/drawingml/2006/main">
              <a:ext uri="{FF2B5EF4-FFF2-40B4-BE49-F238E27FC236}">
                <a16:creationId xmlns:a16="http://schemas.microsoft.com/office/drawing/2014/main" id="{516ACEDD-C167-4DA1-AE45-1BB120D25A63}"/>
              </a:ext>
            </a:extLst>
          </p:cNvPr>
          <p:cNvSpPr>
            <a:spLocks xmlns:a="http://schemas.openxmlformats.org/drawingml/2006/main" noGrp="1"/>
          </p:cNvSpPr>
          <p:nvPr/>
        </p:nvSpPr>
        <p:spPr>
          <a:xfrm xmlns:a="http://schemas.openxmlformats.org/drawingml/2006/main" rot="0">
            <a:off x="1276350" y="4419600"/>
            <a:ext cx="333375" cy="333375"/>
          </a:xfrm>
          <a:prstGeom xmlns:a="http://schemas.openxmlformats.org/drawingml/2006/main" prst="rect">
            <a:avLst/>
          </a:prstGeom>
          <a:solidFill xmlns:a="http://schemas.openxmlformats.org/drawingml/2006/main">
            <a:srgbClr val="CDD1D7"/>
          </a:solidFill>
          <a:ln xmlns:a="http://schemas.openxmlformats.org/drawingml/2006/main" w="0">
            <a:noFill/>
            <a:prstDash val="solid"/>
          </a:ln>
        </p:spPr>
      </p:sp>
      <p:sp>
        <p:nvSpPr>
          <p:cNvPr id="64" name="shape-777">
            <a:extLst xmlns:a="http://schemas.openxmlformats.org/drawingml/2006/main">
              <a:ext uri="{FF2B5EF4-FFF2-40B4-BE49-F238E27FC236}">
                <a16:creationId xmlns:a16="http://schemas.microsoft.com/office/drawing/2014/main" id="{AE7BB7AE-DC27-4044-AA44-632C8816A245}"/>
              </a:ext>
            </a:extLst>
          </p:cNvPr>
          <p:cNvSpPr>
            <a:spLocks xmlns:a="http://schemas.openxmlformats.org/drawingml/2006/main" noGrp="1"/>
          </p:cNvSpPr>
          <p:nvPr/>
        </p:nvSpPr>
        <p:spPr>
          <a:xfrm xmlns:a="http://schemas.openxmlformats.org/drawingml/2006/main" rot="0">
            <a:off x="1609725" y="4419600"/>
            <a:ext cx="333375" cy="333375"/>
          </a:xfrm>
          <a:prstGeom xmlns:a="http://schemas.openxmlformats.org/drawingml/2006/main" prst="rect">
            <a:avLst/>
          </a:prstGeom>
          <a:solidFill xmlns:a="http://schemas.openxmlformats.org/drawingml/2006/main">
            <a:srgbClr val="89AED5"/>
          </a:solidFill>
          <a:ln xmlns:a="http://schemas.openxmlformats.org/drawingml/2006/main" w="0">
            <a:noFill/>
            <a:prstDash val="solid"/>
          </a:ln>
        </p:spPr>
      </p:sp>
      <p:sp>
        <p:nvSpPr>
          <p:cNvPr id="65" name="shape-778">
            <a:extLst xmlns:a="http://schemas.openxmlformats.org/drawingml/2006/main">
              <a:ext uri="{FF2B5EF4-FFF2-40B4-BE49-F238E27FC236}">
                <a16:creationId xmlns:a16="http://schemas.microsoft.com/office/drawing/2014/main" id="{A307D78A-81E8-4874-87AD-8E72885D9206}"/>
              </a:ext>
            </a:extLst>
          </p:cNvPr>
          <p:cNvSpPr>
            <a:spLocks xmlns:a="http://schemas.openxmlformats.org/drawingml/2006/main" noGrp="1"/>
          </p:cNvSpPr>
          <p:nvPr/>
        </p:nvSpPr>
        <p:spPr>
          <a:xfrm xmlns:a="http://schemas.openxmlformats.org/drawingml/2006/main" rot="0">
            <a:off x="1943100" y="4419600"/>
            <a:ext cx="333375" cy="333375"/>
          </a:xfrm>
          <a:prstGeom xmlns:a="http://schemas.openxmlformats.org/drawingml/2006/main" prst="rect">
            <a:avLst/>
          </a:prstGeom>
          <a:solidFill xmlns:a="http://schemas.openxmlformats.org/drawingml/2006/main">
            <a:srgbClr val="89AED5"/>
          </a:solidFill>
          <a:ln xmlns:a="http://schemas.openxmlformats.org/drawingml/2006/main" w="0">
            <a:noFill/>
            <a:prstDash val="solid"/>
          </a:ln>
        </p:spPr>
      </p:sp>
      <p:sp>
        <p:nvSpPr>
          <p:cNvPr id="66" name="shape-779">
            <a:extLst xmlns:a="http://schemas.openxmlformats.org/drawingml/2006/main">
              <a:ext uri="{FF2B5EF4-FFF2-40B4-BE49-F238E27FC236}">
                <a16:creationId xmlns:a16="http://schemas.microsoft.com/office/drawing/2014/main" id="{8686A7B9-C9AF-4BBF-8AEE-D3705B5AC0E9}"/>
              </a:ext>
            </a:extLst>
          </p:cNvPr>
          <p:cNvSpPr>
            <a:spLocks xmlns:a="http://schemas.openxmlformats.org/drawingml/2006/main" noGrp="1"/>
          </p:cNvSpPr>
          <p:nvPr/>
        </p:nvSpPr>
        <p:spPr>
          <a:xfrm xmlns:a="http://schemas.openxmlformats.org/drawingml/2006/main" rot="0">
            <a:off x="2276475" y="4419600"/>
            <a:ext cx="333375" cy="333375"/>
          </a:xfrm>
          <a:prstGeom xmlns:a="http://schemas.openxmlformats.org/drawingml/2006/main" prst="rect">
            <a:avLst/>
          </a:prstGeom>
          <a:solidFill xmlns:a="http://schemas.openxmlformats.org/drawingml/2006/main">
            <a:srgbClr val="89AED5"/>
          </a:solidFill>
          <a:ln xmlns:a="http://schemas.openxmlformats.org/drawingml/2006/main" w="0">
            <a:noFill/>
            <a:prstDash val="solid"/>
          </a:ln>
        </p:spPr>
      </p:sp>
      <p:sp>
        <p:nvSpPr>
          <p:cNvPr id="67" name="shape-780">
            <a:extLst xmlns:a="http://schemas.openxmlformats.org/drawingml/2006/main">
              <a:ext uri="{FF2B5EF4-FFF2-40B4-BE49-F238E27FC236}">
                <a16:creationId xmlns:a16="http://schemas.microsoft.com/office/drawing/2014/main" id="{2DEABA5C-7EE6-4A1A-A09F-F8EF0E9C607B}"/>
              </a:ext>
            </a:extLst>
          </p:cNvPr>
          <p:cNvSpPr>
            <a:spLocks xmlns:a="http://schemas.openxmlformats.org/drawingml/2006/main" noGrp="1"/>
          </p:cNvSpPr>
          <p:nvPr/>
        </p:nvSpPr>
        <p:spPr>
          <a:xfrm xmlns:a="http://schemas.openxmlformats.org/drawingml/2006/main" rot="0">
            <a:off x="2609850" y="4419600"/>
            <a:ext cx="333375" cy="333375"/>
          </a:xfrm>
          <a:prstGeom xmlns:a="http://schemas.openxmlformats.org/drawingml/2006/main" prst="rect">
            <a:avLst/>
          </a:prstGeom>
          <a:solidFill xmlns:a="http://schemas.openxmlformats.org/drawingml/2006/main">
            <a:srgbClr val="89AED5"/>
          </a:solidFill>
          <a:ln xmlns:a="http://schemas.openxmlformats.org/drawingml/2006/main" w="0">
            <a:noFill/>
            <a:prstDash val="solid"/>
          </a:ln>
        </p:spPr>
      </p:sp>
      <p:sp>
        <p:nvSpPr>
          <p:cNvPr id="68" name="shape-781">
            <a:extLst xmlns:a="http://schemas.openxmlformats.org/drawingml/2006/main">
              <a:ext uri="{FF2B5EF4-FFF2-40B4-BE49-F238E27FC236}">
                <a16:creationId xmlns:a16="http://schemas.microsoft.com/office/drawing/2014/main" id="{FBBAA71D-EC90-4DD2-8360-8A0DCF00AB91}"/>
              </a:ext>
            </a:extLst>
          </p:cNvPr>
          <p:cNvSpPr>
            <a:spLocks xmlns:a="http://schemas.openxmlformats.org/drawingml/2006/main" noGrp="1"/>
          </p:cNvSpPr>
          <p:nvPr/>
        </p:nvSpPr>
        <p:spPr>
          <a:xfrm xmlns:a="http://schemas.openxmlformats.org/drawingml/2006/main" rot="0">
            <a:off x="2943225" y="4419600"/>
            <a:ext cx="333375" cy="333375"/>
          </a:xfrm>
          <a:prstGeom xmlns:a="http://schemas.openxmlformats.org/drawingml/2006/main" prst="rect">
            <a:avLst/>
          </a:prstGeom>
          <a:solidFill xmlns:a="http://schemas.openxmlformats.org/drawingml/2006/main">
            <a:srgbClr val="89AED5"/>
          </a:solidFill>
          <a:ln xmlns:a="http://schemas.openxmlformats.org/drawingml/2006/main" w="0">
            <a:noFill/>
            <a:prstDash val="solid"/>
          </a:ln>
        </p:spPr>
      </p:sp>
      <p:sp>
        <p:nvSpPr>
          <p:cNvPr id="69" name="path-782">
            <a:extLst xmlns:a="http://schemas.openxmlformats.org/drawingml/2006/main">
              <a:ext uri="{FF2B5EF4-FFF2-40B4-BE49-F238E27FC236}">
                <a16:creationId xmlns:a16="http://schemas.microsoft.com/office/drawing/2014/main" id="{2054DA8E-7505-4BCA-B5E2-482547AB2080}"/>
              </a:ext>
            </a:extLst>
          </p:cNvPr>
          <p:cNvSpPr>
            <a:spLocks xmlns:a="http://schemas.openxmlformats.org/drawingml/2006/main" noGrp="1"/>
          </p:cNvSpPr>
          <p:nvPr/>
        </p:nvSpPr>
        <p:spPr>
          <a:xfrm xmlns:a="http://schemas.openxmlformats.org/drawingml/2006/main">
            <a:off x="942975" y="2085975"/>
            <a:ext cx="953" cy="2667000"/>
          </a:xfrm>
          <a:custGeom xmlns:a="http://schemas.openxmlformats.org/drawingml/2006/main">
            <a:pathLst>
              <a:path w="953" h="2667000">
                <a:moveTo>
                  <a:pt x="0" y="0"/>
                </a:moveTo>
                <a:lnTo>
                  <a:pt x="0" y="2667000"/>
                </a:lnTo>
              </a:path>
            </a:pathLst>
          </a:custGeom>
          <a:noFill xmlns:a="http://schemas.openxmlformats.org/drawingml/2006/main"/>
          <a:ln xmlns:a="http://schemas.openxmlformats.org/drawingml/2006/main" w="7620">
            <a:solidFill>
              <a:srgbClr val="FFFFFF"/>
            </a:solidFill>
            <a:prstDash val="solid"/>
          </a:ln>
        </p:spPr>
      </p:sp>
      <p:sp>
        <p:nvSpPr>
          <p:cNvPr id="70" name="path-783">
            <a:extLst xmlns:a="http://schemas.openxmlformats.org/drawingml/2006/main">
              <a:ext uri="{FF2B5EF4-FFF2-40B4-BE49-F238E27FC236}">
                <a16:creationId xmlns:a16="http://schemas.microsoft.com/office/drawing/2014/main" id="{A2585D80-A07B-4C7E-8871-DC03C20447D9}"/>
              </a:ext>
            </a:extLst>
          </p:cNvPr>
          <p:cNvSpPr>
            <a:spLocks xmlns:a="http://schemas.openxmlformats.org/drawingml/2006/main" noGrp="1"/>
          </p:cNvSpPr>
          <p:nvPr/>
        </p:nvSpPr>
        <p:spPr>
          <a:xfrm xmlns:a="http://schemas.openxmlformats.org/drawingml/2006/main">
            <a:off x="1276350" y="2085975"/>
            <a:ext cx="953" cy="2667000"/>
          </a:xfrm>
          <a:custGeom xmlns:a="http://schemas.openxmlformats.org/drawingml/2006/main">
            <a:pathLst>
              <a:path w="953" h="2667000">
                <a:moveTo>
                  <a:pt x="0" y="0"/>
                </a:moveTo>
                <a:lnTo>
                  <a:pt x="0" y="2667000"/>
                </a:lnTo>
              </a:path>
            </a:pathLst>
          </a:custGeom>
          <a:noFill xmlns:a="http://schemas.openxmlformats.org/drawingml/2006/main"/>
          <a:ln xmlns:a="http://schemas.openxmlformats.org/drawingml/2006/main" w="7620">
            <a:solidFill>
              <a:srgbClr val="FFFFFF"/>
            </a:solidFill>
            <a:prstDash val="solid"/>
          </a:ln>
        </p:spPr>
      </p:sp>
      <p:sp>
        <p:nvSpPr>
          <p:cNvPr id="71" name="path-784">
            <a:extLst xmlns:a="http://schemas.openxmlformats.org/drawingml/2006/main">
              <a:ext uri="{FF2B5EF4-FFF2-40B4-BE49-F238E27FC236}">
                <a16:creationId xmlns:a16="http://schemas.microsoft.com/office/drawing/2014/main" id="{85218EDE-518E-4D67-A3D7-53A320256CAB}"/>
              </a:ext>
            </a:extLst>
          </p:cNvPr>
          <p:cNvSpPr>
            <a:spLocks xmlns:a="http://schemas.openxmlformats.org/drawingml/2006/main" noGrp="1"/>
          </p:cNvSpPr>
          <p:nvPr/>
        </p:nvSpPr>
        <p:spPr>
          <a:xfrm xmlns:a="http://schemas.openxmlformats.org/drawingml/2006/main">
            <a:off x="1609725" y="2085975"/>
            <a:ext cx="953" cy="2667000"/>
          </a:xfrm>
          <a:custGeom xmlns:a="http://schemas.openxmlformats.org/drawingml/2006/main">
            <a:pathLst>
              <a:path w="953" h="2667000">
                <a:moveTo>
                  <a:pt x="0" y="0"/>
                </a:moveTo>
                <a:lnTo>
                  <a:pt x="0" y="2667000"/>
                </a:lnTo>
              </a:path>
            </a:pathLst>
          </a:custGeom>
          <a:noFill xmlns:a="http://schemas.openxmlformats.org/drawingml/2006/main"/>
          <a:ln xmlns:a="http://schemas.openxmlformats.org/drawingml/2006/main" w="7620">
            <a:solidFill>
              <a:srgbClr val="FFFFFF"/>
            </a:solidFill>
            <a:prstDash val="solid"/>
          </a:ln>
        </p:spPr>
      </p:sp>
      <p:sp>
        <p:nvSpPr>
          <p:cNvPr id="72" name="path-785">
            <a:extLst xmlns:a="http://schemas.openxmlformats.org/drawingml/2006/main">
              <a:ext uri="{FF2B5EF4-FFF2-40B4-BE49-F238E27FC236}">
                <a16:creationId xmlns:a16="http://schemas.microsoft.com/office/drawing/2014/main" id="{CBFA0347-30D0-46F4-99CF-2057C884D6C1}"/>
              </a:ext>
            </a:extLst>
          </p:cNvPr>
          <p:cNvSpPr>
            <a:spLocks xmlns:a="http://schemas.openxmlformats.org/drawingml/2006/main" noGrp="1"/>
          </p:cNvSpPr>
          <p:nvPr/>
        </p:nvSpPr>
        <p:spPr>
          <a:xfrm xmlns:a="http://schemas.openxmlformats.org/drawingml/2006/main">
            <a:off x="1943100" y="2085975"/>
            <a:ext cx="953" cy="2667000"/>
          </a:xfrm>
          <a:custGeom xmlns:a="http://schemas.openxmlformats.org/drawingml/2006/main">
            <a:pathLst>
              <a:path w="953" h="2667000">
                <a:moveTo>
                  <a:pt x="0" y="0"/>
                </a:moveTo>
                <a:lnTo>
                  <a:pt x="0" y="2667000"/>
                </a:lnTo>
              </a:path>
            </a:pathLst>
          </a:custGeom>
          <a:noFill xmlns:a="http://schemas.openxmlformats.org/drawingml/2006/main"/>
          <a:ln xmlns:a="http://schemas.openxmlformats.org/drawingml/2006/main" w="7620">
            <a:solidFill>
              <a:srgbClr val="FFFFFF"/>
            </a:solidFill>
            <a:prstDash val="solid"/>
          </a:ln>
        </p:spPr>
      </p:sp>
      <p:sp>
        <p:nvSpPr>
          <p:cNvPr id="73" name="path-786">
            <a:extLst xmlns:a="http://schemas.openxmlformats.org/drawingml/2006/main">
              <a:ext uri="{FF2B5EF4-FFF2-40B4-BE49-F238E27FC236}">
                <a16:creationId xmlns:a16="http://schemas.microsoft.com/office/drawing/2014/main" id="{1B1A3A95-F190-490D-92D6-28BDF8F29D93}"/>
              </a:ext>
            </a:extLst>
          </p:cNvPr>
          <p:cNvSpPr>
            <a:spLocks xmlns:a="http://schemas.openxmlformats.org/drawingml/2006/main" noGrp="1"/>
          </p:cNvSpPr>
          <p:nvPr/>
        </p:nvSpPr>
        <p:spPr>
          <a:xfrm xmlns:a="http://schemas.openxmlformats.org/drawingml/2006/main">
            <a:off x="2276475" y="2085975"/>
            <a:ext cx="953" cy="2667000"/>
          </a:xfrm>
          <a:custGeom xmlns:a="http://schemas.openxmlformats.org/drawingml/2006/main">
            <a:pathLst>
              <a:path w="953" h="2667000">
                <a:moveTo>
                  <a:pt x="0" y="0"/>
                </a:moveTo>
                <a:lnTo>
                  <a:pt x="0" y="2667000"/>
                </a:lnTo>
              </a:path>
            </a:pathLst>
          </a:custGeom>
          <a:noFill xmlns:a="http://schemas.openxmlformats.org/drawingml/2006/main"/>
          <a:ln xmlns:a="http://schemas.openxmlformats.org/drawingml/2006/main" w="7620">
            <a:solidFill>
              <a:srgbClr val="FFFFFF"/>
            </a:solidFill>
            <a:prstDash val="solid"/>
          </a:ln>
        </p:spPr>
      </p:sp>
      <p:sp>
        <p:nvSpPr>
          <p:cNvPr id="74" name="path-787">
            <a:extLst xmlns:a="http://schemas.openxmlformats.org/drawingml/2006/main">
              <a:ext uri="{FF2B5EF4-FFF2-40B4-BE49-F238E27FC236}">
                <a16:creationId xmlns:a16="http://schemas.microsoft.com/office/drawing/2014/main" id="{6D22E0F4-855D-4F4F-8DF3-6AAD22BF2D34}"/>
              </a:ext>
            </a:extLst>
          </p:cNvPr>
          <p:cNvSpPr>
            <a:spLocks xmlns:a="http://schemas.openxmlformats.org/drawingml/2006/main" noGrp="1"/>
          </p:cNvSpPr>
          <p:nvPr/>
        </p:nvSpPr>
        <p:spPr>
          <a:xfrm xmlns:a="http://schemas.openxmlformats.org/drawingml/2006/main">
            <a:off x="2609850" y="2085975"/>
            <a:ext cx="953" cy="2667000"/>
          </a:xfrm>
          <a:custGeom xmlns:a="http://schemas.openxmlformats.org/drawingml/2006/main">
            <a:pathLst>
              <a:path w="953" h="2667000">
                <a:moveTo>
                  <a:pt x="0" y="0"/>
                </a:moveTo>
                <a:lnTo>
                  <a:pt x="0" y="2667000"/>
                </a:lnTo>
              </a:path>
            </a:pathLst>
          </a:custGeom>
          <a:noFill xmlns:a="http://schemas.openxmlformats.org/drawingml/2006/main"/>
          <a:ln xmlns:a="http://schemas.openxmlformats.org/drawingml/2006/main" w="7620">
            <a:solidFill>
              <a:srgbClr val="FFFFFF"/>
            </a:solidFill>
            <a:prstDash val="solid"/>
          </a:ln>
        </p:spPr>
      </p:sp>
      <p:sp>
        <p:nvSpPr>
          <p:cNvPr id="75" name="path-788">
            <a:extLst xmlns:a="http://schemas.openxmlformats.org/drawingml/2006/main">
              <a:ext uri="{FF2B5EF4-FFF2-40B4-BE49-F238E27FC236}">
                <a16:creationId xmlns:a16="http://schemas.microsoft.com/office/drawing/2014/main" id="{0F8702ED-11FE-49AE-AB6F-CEE91009C54B}"/>
              </a:ext>
            </a:extLst>
          </p:cNvPr>
          <p:cNvSpPr>
            <a:spLocks xmlns:a="http://schemas.openxmlformats.org/drawingml/2006/main" noGrp="1"/>
          </p:cNvSpPr>
          <p:nvPr/>
        </p:nvSpPr>
        <p:spPr>
          <a:xfrm xmlns:a="http://schemas.openxmlformats.org/drawingml/2006/main">
            <a:off x="2943225" y="2085975"/>
            <a:ext cx="953" cy="2667000"/>
          </a:xfrm>
          <a:custGeom xmlns:a="http://schemas.openxmlformats.org/drawingml/2006/main">
            <a:pathLst>
              <a:path w="953" h="2667000">
                <a:moveTo>
                  <a:pt x="0" y="0"/>
                </a:moveTo>
                <a:lnTo>
                  <a:pt x="0" y="2667000"/>
                </a:lnTo>
              </a:path>
            </a:pathLst>
          </a:custGeom>
          <a:noFill xmlns:a="http://schemas.openxmlformats.org/drawingml/2006/main"/>
          <a:ln xmlns:a="http://schemas.openxmlformats.org/drawingml/2006/main" w="7620">
            <a:solidFill>
              <a:srgbClr val="FFFFFF"/>
            </a:solidFill>
            <a:prstDash val="solid"/>
          </a:ln>
        </p:spPr>
      </p:sp>
      <p:sp>
        <p:nvSpPr>
          <p:cNvPr id="76" name="path-789">
            <a:extLst xmlns:a="http://schemas.openxmlformats.org/drawingml/2006/main">
              <a:ext uri="{FF2B5EF4-FFF2-40B4-BE49-F238E27FC236}">
                <a16:creationId xmlns:a16="http://schemas.microsoft.com/office/drawing/2014/main" id="{D7FFA72E-C949-4DA5-A289-CC35CF74A0F9}"/>
              </a:ext>
            </a:extLst>
          </p:cNvPr>
          <p:cNvSpPr>
            <a:spLocks xmlns:a="http://schemas.openxmlformats.org/drawingml/2006/main" noGrp="1"/>
          </p:cNvSpPr>
          <p:nvPr/>
        </p:nvSpPr>
        <p:spPr>
          <a:xfrm xmlns:a="http://schemas.openxmlformats.org/drawingml/2006/main">
            <a:off x="609600" y="2419350"/>
            <a:ext cx="2667000" cy="953"/>
          </a:xfrm>
          <a:custGeom xmlns:a="http://schemas.openxmlformats.org/drawingml/2006/main">
            <a:pathLst>
              <a:path w="2667000" h="953">
                <a:moveTo>
                  <a:pt x="0" y="0"/>
                </a:moveTo>
                <a:lnTo>
                  <a:pt x="2667000" y="0"/>
                </a:lnTo>
              </a:path>
            </a:pathLst>
          </a:custGeom>
          <a:noFill xmlns:a="http://schemas.openxmlformats.org/drawingml/2006/main"/>
          <a:ln xmlns:a="http://schemas.openxmlformats.org/drawingml/2006/main" w="7620">
            <a:solidFill>
              <a:srgbClr val="FFFFFF"/>
            </a:solidFill>
            <a:prstDash val="solid"/>
          </a:ln>
        </p:spPr>
      </p:sp>
      <p:sp>
        <p:nvSpPr>
          <p:cNvPr id="77" name="path-790">
            <a:extLst xmlns:a="http://schemas.openxmlformats.org/drawingml/2006/main">
              <a:ext uri="{FF2B5EF4-FFF2-40B4-BE49-F238E27FC236}">
                <a16:creationId xmlns:a16="http://schemas.microsoft.com/office/drawing/2014/main" id="{919C3878-B056-45B3-8424-CE2AD727D173}"/>
              </a:ext>
            </a:extLst>
          </p:cNvPr>
          <p:cNvSpPr>
            <a:spLocks xmlns:a="http://schemas.openxmlformats.org/drawingml/2006/main" noGrp="1"/>
          </p:cNvSpPr>
          <p:nvPr/>
        </p:nvSpPr>
        <p:spPr>
          <a:xfrm xmlns:a="http://schemas.openxmlformats.org/drawingml/2006/main">
            <a:off x="609600" y="2752725"/>
            <a:ext cx="2667000" cy="953"/>
          </a:xfrm>
          <a:custGeom xmlns:a="http://schemas.openxmlformats.org/drawingml/2006/main">
            <a:pathLst>
              <a:path w="2667000" h="953">
                <a:moveTo>
                  <a:pt x="0" y="0"/>
                </a:moveTo>
                <a:lnTo>
                  <a:pt x="2667000" y="0"/>
                </a:lnTo>
              </a:path>
            </a:pathLst>
          </a:custGeom>
          <a:noFill xmlns:a="http://schemas.openxmlformats.org/drawingml/2006/main"/>
          <a:ln xmlns:a="http://schemas.openxmlformats.org/drawingml/2006/main" w="7620">
            <a:solidFill>
              <a:srgbClr val="FFFFFF"/>
            </a:solidFill>
            <a:prstDash val="solid"/>
          </a:ln>
        </p:spPr>
      </p:sp>
      <p:sp>
        <p:nvSpPr>
          <p:cNvPr id="78" name="path-791">
            <a:extLst xmlns:a="http://schemas.openxmlformats.org/drawingml/2006/main">
              <a:ext uri="{FF2B5EF4-FFF2-40B4-BE49-F238E27FC236}">
                <a16:creationId xmlns:a16="http://schemas.microsoft.com/office/drawing/2014/main" id="{7B5B0C38-96EE-49C3-8738-4401C6C2D4CB}"/>
              </a:ext>
            </a:extLst>
          </p:cNvPr>
          <p:cNvSpPr>
            <a:spLocks xmlns:a="http://schemas.openxmlformats.org/drawingml/2006/main" noGrp="1"/>
          </p:cNvSpPr>
          <p:nvPr/>
        </p:nvSpPr>
        <p:spPr>
          <a:xfrm xmlns:a="http://schemas.openxmlformats.org/drawingml/2006/main">
            <a:off x="609600" y="3086100"/>
            <a:ext cx="2667000" cy="953"/>
          </a:xfrm>
          <a:custGeom xmlns:a="http://schemas.openxmlformats.org/drawingml/2006/main">
            <a:pathLst>
              <a:path w="2667000" h="953">
                <a:moveTo>
                  <a:pt x="0" y="0"/>
                </a:moveTo>
                <a:lnTo>
                  <a:pt x="2667000" y="0"/>
                </a:lnTo>
              </a:path>
            </a:pathLst>
          </a:custGeom>
          <a:noFill xmlns:a="http://schemas.openxmlformats.org/drawingml/2006/main"/>
          <a:ln xmlns:a="http://schemas.openxmlformats.org/drawingml/2006/main" w="7620">
            <a:solidFill>
              <a:srgbClr val="FFFFFF"/>
            </a:solidFill>
            <a:prstDash val="solid"/>
          </a:ln>
        </p:spPr>
      </p:sp>
      <p:sp>
        <p:nvSpPr>
          <p:cNvPr id="79" name="path-792">
            <a:extLst xmlns:a="http://schemas.openxmlformats.org/drawingml/2006/main">
              <a:ext uri="{FF2B5EF4-FFF2-40B4-BE49-F238E27FC236}">
                <a16:creationId xmlns:a16="http://schemas.microsoft.com/office/drawing/2014/main" id="{0F63D1C0-2B87-4F59-96FC-A6AF2E1277B0}"/>
              </a:ext>
            </a:extLst>
          </p:cNvPr>
          <p:cNvSpPr>
            <a:spLocks xmlns:a="http://schemas.openxmlformats.org/drawingml/2006/main" noGrp="1"/>
          </p:cNvSpPr>
          <p:nvPr/>
        </p:nvSpPr>
        <p:spPr>
          <a:xfrm xmlns:a="http://schemas.openxmlformats.org/drawingml/2006/main">
            <a:off x="609600" y="3419475"/>
            <a:ext cx="2667000" cy="953"/>
          </a:xfrm>
          <a:custGeom xmlns:a="http://schemas.openxmlformats.org/drawingml/2006/main">
            <a:pathLst>
              <a:path w="2667000" h="953">
                <a:moveTo>
                  <a:pt x="0" y="0"/>
                </a:moveTo>
                <a:lnTo>
                  <a:pt x="2667000" y="0"/>
                </a:lnTo>
              </a:path>
            </a:pathLst>
          </a:custGeom>
          <a:noFill xmlns:a="http://schemas.openxmlformats.org/drawingml/2006/main"/>
          <a:ln xmlns:a="http://schemas.openxmlformats.org/drawingml/2006/main" w="7620">
            <a:solidFill>
              <a:srgbClr val="FFFFFF"/>
            </a:solidFill>
            <a:prstDash val="solid"/>
          </a:ln>
        </p:spPr>
      </p:sp>
      <p:sp>
        <p:nvSpPr>
          <p:cNvPr id="80" name="path-793">
            <a:extLst xmlns:a="http://schemas.openxmlformats.org/drawingml/2006/main">
              <a:ext uri="{FF2B5EF4-FFF2-40B4-BE49-F238E27FC236}">
                <a16:creationId xmlns:a16="http://schemas.microsoft.com/office/drawing/2014/main" id="{83D34D71-BCE9-42E1-85B2-BC98D2E148DA}"/>
              </a:ext>
            </a:extLst>
          </p:cNvPr>
          <p:cNvSpPr>
            <a:spLocks xmlns:a="http://schemas.openxmlformats.org/drawingml/2006/main" noGrp="1"/>
          </p:cNvSpPr>
          <p:nvPr/>
        </p:nvSpPr>
        <p:spPr>
          <a:xfrm xmlns:a="http://schemas.openxmlformats.org/drawingml/2006/main">
            <a:off x="609600" y="3752850"/>
            <a:ext cx="2667000" cy="953"/>
          </a:xfrm>
          <a:custGeom xmlns:a="http://schemas.openxmlformats.org/drawingml/2006/main">
            <a:pathLst>
              <a:path w="2667000" h="953">
                <a:moveTo>
                  <a:pt x="0" y="0"/>
                </a:moveTo>
                <a:lnTo>
                  <a:pt x="2667000" y="0"/>
                </a:lnTo>
              </a:path>
            </a:pathLst>
          </a:custGeom>
          <a:noFill xmlns:a="http://schemas.openxmlformats.org/drawingml/2006/main"/>
          <a:ln xmlns:a="http://schemas.openxmlformats.org/drawingml/2006/main" w="7620">
            <a:solidFill>
              <a:srgbClr val="FFFFFF"/>
            </a:solidFill>
            <a:prstDash val="solid"/>
          </a:ln>
        </p:spPr>
      </p:sp>
      <p:sp>
        <p:nvSpPr>
          <p:cNvPr id="81" name="path-794">
            <a:extLst xmlns:a="http://schemas.openxmlformats.org/drawingml/2006/main">
              <a:ext uri="{FF2B5EF4-FFF2-40B4-BE49-F238E27FC236}">
                <a16:creationId xmlns:a16="http://schemas.microsoft.com/office/drawing/2014/main" id="{22D0DD37-8C7A-4325-ABF2-54AC877D7E0A}"/>
              </a:ext>
            </a:extLst>
          </p:cNvPr>
          <p:cNvSpPr>
            <a:spLocks xmlns:a="http://schemas.openxmlformats.org/drawingml/2006/main" noGrp="1"/>
          </p:cNvSpPr>
          <p:nvPr/>
        </p:nvSpPr>
        <p:spPr>
          <a:xfrm xmlns:a="http://schemas.openxmlformats.org/drawingml/2006/main">
            <a:off x="609600" y="4086225"/>
            <a:ext cx="2667000" cy="953"/>
          </a:xfrm>
          <a:custGeom xmlns:a="http://schemas.openxmlformats.org/drawingml/2006/main">
            <a:pathLst>
              <a:path w="2667000" h="953">
                <a:moveTo>
                  <a:pt x="0" y="0"/>
                </a:moveTo>
                <a:lnTo>
                  <a:pt x="2667000" y="0"/>
                </a:lnTo>
              </a:path>
            </a:pathLst>
          </a:custGeom>
          <a:noFill xmlns:a="http://schemas.openxmlformats.org/drawingml/2006/main"/>
          <a:ln xmlns:a="http://schemas.openxmlformats.org/drawingml/2006/main" w="7620">
            <a:solidFill>
              <a:srgbClr val="FFFFFF"/>
            </a:solidFill>
            <a:prstDash val="solid"/>
          </a:ln>
        </p:spPr>
      </p:sp>
      <p:sp>
        <p:nvSpPr>
          <p:cNvPr id="82" name="path-795">
            <a:extLst xmlns:a="http://schemas.openxmlformats.org/drawingml/2006/main">
              <a:ext uri="{FF2B5EF4-FFF2-40B4-BE49-F238E27FC236}">
                <a16:creationId xmlns:a16="http://schemas.microsoft.com/office/drawing/2014/main" id="{5A593768-2740-470C-AF48-5F79E71AE11B}"/>
              </a:ext>
            </a:extLst>
          </p:cNvPr>
          <p:cNvSpPr>
            <a:spLocks xmlns:a="http://schemas.openxmlformats.org/drawingml/2006/main" noGrp="1"/>
          </p:cNvSpPr>
          <p:nvPr/>
        </p:nvSpPr>
        <p:spPr>
          <a:xfrm xmlns:a="http://schemas.openxmlformats.org/drawingml/2006/main">
            <a:off x="609600" y="4419600"/>
            <a:ext cx="2667000" cy="953"/>
          </a:xfrm>
          <a:custGeom xmlns:a="http://schemas.openxmlformats.org/drawingml/2006/main">
            <a:pathLst>
              <a:path w="2667000" h="953">
                <a:moveTo>
                  <a:pt x="0" y="0"/>
                </a:moveTo>
                <a:lnTo>
                  <a:pt x="2667000" y="0"/>
                </a:lnTo>
              </a:path>
            </a:pathLst>
          </a:custGeom>
          <a:noFill xmlns:a="http://schemas.openxmlformats.org/drawingml/2006/main"/>
          <a:ln xmlns:a="http://schemas.openxmlformats.org/drawingml/2006/main" w="7620">
            <a:solidFill>
              <a:srgbClr val="FFFFFF"/>
            </a:solidFill>
            <a:prstDash val="solid"/>
          </a:ln>
        </p:spPr>
      </p:sp>
      <p:sp>
        <p:nvSpPr>
          <p:cNvPr id="83" name="label-796">
            <a:extLst xmlns:a="http://schemas.openxmlformats.org/drawingml/2006/main">
              <a:ext uri="{FF2B5EF4-FFF2-40B4-BE49-F238E27FC236}">
                <a16:creationId xmlns:a16="http://schemas.microsoft.com/office/drawing/2014/main" id="{614F20A9-6EB6-454E-8F66-46A955896A8D}"/>
              </a:ext>
            </a:extLst>
          </p:cNvPr>
          <p:cNvSpPr>
            <a:spLocks xmlns:a="http://schemas.openxmlformats.org/drawingml/2006/main" noGrp="1"/>
          </p:cNvSpPr>
          <p:nvPr/>
        </p:nvSpPr>
        <p:spPr>
          <a:xfrm xmlns:a="http://schemas.openxmlformats.org/drawingml/2006/main">
            <a:off x="647700" y="489585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C86A1B"/>
                </a:solidFill>
                <a:latin typeface="DejaVu Sans"/>
                <a:ea typeface="DejaVu Sans"/>
                <a:cs typeface="DejaVu Sans"/>
              </a:defRPr>
            </a:defPPr>
            <a:lvl1pPr algn="l">
              <a:defRPr sz="1875" b="1">
                <a:solidFill>
                  <a:srgbClr val="C86A1B"/>
                </a:solidFill>
                <a:latin typeface="DejaVu Sans"/>
                <a:ea typeface="DejaVu Sans"/>
                <a:cs typeface="DejaVu Sans"/>
              </a:defRPr>
            </a:lvl1pPr>
            <a:lvl2pPr algn="l">
              <a:defRPr sz="1875" b="1">
                <a:solidFill>
                  <a:srgbClr val="C86A1B"/>
                </a:solidFill>
                <a:latin typeface="DejaVu Sans"/>
                <a:ea typeface="DejaVu Sans"/>
                <a:cs typeface="DejaVu Sans"/>
              </a:defRPr>
            </a:lvl2pPr>
            <a:lvl3pPr algn="l">
              <a:defRPr sz="1875" b="1">
                <a:solidFill>
                  <a:srgbClr val="C86A1B"/>
                </a:solidFill>
                <a:latin typeface="DejaVu Sans"/>
                <a:ea typeface="DejaVu Sans"/>
                <a:cs typeface="DejaVu Sans"/>
              </a:defRPr>
            </a:lvl3pPr>
            <a:lvl4pPr algn="l">
              <a:defRPr sz="1875" b="1">
                <a:solidFill>
                  <a:srgbClr val="C86A1B"/>
                </a:solidFill>
                <a:latin typeface="DejaVu Sans"/>
                <a:ea typeface="DejaVu Sans"/>
                <a:cs typeface="DejaVu Sans"/>
              </a:defRPr>
            </a:lvl4pPr>
            <a:lvl5pPr algn="l">
              <a:defRPr sz="1875" b="1">
                <a:solidFill>
                  <a:srgbClr val="C86A1B"/>
                </a:solidFill>
                <a:latin typeface="DejaVu Sans"/>
                <a:ea typeface="DejaVu Sans"/>
                <a:cs typeface="DejaVu Sans"/>
              </a:defRPr>
            </a:lvl5pPr>
            <a:lvl6pPr algn="l">
              <a:defRPr sz="1875" b="1">
                <a:solidFill>
                  <a:srgbClr val="C86A1B"/>
                </a:solidFill>
                <a:latin typeface="DejaVu Sans"/>
                <a:ea typeface="DejaVu Sans"/>
                <a:cs typeface="DejaVu Sans"/>
              </a:defRPr>
            </a:lvl6pPr>
            <a:lvl7pPr algn="l">
              <a:defRPr sz="1875" b="1">
                <a:solidFill>
                  <a:srgbClr val="C86A1B"/>
                </a:solidFill>
                <a:latin typeface="DejaVu Sans"/>
                <a:ea typeface="DejaVu Sans"/>
                <a:cs typeface="DejaVu Sans"/>
              </a:defRPr>
            </a:lvl7pPr>
            <a:lvl8pPr algn="l">
              <a:defRPr sz="1875" b="1">
                <a:solidFill>
                  <a:srgbClr val="C86A1B"/>
                </a:solidFill>
                <a:latin typeface="DejaVu Sans"/>
                <a:ea typeface="DejaVu Sans"/>
                <a:cs typeface="DejaVu Sans"/>
              </a:defRPr>
            </a:lvl8pPr>
            <a:lvl9pPr algn="l">
              <a:defRPr sz="1875" b="1">
                <a:solidFill>
                  <a:srgbClr val="C86A1B"/>
                </a:solidFill>
                <a:latin typeface="DejaVu Sans"/>
                <a:ea typeface="DejaVu Sans"/>
                <a:cs typeface="DejaVu Sans"/>
              </a:defRPr>
            </a:lvl9pPr>
          </a:lstStyle>
          <a:p xmlns:a="http://schemas.openxmlformats.org/drawingml/2006/main">
            <a:pPr algn="l">
              <a:defRPr sz="1875" b="1">
                <a:solidFill>
                  <a:srgbClr val="C86A1B"/>
                </a:solidFill>
                <a:latin typeface="DejaVu Sans"/>
                <a:ea typeface="DejaVu Sans"/>
                <a:cs typeface="DejaVu Sans"/>
              </a:defRPr>
            </a:pPr>
            <a:r>
              <a:rPr sz="1875" b="1">
                <a:solidFill>
                  <a:srgbClr val="C86A1B"/>
                </a:solidFill>
                <a:latin typeface="DejaVu Sans"/>
                <a:ea typeface="DejaVu Sans"/>
                <a:cs typeface="DejaVu Sans"/>
              </a:rPr>
              <a:t>G = 0.2</a:t>
            </a:r>
          </a:p>
        </p:txBody>
      </p:sp>
      <p:sp>
        <p:nvSpPr>
          <p:cNvPr id="84" name="label-797">
            <a:extLst xmlns:a="http://schemas.openxmlformats.org/drawingml/2006/main">
              <a:ext uri="{FF2B5EF4-FFF2-40B4-BE49-F238E27FC236}">
                <a16:creationId xmlns:a16="http://schemas.microsoft.com/office/drawing/2014/main" id="{C1E4B628-C5AC-420B-A943-69A99E59B9A1}"/>
              </a:ext>
            </a:extLst>
          </p:cNvPr>
          <p:cNvSpPr>
            <a:spLocks xmlns:a="http://schemas.openxmlformats.org/drawingml/2006/main" noGrp="1"/>
          </p:cNvSpPr>
          <p:nvPr/>
        </p:nvSpPr>
        <p:spPr>
          <a:xfrm xmlns:a="http://schemas.openxmlformats.org/drawingml/2006/main">
            <a:off x="2076450" y="4895850"/>
            <a:ext cx="13811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74D1"/>
                </a:solidFill>
                <a:latin typeface="DejaVu Sans"/>
                <a:ea typeface="DejaVu Sans"/>
                <a:cs typeface="DejaVu Sans"/>
              </a:defRPr>
            </a:defPPr>
            <a:lvl1pPr algn="l">
              <a:defRPr sz="1875" b="1">
                <a:solidFill>
                  <a:srgbClr val="1674D1"/>
                </a:solidFill>
                <a:latin typeface="DejaVu Sans"/>
                <a:ea typeface="DejaVu Sans"/>
                <a:cs typeface="DejaVu Sans"/>
              </a:defRPr>
            </a:lvl1pPr>
            <a:lvl2pPr algn="l">
              <a:defRPr sz="1875" b="1">
                <a:solidFill>
                  <a:srgbClr val="1674D1"/>
                </a:solidFill>
                <a:latin typeface="DejaVu Sans"/>
                <a:ea typeface="DejaVu Sans"/>
                <a:cs typeface="DejaVu Sans"/>
              </a:defRPr>
            </a:lvl2pPr>
            <a:lvl3pPr algn="l">
              <a:defRPr sz="1875" b="1">
                <a:solidFill>
                  <a:srgbClr val="1674D1"/>
                </a:solidFill>
                <a:latin typeface="DejaVu Sans"/>
                <a:ea typeface="DejaVu Sans"/>
                <a:cs typeface="DejaVu Sans"/>
              </a:defRPr>
            </a:lvl3pPr>
            <a:lvl4pPr algn="l">
              <a:defRPr sz="1875" b="1">
                <a:solidFill>
                  <a:srgbClr val="1674D1"/>
                </a:solidFill>
                <a:latin typeface="DejaVu Sans"/>
                <a:ea typeface="DejaVu Sans"/>
                <a:cs typeface="DejaVu Sans"/>
              </a:defRPr>
            </a:lvl4pPr>
            <a:lvl5pPr algn="l">
              <a:defRPr sz="1875" b="1">
                <a:solidFill>
                  <a:srgbClr val="1674D1"/>
                </a:solidFill>
                <a:latin typeface="DejaVu Sans"/>
                <a:ea typeface="DejaVu Sans"/>
                <a:cs typeface="DejaVu Sans"/>
              </a:defRPr>
            </a:lvl5pPr>
            <a:lvl6pPr algn="l">
              <a:defRPr sz="1875" b="1">
                <a:solidFill>
                  <a:srgbClr val="1674D1"/>
                </a:solidFill>
                <a:latin typeface="DejaVu Sans"/>
                <a:ea typeface="DejaVu Sans"/>
                <a:cs typeface="DejaVu Sans"/>
              </a:defRPr>
            </a:lvl6pPr>
            <a:lvl7pPr algn="l">
              <a:defRPr sz="1875" b="1">
                <a:solidFill>
                  <a:srgbClr val="1674D1"/>
                </a:solidFill>
                <a:latin typeface="DejaVu Sans"/>
                <a:ea typeface="DejaVu Sans"/>
                <a:cs typeface="DejaVu Sans"/>
              </a:defRPr>
            </a:lvl7pPr>
            <a:lvl8pPr algn="l">
              <a:defRPr sz="1875" b="1">
                <a:solidFill>
                  <a:srgbClr val="1674D1"/>
                </a:solidFill>
                <a:latin typeface="DejaVu Sans"/>
                <a:ea typeface="DejaVu Sans"/>
                <a:cs typeface="DejaVu Sans"/>
              </a:defRPr>
            </a:lvl8pPr>
            <a:lvl9pPr algn="l">
              <a:defRPr sz="1875" b="1">
                <a:solidFill>
                  <a:srgbClr val="1674D1"/>
                </a:solidFill>
                <a:latin typeface="DejaVu Sans"/>
                <a:ea typeface="DejaVu Sans"/>
                <a:cs typeface="DejaVu Sans"/>
              </a:defRPr>
            </a:lvl9pPr>
          </a:lstStyle>
          <a:p xmlns:a="http://schemas.openxmlformats.org/drawingml/2006/main">
            <a:pPr algn="l">
              <a:defRPr sz="1875" b="1">
                <a:solidFill>
                  <a:srgbClr val="1674D1"/>
                </a:solidFill>
                <a:latin typeface="DejaVu Sans"/>
                <a:ea typeface="DejaVu Sans"/>
                <a:cs typeface="DejaVu Sans"/>
              </a:defRPr>
            </a:pPr>
            <a:r>
              <a:rPr sz="1875" b="1">
                <a:solidFill>
                  <a:srgbClr val="1674D1"/>
                </a:solidFill>
                <a:latin typeface="DejaVu Sans"/>
                <a:ea typeface="DejaVu Sans"/>
                <a:cs typeface="DejaVu Sans"/>
              </a:rPr>
              <a:t>G = 0.8</a:t>
            </a:r>
          </a:p>
        </p:txBody>
      </p:sp>
      <p:sp>
        <p:nvSpPr>
          <p:cNvPr id="85" name="label-798">
            <a:extLst xmlns:a="http://schemas.openxmlformats.org/drawingml/2006/main">
              <a:ext uri="{FF2B5EF4-FFF2-40B4-BE49-F238E27FC236}">
                <a16:creationId xmlns:a16="http://schemas.microsoft.com/office/drawing/2014/main" id="{CC82F102-B16A-4119-8DAC-C17FB73DEAA7}"/>
              </a:ext>
            </a:extLst>
          </p:cNvPr>
          <p:cNvSpPr>
            <a:spLocks xmlns:a="http://schemas.openxmlformats.org/drawingml/2006/main" noGrp="1"/>
          </p:cNvSpPr>
          <p:nvPr/>
        </p:nvSpPr>
        <p:spPr>
          <a:xfrm xmlns:a="http://schemas.openxmlformats.org/drawingml/2006/main">
            <a:off x="609600" y="5362575"/>
            <a:ext cx="31623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8677C"/>
                </a:solidFill>
                <a:latin typeface="DejaVu Sans"/>
                <a:ea typeface="DejaVu Sans"/>
                <a:cs typeface="DejaVu Sans"/>
              </a:defRPr>
            </a:defPPr>
            <a:lvl1pPr algn="l">
              <a:defRPr sz="1650" b="0">
                <a:solidFill>
                  <a:srgbClr val="58677C"/>
                </a:solidFill>
                <a:latin typeface="DejaVu Sans"/>
                <a:ea typeface="DejaVu Sans"/>
                <a:cs typeface="DejaVu Sans"/>
              </a:defRPr>
            </a:lvl1pPr>
            <a:lvl2pPr algn="l">
              <a:defRPr sz="1650" b="0">
                <a:solidFill>
                  <a:srgbClr val="58677C"/>
                </a:solidFill>
                <a:latin typeface="DejaVu Sans"/>
                <a:ea typeface="DejaVu Sans"/>
                <a:cs typeface="DejaVu Sans"/>
              </a:defRPr>
            </a:lvl2pPr>
            <a:lvl3pPr algn="l">
              <a:defRPr sz="1650" b="0">
                <a:solidFill>
                  <a:srgbClr val="58677C"/>
                </a:solidFill>
                <a:latin typeface="DejaVu Sans"/>
                <a:ea typeface="DejaVu Sans"/>
                <a:cs typeface="DejaVu Sans"/>
              </a:defRPr>
            </a:lvl3pPr>
            <a:lvl4pPr algn="l">
              <a:defRPr sz="1650" b="0">
                <a:solidFill>
                  <a:srgbClr val="58677C"/>
                </a:solidFill>
                <a:latin typeface="DejaVu Sans"/>
                <a:ea typeface="DejaVu Sans"/>
                <a:cs typeface="DejaVu Sans"/>
              </a:defRPr>
            </a:lvl4pPr>
            <a:lvl5pPr algn="l">
              <a:defRPr sz="1650" b="0">
                <a:solidFill>
                  <a:srgbClr val="58677C"/>
                </a:solidFill>
                <a:latin typeface="DejaVu Sans"/>
                <a:ea typeface="DejaVu Sans"/>
                <a:cs typeface="DejaVu Sans"/>
              </a:defRPr>
            </a:lvl5pPr>
            <a:lvl6pPr algn="l">
              <a:defRPr sz="1650" b="0">
                <a:solidFill>
                  <a:srgbClr val="58677C"/>
                </a:solidFill>
                <a:latin typeface="DejaVu Sans"/>
                <a:ea typeface="DejaVu Sans"/>
                <a:cs typeface="DejaVu Sans"/>
              </a:defRPr>
            </a:lvl6pPr>
            <a:lvl7pPr algn="l">
              <a:defRPr sz="1650" b="0">
                <a:solidFill>
                  <a:srgbClr val="58677C"/>
                </a:solidFill>
                <a:latin typeface="DejaVu Sans"/>
                <a:ea typeface="DejaVu Sans"/>
                <a:cs typeface="DejaVu Sans"/>
              </a:defRPr>
            </a:lvl7pPr>
            <a:lvl8pPr algn="l">
              <a:defRPr sz="1650" b="0">
                <a:solidFill>
                  <a:srgbClr val="58677C"/>
                </a:solidFill>
                <a:latin typeface="DejaVu Sans"/>
                <a:ea typeface="DejaVu Sans"/>
                <a:cs typeface="DejaVu Sans"/>
              </a:defRPr>
            </a:lvl8pPr>
            <a:lvl9pPr algn="l">
              <a:defRPr sz="1650" b="0">
                <a:solidFill>
                  <a:srgbClr val="58677C"/>
                </a:solidFill>
                <a:latin typeface="DejaVu Sans"/>
                <a:ea typeface="DejaVu Sans"/>
                <a:cs typeface="DejaVu Sans"/>
              </a:defRPr>
            </a:lvl9pPr>
          </a:lstStyle>
          <a:p xmlns:a="http://schemas.openxmlformats.org/drawingml/2006/main">
            <a:pPr algn="l">
              <a:defRPr sz="1650" b="0">
                <a:solidFill>
                  <a:srgbClr val="58677C"/>
                </a:solidFill>
                <a:latin typeface="DejaVu Sans"/>
                <a:ea typeface="DejaVu Sans"/>
                <a:cs typeface="DejaVu Sans"/>
              </a:defRPr>
            </a:pPr>
            <a:r>
              <a:rPr sz="1650" b="0">
                <a:solidFill>
                  <a:srgbClr val="58677C"/>
                </a:solidFill>
                <a:latin typeface="DejaVu Sans"/>
                <a:ea typeface="DejaVu Sans"/>
                <a:cs typeface="DejaVu Sans"/>
              </a:rPr>
              <a:t>Illustrative gate map</a:t>
            </a:r>
          </a:p>
        </p:txBody>
      </p:sp>
      <p:sp>
        <p:nvSpPr>
          <p:cNvPr id="86" name="shape-799">
            <a:extLst xmlns:a="http://schemas.openxmlformats.org/drawingml/2006/main">
              <a:ext uri="{FF2B5EF4-FFF2-40B4-BE49-F238E27FC236}">
                <a16:creationId xmlns:a16="http://schemas.microsoft.com/office/drawing/2014/main" id="{7689B867-4FC0-471A-87C2-2CC879E54316}"/>
              </a:ext>
            </a:extLst>
          </p:cNvPr>
          <p:cNvSpPr>
            <a:spLocks xmlns:a="http://schemas.openxmlformats.org/drawingml/2006/main" noGrp="1"/>
          </p:cNvSpPr>
          <p:nvPr/>
        </p:nvSpPr>
        <p:spPr>
          <a:xfrm xmlns:a="http://schemas.openxmlformats.org/drawingml/2006/main" rot="0">
            <a:off x="4114800" y="1857375"/>
            <a:ext cx="1162050" cy="762000"/>
          </a:xfrm>
          <a:prstGeom xmlns:a="http://schemas.openxmlformats.org/drawingml/2006/main" prst="rect">
            <a:avLst/>
          </a:prstGeom>
          <a:solidFill xmlns:a="http://schemas.openxmlformats.org/drawingml/2006/main">
            <a:srgbClr val="DFEDFC"/>
          </a:solidFill>
          <a:ln xmlns:a="http://schemas.openxmlformats.org/drawingml/2006/main" w="15240">
            <a:solidFill>
              <a:srgbClr val="1674D1"/>
            </a:solidFill>
            <a:prstDash val="solid"/>
          </a:ln>
        </p:spPr>
      </p:sp>
      <p:sp>
        <p:nvSpPr>
          <p:cNvPr id="87" name="label-800">
            <a:extLst xmlns:a="http://schemas.openxmlformats.org/drawingml/2006/main">
              <a:ext uri="{FF2B5EF4-FFF2-40B4-BE49-F238E27FC236}">
                <a16:creationId xmlns:a16="http://schemas.microsoft.com/office/drawing/2014/main" id="{CF1EF583-D202-4A62-9C34-54EED49DB6FE}"/>
              </a:ext>
            </a:extLst>
          </p:cNvPr>
          <p:cNvSpPr>
            <a:spLocks xmlns:a="http://schemas.openxmlformats.org/drawingml/2006/main" noGrp="1"/>
          </p:cNvSpPr>
          <p:nvPr/>
        </p:nvSpPr>
        <p:spPr>
          <a:xfrm xmlns:a="http://schemas.openxmlformats.org/drawingml/2006/main">
            <a:off x="4191000" y="1905000"/>
            <a:ext cx="1009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1674D1"/>
                </a:solidFill>
                <a:latin typeface="DejaVu Sans"/>
                <a:ea typeface="DejaVu Sans"/>
                <a:cs typeface="DejaVu Sans"/>
              </a:defRPr>
            </a:defPPr>
            <a:lvl1pPr algn="ctr">
              <a:defRPr sz="1800" b="1">
                <a:solidFill>
                  <a:srgbClr val="1674D1"/>
                </a:solidFill>
                <a:latin typeface="DejaVu Sans"/>
                <a:ea typeface="DejaVu Sans"/>
                <a:cs typeface="DejaVu Sans"/>
              </a:defRPr>
            </a:lvl1pPr>
            <a:lvl2pPr algn="ctr">
              <a:defRPr sz="1800" b="1">
                <a:solidFill>
                  <a:srgbClr val="1674D1"/>
                </a:solidFill>
                <a:latin typeface="DejaVu Sans"/>
                <a:ea typeface="DejaVu Sans"/>
                <a:cs typeface="DejaVu Sans"/>
              </a:defRPr>
            </a:lvl2pPr>
            <a:lvl3pPr algn="ctr">
              <a:defRPr sz="1800" b="1">
                <a:solidFill>
                  <a:srgbClr val="1674D1"/>
                </a:solidFill>
                <a:latin typeface="DejaVu Sans"/>
                <a:ea typeface="DejaVu Sans"/>
                <a:cs typeface="DejaVu Sans"/>
              </a:defRPr>
            </a:lvl3pPr>
            <a:lvl4pPr algn="ctr">
              <a:defRPr sz="1800" b="1">
                <a:solidFill>
                  <a:srgbClr val="1674D1"/>
                </a:solidFill>
                <a:latin typeface="DejaVu Sans"/>
                <a:ea typeface="DejaVu Sans"/>
                <a:cs typeface="DejaVu Sans"/>
              </a:defRPr>
            </a:lvl4pPr>
            <a:lvl5pPr algn="ctr">
              <a:defRPr sz="1800" b="1">
                <a:solidFill>
                  <a:srgbClr val="1674D1"/>
                </a:solidFill>
                <a:latin typeface="DejaVu Sans"/>
                <a:ea typeface="DejaVu Sans"/>
                <a:cs typeface="DejaVu Sans"/>
              </a:defRPr>
            </a:lvl5pPr>
            <a:lvl6pPr algn="ctr">
              <a:defRPr sz="1800" b="1">
                <a:solidFill>
                  <a:srgbClr val="1674D1"/>
                </a:solidFill>
                <a:latin typeface="DejaVu Sans"/>
                <a:ea typeface="DejaVu Sans"/>
                <a:cs typeface="DejaVu Sans"/>
              </a:defRPr>
            </a:lvl6pPr>
            <a:lvl7pPr algn="ctr">
              <a:defRPr sz="1800" b="1">
                <a:solidFill>
                  <a:srgbClr val="1674D1"/>
                </a:solidFill>
                <a:latin typeface="DejaVu Sans"/>
                <a:ea typeface="DejaVu Sans"/>
                <a:cs typeface="DejaVu Sans"/>
              </a:defRPr>
            </a:lvl7pPr>
            <a:lvl8pPr algn="ctr">
              <a:defRPr sz="1800" b="1">
                <a:solidFill>
                  <a:srgbClr val="1674D1"/>
                </a:solidFill>
                <a:latin typeface="DejaVu Sans"/>
                <a:ea typeface="DejaVu Sans"/>
                <a:cs typeface="DejaVu Sans"/>
              </a:defRPr>
            </a:lvl8pPr>
            <a:lvl9pPr algn="ctr">
              <a:defRPr sz="1800" b="1">
                <a:solidFill>
                  <a:srgbClr val="1674D1"/>
                </a:solidFill>
                <a:latin typeface="DejaVu Sans"/>
                <a:ea typeface="DejaVu Sans"/>
                <a:cs typeface="DejaVu Sans"/>
              </a:defRPr>
            </a:lvl9pPr>
          </a:lstStyle>
          <a:p xmlns:a="http://schemas.openxmlformats.org/drawingml/2006/main">
            <a:pPr algn="ctr">
              <a:defRPr sz="1800" b="1">
                <a:solidFill>
                  <a:srgbClr val="1674D1"/>
                </a:solidFill>
                <a:latin typeface="DejaVu Sans"/>
                <a:ea typeface="DejaVu Sans"/>
                <a:cs typeface="DejaVu Sans"/>
              </a:defRPr>
            </a:pPr>
            <a:r>
              <a:rPr sz="1800" b="1">
                <a:solidFill>
                  <a:srgbClr val="1674D1"/>
                </a:solidFill>
                <a:latin typeface="DejaVu Sans"/>
                <a:ea typeface="DejaVu Sans"/>
                <a:cs typeface="DejaVu Sans"/>
              </a:rPr>
              <a:t>U</a:t>
            </a:r>
          </a:p>
          <a:p xmlns:a="http://schemas.openxmlformats.org/drawingml/2006/main">
            <a:pPr algn="ctr">
              <a:defRPr sz="1800" b="1">
                <a:solidFill>
                  <a:srgbClr val="1674D1"/>
                </a:solidFill>
                <a:latin typeface="DejaVu Sans"/>
                <a:ea typeface="DejaVu Sans"/>
                <a:cs typeface="DejaVu Sans"/>
              </a:defRPr>
            </a:pPr>
            <a:r>
              <a:rPr sz="1800" b="1">
                <a:solidFill>
                  <a:srgbClr val="1674D1"/>
                </a:solidFill>
                <a:latin typeface="DejaVu Sans"/>
                <a:ea typeface="DejaVu Sans"/>
                <a:cs typeface="DejaVu Sans"/>
              </a:rPr>
              <a:t>128 ch</a:t>
            </a:r>
          </a:p>
        </p:txBody>
      </p:sp>
      <p:sp>
        <p:nvSpPr>
          <p:cNvPr id="88" name="shape-801">
            <a:extLst xmlns:a="http://schemas.openxmlformats.org/drawingml/2006/main">
              <a:ext uri="{FF2B5EF4-FFF2-40B4-BE49-F238E27FC236}">
                <a16:creationId xmlns:a16="http://schemas.microsoft.com/office/drawing/2014/main" id="{6C149D63-4B40-4A34-87D8-7D92E605195C}"/>
              </a:ext>
            </a:extLst>
          </p:cNvPr>
          <p:cNvSpPr>
            <a:spLocks xmlns:a="http://schemas.openxmlformats.org/drawingml/2006/main" noGrp="1"/>
          </p:cNvSpPr>
          <p:nvPr/>
        </p:nvSpPr>
        <p:spPr>
          <a:xfrm xmlns:a="http://schemas.openxmlformats.org/drawingml/2006/main" rot="0">
            <a:off x="4114800" y="3629025"/>
            <a:ext cx="1162050" cy="762000"/>
          </a:xfrm>
          <a:prstGeom xmlns:a="http://schemas.openxmlformats.org/drawingml/2006/main" prst="rect">
            <a:avLst/>
          </a:prstGeom>
          <a:solidFill xmlns:a="http://schemas.openxmlformats.org/drawingml/2006/main">
            <a:srgbClr val="FBE8D8"/>
          </a:solidFill>
          <a:ln xmlns:a="http://schemas.openxmlformats.org/drawingml/2006/main" w="15240">
            <a:solidFill>
              <a:srgbClr val="C86A1B"/>
            </a:solidFill>
            <a:prstDash val="solid"/>
          </a:ln>
        </p:spPr>
      </p:sp>
      <p:sp>
        <p:nvSpPr>
          <p:cNvPr id="89" name="label-802">
            <a:extLst xmlns:a="http://schemas.openxmlformats.org/drawingml/2006/main">
              <a:ext uri="{FF2B5EF4-FFF2-40B4-BE49-F238E27FC236}">
                <a16:creationId xmlns:a16="http://schemas.microsoft.com/office/drawing/2014/main" id="{644FA64A-59EC-47EE-8040-26CDF9D8688B}"/>
              </a:ext>
            </a:extLst>
          </p:cNvPr>
          <p:cNvSpPr>
            <a:spLocks xmlns:a="http://schemas.openxmlformats.org/drawingml/2006/main" noGrp="1"/>
          </p:cNvSpPr>
          <p:nvPr/>
        </p:nvSpPr>
        <p:spPr>
          <a:xfrm xmlns:a="http://schemas.openxmlformats.org/drawingml/2006/main">
            <a:off x="4191000" y="3676650"/>
            <a:ext cx="10096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C86A1B"/>
                </a:solidFill>
                <a:latin typeface="DejaVu Sans"/>
                <a:ea typeface="DejaVu Sans"/>
                <a:cs typeface="DejaVu Sans"/>
              </a:defRPr>
            </a:defPPr>
            <a:lvl1pPr algn="ctr">
              <a:defRPr sz="1800" b="1">
                <a:solidFill>
                  <a:srgbClr val="C86A1B"/>
                </a:solidFill>
                <a:latin typeface="DejaVu Sans"/>
                <a:ea typeface="DejaVu Sans"/>
                <a:cs typeface="DejaVu Sans"/>
              </a:defRPr>
            </a:lvl1pPr>
            <a:lvl2pPr algn="ctr">
              <a:defRPr sz="1800" b="1">
                <a:solidFill>
                  <a:srgbClr val="C86A1B"/>
                </a:solidFill>
                <a:latin typeface="DejaVu Sans"/>
                <a:ea typeface="DejaVu Sans"/>
                <a:cs typeface="DejaVu Sans"/>
              </a:defRPr>
            </a:lvl2pPr>
            <a:lvl3pPr algn="ctr">
              <a:defRPr sz="1800" b="1">
                <a:solidFill>
                  <a:srgbClr val="C86A1B"/>
                </a:solidFill>
                <a:latin typeface="DejaVu Sans"/>
                <a:ea typeface="DejaVu Sans"/>
                <a:cs typeface="DejaVu Sans"/>
              </a:defRPr>
            </a:lvl3pPr>
            <a:lvl4pPr algn="ctr">
              <a:defRPr sz="1800" b="1">
                <a:solidFill>
                  <a:srgbClr val="C86A1B"/>
                </a:solidFill>
                <a:latin typeface="DejaVu Sans"/>
                <a:ea typeface="DejaVu Sans"/>
                <a:cs typeface="DejaVu Sans"/>
              </a:defRPr>
            </a:lvl4pPr>
            <a:lvl5pPr algn="ctr">
              <a:defRPr sz="1800" b="1">
                <a:solidFill>
                  <a:srgbClr val="C86A1B"/>
                </a:solidFill>
                <a:latin typeface="DejaVu Sans"/>
                <a:ea typeface="DejaVu Sans"/>
                <a:cs typeface="DejaVu Sans"/>
              </a:defRPr>
            </a:lvl5pPr>
            <a:lvl6pPr algn="ctr">
              <a:defRPr sz="1800" b="1">
                <a:solidFill>
                  <a:srgbClr val="C86A1B"/>
                </a:solidFill>
                <a:latin typeface="DejaVu Sans"/>
                <a:ea typeface="DejaVu Sans"/>
                <a:cs typeface="DejaVu Sans"/>
              </a:defRPr>
            </a:lvl6pPr>
            <a:lvl7pPr algn="ctr">
              <a:defRPr sz="1800" b="1">
                <a:solidFill>
                  <a:srgbClr val="C86A1B"/>
                </a:solidFill>
                <a:latin typeface="DejaVu Sans"/>
                <a:ea typeface="DejaVu Sans"/>
                <a:cs typeface="DejaVu Sans"/>
              </a:defRPr>
            </a:lvl7pPr>
            <a:lvl8pPr algn="ctr">
              <a:defRPr sz="1800" b="1">
                <a:solidFill>
                  <a:srgbClr val="C86A1B"/>
                </a:solidFill>
                <a:latin typeface="DejaVu Sans"/>
                <a:ea typeface="DejaVu Sans"/>
                <a:cs typeface="DejaVu Sans"/>
              </a:defRPr>
            </a:lvl8pPr>
            <a:lvl9pPr algn="ctr">
              <a:defRPr sz="1800" b="1">
                <a:solidFill>
                  <a:srgbClr val="C86A1B"/>
                </a:solidFill>
                <a:latin typeface="DejaVu Sans"/>
                <a:ea typeface="DejaVu Sans"/>
                <a:cs typeface="DejaVu Sans"/>
              </a:defRPr>
            </a:lvl9pPr>
          </a:lstStyle>
          <a:p xmlns:a="http://schemas.openxmlformats.org/drawingml/2006/main">
            <a:pPr algn="ctr">
              <a:defRPr sz="1800" b="1">
                <a:solidFill>
                  <a:srgbClr val="C86A1B"/>
                </a:solidFill>
                <a:latin typeface="DejaVu Sans"/>
                <a:ea typeface="DejaVu Sans"/>
                <a:cs typeface="DejaVu Sans"/>
              </a:defRPr>
            </a:pPr>
            <a:r>
              <a:rPr sz="1800" b="1">
                <a:solidFill>
                  <a:srgbClr val="C86A1B"/>
                </a:solidFill>
                <a:latin typeface="DejaVu Sans"/>
                <a:ea typeface="DejaVu Sans"/>
                <a:cs typeface="DejaVu Sans"/>
              </a:rPr>
              <a:t>V</a:t>
            </a:r>
          </a:p>
          <a:p xmlns:a="http://schemas.openxmlformats.org/drawingml/2006/main">
            <a:pPr algn="ctr">
              <a:defRPr sz="1800" b="1">
                <a:solidFill>
                  <a:srgbClr val="C86A1B"/>
                </a:solidFill>
                <a:latin typeface="DejaVu Sans"/>
                <a:ea typeface="DejaVu Sans"/>
                <a:cs typeface="DejaVu Sans"/>
              </a:defRPr>
            </a:pPr>
            <a:r>
              <a:rPr sz="1800" b="1">
                <a:solidFill>
                  <a:srgbClr val="C86A1B"/>
                </a:solidFill>
                <a:latin typeface="DejaVu Sans"/>
                <a:ea typeface="DejaVu Sans"/>
                <a:cs typeface="DejaVu Sans"/>
              </a:rPr>
              <a:t>128 ch</a:t>
            </a:r>
          </a:p>
        </p:txBody>
      </p:sp>
      <p:sp>
        <p:nvSpPr>
          <p:cNvPr id="90" name="shape-803">
            <a:extLst xmlns:a="http://schemas.openxmlformats.org/drawingml/2006/main">
              <a:ext uri="{FF2B5EF4-FFF2-40B4-BE49-F238E27FC236}">
                <a16:creationId xmlns:a16="http://schemas.microsoft.com/office/drawing/2014/main" id="{5A84EA28-D867-4C39-A26A-8BD0C0A60CED}"/>
              </a:ext>
            </a:extLst>
          </p:cNvPr>
          <p:cNvSpPr>
            <a:spLocks xmlns:a="http://schemas.openxmlformats.org/drawingml/2006/main" noGrp="1"/>
          </p:cNvSpPr>
          <p:nvPr/>
        </p:nvSpPr>
        <p:spPr>
          <a:xfrm xmlns:a="http://schemas.openxmlformats.org/drawingml/2006/main" rot="0">
            <a:off x="5867400" y="2019300"/>
            <a:ext cx="438150" cy="4381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674D1"/>
            </a:solidFill>
            <a:prstDash val="solid"/>
          </a:ln>
        </p:spPr>
      </p:sp>
      <p:sp>
        <p:nvSpPr>
          <p:cNvPr id="91" name="label-804">
            <a:extLst xmlns:a="http://schemas.openxmlformats.org/drawingml/2006/main">
              <a:ext uri="{FF2B5EF4-FFF2-40B4-BE49-F238E27FC236}">
                <a16:creationId xmlns:a16="http://schemas.microsoft.com/office/drawing/2014/main" id="{E07B0373-8678-49DA-9996-3C01FC07CAA1}"/>
              </a:ext>
            </a:extLst>
          </p:cNvPr>
          <p:cNvSpPr>
            <a:spLocks xmlns:a="http://schemas.openxmlformats.org/drawingml/2006/main" noGrp="1"/>
          </p:cNvSpPr>
          <p:nvPr/>
        </p:nvSpPr>
        <p:spPr>
          <a:xfrm xmlns:a="http://schemas.openxmlformats.org/drawingml/2006/main">
            <a:off x="5867400" y="20193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2025" b="1">
                <a:solidFill>
                  <a:srgbClr val="1674D1"/>
                </a:solidFill>
                <a:latin typeface="DejaVu Sans"/>
                <a:ea typeface="DejaVu Sans"/>
                <a:cs typeface="DejaVu Sans"/>
              </a:defRPr>
            </a:defPPr>
            <a:lvl1pPr algn="ctr">
              <a:defRPr sz="2025" b="1">
                <a:solidFill>
                  <a:srgbClr val="1674D1"/>
                </a:solidFill>
                <a:latin typeface="DejaVu Sans"/>
                <a:ea typeface="DejaVu Sans"/>
                <a:cs typeface="DejaVu Sans"/>
              </a:defRPr>
            </a:lvl1pPr>
            <a:lvl2pPr algn="ctr">
              <a:defRPr sz="2025" b="1">
                <a:solidFill>
                  <a:srgbClr val="1674D1"/>
                </a:solidFill>
                <a:latin typeface="DejaVu Sans"/>
                <a:ea typeface="DejaVu Sans"/>
                <a:cs typeface="DejaVu Sans"/>
              </a:defRPr>
            </a:lvl2pPr>
            <a:lvl3pPr algn="ctr">
              <a:defRPr sz="2025" b="1">
                <a:solidFill>
                  <a:srgbClr val="1674D1"/>
                </a:solidFill>
                <a:latin typeface="DejaVu Sans"/>
                <a:ea typeface="DejaVu Sans"/>
                <a:cs typeface="DejaVu Sans"/>
              </a:defRPr>
            </a:lvl3pPr>
            <a:lvl4pPr algn="ctr">
              <a:defRPr sz="2025" b="1">
                <a:solidFill>
                  <a:srgbClr val="1674D1"/>
                </a:solidFill>
                <a:latin typeface="DejaVu Sans"/>
                <a:ea typeface="DejaVu Sans"/>
                <a:cs typeface="DejaVu Sans"/>
              </a:defRPr>
            </a:lvl4pPr>
            <a:lvl5pPr algn="ctr">
              <a:defRPr sz="2025" b="1">
                <a:solidFill>
                  <a:srgbClr val="1674D1"/>
                </a:solidFill>
                <a:latin typeface="DejaVu Sans"/>
                <a:ea typeface="DejaVu Sans"/>
                <a:cs typeface="DejaVu Sans"/>
              </a:defRPr>
            </a:lvl5pPr>
            <a:lvl6pPr algn="ctr">
              <a:defRPr sz="2025" b="1">
                <a:solidFill>
                  <a:srgbClr val="1674D1"/>
                </a:solidFill>
                <a:latin typeface="DejaVu Sans"/>
                <a:ea typeface="DejaVu Sans"/>
                <a:cs typeface="DejaVu Sans"/>
              </a:defRPr>
            </a:lvl6pPr>
            <a:lvl7pPr algn="ctr">
              <a:defRPr sz="2025" b="1">
                <a:solidFill>
                  <a:srgbClr val="1674D1"/>
                </a:solidFill>
                <a:latin typeface="DejaVu Sans"/>
                <a:ea typeface="DejaVu Sans"/>
                <a:cs typeface="DejaVu Sans"/>
              </a:defRPr>
            </a:lvl7pPr>
            <a:lvl8pPr algn="ctr">
              <a:defRPr sz="2025" b="1">
                <a:solidFill>
                  <a:srgbClr val="1674D1"/>
                </a:solidFill>
                <a:latin typeface="DejaVu Sans"/>
                <a:ea typeface="DejaVu Sans"/>
                <a:cs typeface="DejaVu Sans"/>
              </a:defRPr>
            </a:lvl8pPr>
            <a:lvl9pPr algn="ctr">
              <a:defRPr sz="2025" b="1">
                <a:solidFill>
                  <a:srgbClr val="1674D1"/>
                </a:solidFill>
                <a:latin typeface="DejaVu Sans"/>
                <a:ea typeface="DejaVu Sans"/>
                <a:cs typeface="DejaVu Sans"/>
              </a:defRPr>
            </a:lvl9pPr>
          </a:lstStyle>
          <a:p xmlns:a="http://schemas.openxmlformats.org/drawingml/2006/main">
            <a:pPr algn="ctr">
              <a:defRPr sz="2025" b="1">
                <a:solidFill>
                  <a:srgbClr val="1674D1"/>
                </a:solidFill>
                <a:latin typeface="DejaVu Sans"/>
                <a:ea typeface="DejaVu Sans"/>
                <a:cs typeface="DejaVu Sans"/>
              </a:defRPr>
            </a:pPr>
            <a:r>
              <a:rPr sz="2025" b="1">
                <a:solidFill>
                  <a:srgbClr val="1674D1"/>
                </a:solidFill>
                <a:latin typeface="DejaVu Sans"/>
                <a:ea typeface="DejaVu Sans"/>
                <a:cs typeface="DejaVu Sans"/>
              </a:rPr>
              <a:t>×</a:t>
            </a:r>
          </a:p>
        </p:txBody>
      </p:sp>
      <p:sp>
        <p:nvSpPr>
          <p:cNvPr id="92" name="shape-805">
            <a:extLst xmlns:a="http://schemas.openxmlformats.org/drawingml/2006/main">
              <a:ext uri="{FF2B5EF4-FFF2-40B4-BE49-F238E27FC236}">
                <a16:creationId xmlns:a16="http://schemas.microsoft.com/office/drawing/2014/main" id="{0BCECFC1-12B3-46A6-88DC-662FFEA7C336}"/>
              </a:ext>
            </a:extLst>
          </p:cNvPr>
          <p:cNvSpPr>
            <a:spLocks xmlns:a="http://schemas.openxmlformats.org/drawingml/2006/main" noGrp="1"/>
          </p:cNvSpPr>
          <p:nvPr/>
        </p:nvSpPr>
        <p:spPr>
          <a:xfrm xmlns:a="http://schemas.openxmlformats.org/drawingml/2006/main" rot="0">
            <a:off x="5867400" y="3790950"/>
            <a:ext cx="438150" cy="438150"/>
          </a:xfrm>
          <a:prstGeom xmlns:a="http://schemas.openxmlformats.org/drawingml/2006/main" prst="ellipse">
            <a:avLst/>
          </a:prstGeom>
          <a:solidFill xmlns:a="http://schemas.openxmlformats.org/drawingml/2006/main">
            <a:srgbClr val="FFFFFF"/>
          </a:solidFill>
          <a:ln xmlns:a="http://schemas.openxmlformats.org/drawingml/2006/main" w="19050">
            <a:solidFill>
              <a:srgbClr val="C86A1B"/>
            </a:solidFill>
            <a:prstDash val="solid"/>
          </a:ln>
        </p:spPr>
      </p:sp>
      <p:sp>
        <p:nvSpPr>
          <p:cNvPr id="93" name="label-806">
            <a:extLst xmlns:a="http://schemas.openxmlformats.org/drawingml/2006/main">
              <a:ext uri="{FF2B5EF4-FFF2-40B4-BE49-F238E27FC236}">
                <a16:creationId xmlns:a16="http://schemas.microsoft.com/office/drawing/2014/main" id="{572B975D-5AB3-4C7F-BA4D-F6D40D311D94}"/>
              </a:ext>
            </a:extLst>
          </p:cNvPr>
          <p:cNvSpPr>
            <a:spLocks xmlns:a="http://schemas.openxmlformats.org/drawingml/2006/main" noGrp="1"/>
          </p:cNvSpPr>
          <p:nvPr/>
        </p:nvSpPr>
        <p:spPr>
          <a:xfrm xmlns:a="http://schemas.openxmlformats.org/drawingml/2006/main">
            <a:off x="5867400" y="379095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2025" b="1">
                <a:solidFill>
                  <a:srgbClr val="C86A1B"/>
                </a:solidFill>
                <a:latin typeface="DejaVu Sans"/>
                <a:ea typeface="DejaVu Sans"/>
                <a:cs typeface="DejaVu Sans"/>
              </a:defRPr>
            </a:defPPr>
            <a:lvl1pPr algn="ctr">
              <a:defRPr sz="2025" b="1">
                <a:solidFill>
                  <a:srgbClr val="C86A1B"/>
                </a:solidFill>
                <a:latin typeface="DejaVu Sans"/>
                <a:ea typeface="DejaVu Sans"/>
                <a:cs typeface="DejaVu Sans"/>
              </a:defRPr>
            </a:lvl1pPr>
            <a:lvl2pPr algn="ctr">
              <a:defRPr sz="2025" b="1">
                <a:solidFill>
                  <a:srgbClr val="C86A1B"/>
                </a:solidFill>
                <a:latin typeface="DejaVu Sans"/>
                <a:ea typeface="DejaVu Sans"/>
                <a:cs typeface="DejaVu Sans"/>
              </a:defRPr>
            </a:lvl2pPr>
            <a:lvl3pPr algn="ctr">
              <a:defRPr sz="2025" b="1">
                <a:solidFill>
                  <a:srgbClr val="C86A1B"/>
                </a:solidFill>
                <a:latin typeface="DejaVu Sans"/>
                <a:ea typeface="DejaVu Sans"/>
                <a:cs typeface="DejaVu Sans"/>
              </a:defRPr>
            </a:lvl3pPr>
            <a:lvl4pPr algn="ctr">
              <a:defRPr sz="2025" b="1">
                <a:solidFill>
                  <a:srgbClr val="C86A1B"/>
                </a:solidFill>
                <a:latin typeface="DejaVu Sans"/>
                <a:ea typeface="DejaVu Sans"/>
                <a:cs typeface="DejaVu Sans"/>
              </a:defRPr>
            </a:lvl4pPr>
            <a:lvl5pPr algn="ctr">
              <a:defRPr sz="2025" b="1">
                <a:solidFill>
                  <a:srgbClr val="C86A1B"/>
                </a:solidFill>
                <a:latin typeface="DejaVu Sans"/>
                <a:ea typeface="DejaVu Sans"/>
                <a:cs typeface="DejaVu Sans"/>
              </a:defRPr>
            </a:lvl5pPr>
            <a:lvl6pPr algn="ctr">
              <a:defRPr sz="2025" b="1">
                <a:solidFill>
                  <a:srgbClr val="C86A1B"/>
                </a:solidFill>
                <a:latin typeface="DejaVu Sans"/>
                <a:ea typeface="DejaVu Sans"/>
                <a:cs typeface="DejaVu Sans"/>
              </a:defRPr>
            </a:lvl6pPr>
            <a:lvl7pPr algn="ctr">
              <a:defRPr sz="2025" b="1">
                <a:solidFill>
                  <a:srgbClr val="C86A1B"/>
                </a:solidFill>
                <a:latin typeface="DejaVu Sans"/>
                <a:ea typeface="DejaVu Sans"/>
                <a:cs typeface="DejaVu Sans"/>
              </a:defRPr>
            </a:lvl7pPr>
            <a:lvl8pPr algn="ctr">
              <a:defRPr sz="2025" b="1">
                <a:solidFill>
                  <a:srgbClr val="C86A1B"/>
                </a:solidFill>
                <a:latin typeface="DejaVu Sans"/>
                <a:ea typeface="DejaVu Sans"/>
                <a:cs typeface="DejaVu Sans"/>
              </a:defRPr>
            </a:lvl8pPr>
            <a:lvl9pPr algn="ctr">
              <a:defRPr sz="2025" b="1">
                <a:solidFill>
                  <a:srgbClr val="C86A1B"/>
                </a:solidFill>
                <a:latin typeface="DejaVu Sans"/>
                <a:ea typeface="DejaVu Sans"/>
                <a:cs typeface="DejaVu Sans"/>
              </a:defRPr>
            </a:lvl9pPr>
          </a:lstStyle>
          <a:p xmlns:a="http://schemas.openxmlformats.org/drawingml/2006/main">
            <a:pPr algn="ctr">
              <a:defRPr sz="2025" b="1">
                <a:solidFill>
                  <a:srgbClr val="C86A1B"/>
                </a:solidFill>
                <a:latin typeface="DejaVu Sans"/>
                <a:ea typeface="DejaVu Sans"/>
                <a:cs typeface="DejaVu Sans"/>
              </a:defRPr>
            </a:pPr>
            <a:r>
              <a:rPr sz="2025" b="1">
                <a:solidFill>
                  <a:srgbClr val="C86A1B"/>
                </a:solidFill>
                <a:latin typeface="DejaVu Sans"/>
                <a:ea typeface="DejaVu Sans"/>
                <a:cs typeface="DejaVu Sans"/>
              </a:rPr>
              <a:t>×</a:t>
            </a:r>
          </a:p>
        </p:txBody>
      </p:sp>
      <p:sp>
        <p:nvSpPr>
          <p:cNvPr id="94" name="path-807">
            <a:extLst xmlns:a="http://schemas.openxmlformats.org/drawingml/2006/main">
              <a:ext uri="{FF2B5EF4-FFF2-40B4-BE49-F238E27FC236}">
                <a16:creationId xmlns:a16="http://schemas.microsoft.com/office/drawing/2014/main" id="{FC0C1A1D-208A-4D1F-AB21-3E3FAD227530}"/>
              </a:ext>
            </a:extLst>
          </p:cNvPr>
          <p:cNvSpPr>
            <a:spLocks xmlns:a="http://schemas.openxmlformats.org/drawingml/2006/main" noGrp="1"/>
          </p:cNvSpPr>
          <p:nvPr/>
        </p:nvSpPr>
        <p:spPr>
          <a:xfrm xmlns:a="http://schemas.openxmlformats.org/drawingml/2006/main">
            <a:off x="5276850" y="2238375"/>
            <a:ext cx="590550" cy="953"/>
          </a:xfrm>
          <a:custGeom xmlns:a="http://schemas.openxmlformats.org/drawingml/2006/main">
            <a:pathLst>
              <a:path w="590550" h="953">
                <a:moveTo>
                  <a:pt x="0" y="0"/>
                </a:moveTo>
                <a:lnTo>
                  <a:pt x="590550" y="0"/>
                </a:lnTo>
              </a:path>
            </a:pathLst>
          </a:custGeom>
          <a:noFill xmlns:a="http://schemas.openxmlformats.org/drawingml/2006/main"/>
          <a:ln xmlns:a="http://schemas.openxmlformats.org/drawingml/2006/main" w="22860">
            <a:solidFill>
              <a:srgbClr val="1674D1"/>
            </a:solidFill>
            <a:prstDash val="solid"/>
          </a:ln>
        </p:spPr>
      </p:sp>
      <p:sp>
        <p:nvSpPr>
          <p:cNvPr id="95" name="path-808">
            <a:extLst xmlns:a="http://schemas.openxmlformats.org/drawingml/2006/main">
              <a:ext uri="{FF2B5EF4-FFF2-40B4-BE49-F238E27FC236}">
                <a16:creationId xmlns:a16="http://schemas.microsoft.com/office/drawing/2014/main" id="{4D916B7D-2F63-419B-AFE1-9DD3B0569EE0}"/>
              </a:ext>
            </a:extLst>
          </p:cNvPr>
          <p:cNvSpPr>
            <a:spLocks xmlns:a="http://schemas.openxmlformats.org/drawingml/2006/main" noGrp="1"/>
          </p:cNvSpPr>
          <p:nvPr/>
        </p:nvSpPr>
        <p:spPr>
          <a:xfrm xmlns:a="http://schemas.openxmlformats.org/drawingml/2006/main">
            <a:off x="5772150" y="2194560"/>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1674D1"/>
          </a:solidFill>
          <a:ln xmlns:a="http://schemas.openxmlformats.org/drawingml/2006/main" w="0">
            <a:solidFill>
              <a:srgbClr val="1674D1"/>
            </a:solidFill>
            <a:prstDash val="solid"/>
          </a:ln>
        </p:spPr>
      </p:sp>
      <p:sp>
        <p:nvSpPr>
          <p:cNvPr id="96" name="path-809">
            <a:extLst xmlns:a="http://schemas.openxmlformats.org/drawingml/2006/main">
              <a:ext uri="{FF2B5EF4-FFF2-40B4-BE49-F238E27FC236}">
                <a16:creationId xmlns:a16="http://schemas.microsoft.com/office/drawing/2014/main" id="{C158D17C-DC7D-40EF-B300-87714021E944}"/>
              </a:ext>
            </a:extLst>
          </p:cNvPr>
          <p:cNvSpPr>
            <a:spLocks xmlns:a="http://schemas.openxmlformats.org/drawingml/2006/main" noGrp="1"/>
          </p:cNvSpPr>
          <p:nvPr/>
        </p:nvSpPr>
        <p:spPr>
          <a:xfrm xmlns:a="http://schemas.openxmlformats.org/drawingml/2006/main">
            <a:off x="5276850" y="4010025"/>
            <a:ext cx="590550" cy="953"/>
          </a:xfrm>
          <a:custGeom xmlns:a="http://schemas.openxmlformats.org/drawingml/2006/main">
            <a:pathLst>
              <a:path w="590550" h="953">
                <a:moveTo>
                  <a:pt x="0" y="0"/>
                </a:moveTo>
                <a:lnTo>
                  <a:pt x="590550" y="0"/>
                </a:lnTo>
              </a:path>
            </a:pathLst>
          </a:custGeom>
          <a:noFill xmlns:a="http://schemas.openxmlformats.org/drawingml/2006/main"/>
          <a:ln xmlns:a="http://schemas.openxmlformats.org/drawingml/2006/main" w="22860">
            <a:solidFill>
              <a:srgbClr val="C86A1B"/>
            </a:solidFill>
            <a:prstDash val="solid"/>
          </a:ln>
        </p:spPr>
      </p:sp>
      <p:sp>
        <p:nvSpPr>
          <p:cNvPr id="97" name="path-810">
            <a:extLst xmlns:a="http://schemas.openxmlformats.org/drawingml/2006/main">
              <a:ext uri="{FF2B5EF4-FFF2-40B4-BE49-F238E27FC236}">
                <a16:creationId xmlns:a16="http://schemas.microsoft.com/office/drawing/2014/main" id="{61503515-BF45-46CF-A587-4D4F5ECCF91C}"/>
              </a:ext>
            </a:extLst>
          </p:cNvPr>
          <p:cNvSpPr>
            <a:spLocks xmlns:a="http://schemas.openxmlformats.org/drawingml/2006/main" noGrp="1"/>
          </p:cNvSpPr>
          <p:nvPr/>
        </p:nvSpPr>
        <p:spPr>
          <a:xfrm xmlns:a="http://schemas.openxmlformats.org/drawingml/2006/main">
            <a:off x="5772150" y="3966210"/>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C86A1B"/>
          </a:solidFill>
          <a:ln xmlns:a="http://schemas.openxmlformats.org/drawingml/2006/main" w="0">
            <a:solidFill>
              <a:srgbClr val="C86A1B"/>
            </a:solidFill>
            <a:prstDash val="solid"/>
          </a:ln>
        </p:spPr>
      </p:sp>
      <p:sp>
        <p:nvSpPr>
          <p:cNvPr id="98" name="label-811">
            <a:extLst xmlns:a="http://schemas.openxmlformats.org/drawingml/2006/main">
              <a:ext uri="{FF2B5EF4-FFF2-40B4-BE49-F238E27FC236}">
                <a16:creationId xmlns:a16="http://schemas.microsoft.com/office/drawing/2014/main" id="{992E437C-BC0A-4C81-88C9-8132FA8AF113}"/>
              </a:ext>
            </a:extLst>
          </p:cNvPr>
          <p:cNvSpPr>
            <a:spLocks xmlns:a="http://schemas.openxmlformats.org/drawingml/2006/main" noGrp="1"/>
          </p:cNvSpPr>
          <p:nvPr/>
        </p:nvSpPr>
        <p:spPr>
          <a:xfrm xmlns:a="http://schemas.openxmlformats.org/drawingml/2006/main">
            <a:off x="5829300" y="1476375"/>
            <a:ext cx="5238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175" b="1">
                <a:solidFill>
                  <a:srgbClr val="7351C7"/>
                </a:solidFill>
                <a:latin typeface="DejaVu Sans"/>
                <a:ea typeface="DejaVu Sans"/>
                <a:cs typeface="DejaVu Sans"/>
              </a:defRPr>
            </a:defPPr>
            <a:lvl1pPr algn="ctr">
              <a:defRPr sz="2175" b="1">
                <a:solidFill>
                  <a:srgbClr val="7351C7"/>
                </a:solidFill>
                <a:latin typeface="DejaVu Sans"/>
                <a:ea typeface="DejaVu Sans"/>
                <a:cs typeface="DejaVu Sans"/>
              </a:defRPr>
            </a:lvl1pPr>
            <a:lvl2pPr algn="ctr">
              <a:defRPr sz="2175" b="1">
                <a:solidFill>
                  <a:srgbClr val="7351C7"/>
                </a:solidFill>
                <a:latin typeface="DejaVu Sans"/>
                <a:ea typeface="DejaVu Sans"/>
                <a:cs typeface="DejaVu Sans"/>
              </a:defRPr>
            </a:lvl2pPr>
            <a:lvl3pPr algn="ctr">
              <a:defRPr sz="2175" b="1">
                <a:solidFill>
                  <a:srgbClr val="7351C7"/>
                </a:solidFill>
                <a:latin typeface="DejaVu Sans"/>
                <a:ea typeface="DejaVu Sans"/>
                <a:cs typeface="DejaVu Sans"/>
              </a:defRPr>
            </a:lvl3pPr>
            <a:lvl4pPr algn="ctr">
              <a:defRPr sz="2175" b="1">
                <a:solidFill>
                  <a:srgbClr val="7351C7"/>
                </a:solidFill>
                <a:latin typeface="DejaVu Sans"/>
                <a:ea typeface="DejaVu Sans"/>
                <a:cs typeface="DejaVu Sans"/>
              </a:defRPr>
            </a:lvl4pPr>
            <a:lvl5pPr algn="ctr">
              <a:defRPr sz="2175" b="1">
                <a:solidFill>
                  <a:srgbClr val="7351C7"/>
                </a:solidFill>
                <a:latin typeface="DejaVu Sans"/>
                <a:ea typeface="DejaVu Sans"/>
                <a:cs typeface="DejaVu Sans"/>
              </a:defRPr>
            </a:lvl5pPr>
            <a:lvl6pPr algn="ctr">
              <a:defRPr sz="2175" b="1">
                <a:solidFill>
                  <a:srgbClr val="7351C7"/>
                </a:solidFill>
                <a:latin typeface="DejaVu Sans"/>
                <a:ea typeface="DejaVu Sans"/>
                <a:cs typeface="DejaVu Sans"/>
              </a:defRPr>
            </a:lvl6pPr>
            <a:lvl7pPr algn="ctr">
              <a:defRPr sz="2175" b="1">
                <a:solidFill>
                  <a:srgbClr val="7351C7"/>
                </a:solidFill>
                <a:latin typeface="DejaVu Sans"/>
                <a:ea typeface="DejaVu Sans"/>
                <a:cs typeface="DejaVu Sans"/>
              </a:defRPr>
            </a:lvl7pPr>
            <a:lvl8pPr algn="ctr">
              <a:defRPr sz="2175" b="1">
                <a:solidFill>
                  <a:srgbClr val="7351C7"/>
                </a:solidFill>
                <a:latin typeface="DejaVu Sans"/>
                <a:ea typeface="DejaVu Sans"/>
                <a:cs typeface="DejaVu Sans"/>
              </a:defRPr>
            </a:lvl8pPr>
            <a:lvl9pPr algn="ctr">
              <a:defRPr sz="2175" b="1">
                <a:solidFill>
                  <a:srgbClr val="7351C7"/>
                </a:solidFill>
                <a:latin typeface="DejaVu Sans"/>
                <a:ea typeface="DejaVu Sans"/>
                <a:cs typeface="DejaVu Sans"/>
              </a:defRPr>
            </a:lvl9pPr>
          </a:lstStyle>
          <a:p xmlns:a="http://schemas.openxmlformats.org/drawingml/2006/main">
            <a:pPr algn="ctr">
              <a:defRPr sz="2175" b="1">
                <a:solidFill>
                  <a:srgbClr val="7351C7"/>
                </a:solidFill>
                <a:latin typeface="DejaVu Sans"/>
                <a:ea typeface="DejaVu Sans"/>
                <a:cs typeface="DejaVu Sans"/>
              </a:defRPr>
            </a:pPr>
            <a:r>
              <a:rPr sz="2175" b="1">
                <a:solidFill>
                  <a:srgbClr val="7351C7"/>
                </a:solidFill>
                <a:latin typeface="DejaVu Sans"/>
                <a:ea typeface="DejaVu Sans"/>
                <a:cs typeface="DejaVu Sans"/>
              </a:rPr>
              <a:t>G</a:t>
            </a:r>
          </a:p>
        </p:txBody>
      </p:sp>
      <p:sp>
        <p:nvSpPr>
          <p:cNvPr id="99" name="path-812">
            <a:extLst xmlns:a="http://schemas.openxmlformats.org/drawingml/2006/main">
              <a:ext uri="{FF2B5EF4-FFF2-40B4-BE49-F238E27FC236}">
                <a16:creationId xmlns:a16="http://schemas.microsoft.com/office/drawing/2014/main" id="{B3597BC0-281A-4D36-AABF-15C03CCD9BA4}"/>
              </a:ext>
            </a:extLst>
          </p:cNvPr>
          <p:cNvSpPr>
            <a:spLocks xmlns:a="http://schemas.openxmlformats.org/drawingml/2006/main" noGrp="1"/>
          </p:cNvSpPr>
          <p:nvPr/>
        </p:nvSpPr>
        <p:spPr>
          <a:xfrm xmlns:a="http://schemas.openxmlformats.org/drawingml/2006/main">
            <a:off x="6086475" y="1828800"/>
            <a:ext cx="953" cy="180975"/>
          </a:xfrm>
          <a:custGeom xmlns:a="http://schemas.openxmlformats.org/drawingml/2006/main">
            <a:pathLst>
              <a:path w="953" h="180975">
                <a:moveTo>
                  <a:pt x="0" y="0"/>
                </a:moveTo>
                <a:lnTo>
                  <a:pt x="0" y="180975"/>
                </a:lnTo>
              </a:path>
            </a:pathLst>
          </a:custGeom>
          <a:noFill xmlns:a="http://schemas.openxmlformats.org/drawingml/2006/main"/>
          <a:ln xmlns:a="http://schemas.openxmlformats.org/drawingml/2006/main" w="22860">
            <a:solidFill>
              <a:srgbClr val="7351C7"/>
            </a:solidFill>
            <a:prstDash val="solid"/>
          </a:ln>
        </p:spPr>
      </p:sp>
      <p:sp>
        <p:nvSpPr>
          <p:cNvPr id="100" name="path-813">
            <a:extLst xmlns:a="http://schemas.openxmlformats.org/drawingml/2006/main">
              <a:ext uri="{FF2B5EF4-FFF2-40B4-BE49-F238E27FC236}">
                <a16:creationId xmlns:a16="http://schemas.microsoft.com/office/drawing/2014/main" id="{83BE0D6C-07EE-426A-9F1B-17B6859DBD7C}"/>
              </a:ext>
            </a:extLst>
          </p:cNvPr>
          <p:cNvSpPr>
            <a:spLocks xmlns:a="http://schemas.openxmlformats.org/drawingml/2006/main" noGrp="1"/>
          </p:cNvSpPr>
          <p:nvPr/>
        </p:nvSpPr>
        <p:spPr>
          <a:xfrm xmlns:a="http://schemas.openxmlformats.org/drawingml/2006/main">
            <a:off x="6042660" y="1914525"/>
            <a:ext cx="87630" cy="95250"/>
          </a:xfrm>
          <a:custGeom xmlns:a="http://schemas.openxmlformats.org/drawingml/2006/main">
            <a:pathLst>
              <a:path w="87630" h="95250">
                <a:moveTo>
                  <a:pt x="43815" y="95250"/>
                </a:moveTo>
                <a:lnTo>
                  <a:pt x="87630" y="0"/>
                </a:lnTo>
                <a:lnTo>
                  <a:pt x="0" y="0"/>
                </a:lnTo>
                <a:close/>
              </a:path>
            </a:pathLst>
          </a:custGeom>
          <a:solidFill xmlns:a="http://schemas.openxmlformats.org/drawingml/2006/main">
            <a:srgbClr val="7351C7"/>
          </a:solidFill>
          <a:ln xmlns:a="http://schemas.openxmlformats.org/drawingml/2006/main" w="0">
            <a:solidFill>
              <a:srgbClr val="7351C7"/>
            </a:solidFill>
            <a:prstDash val="solid"/>
          </a:ln>
        </p:spPr>
      </p:sp>
      <p:sp>
        <p:nvSpPr>
          <p:cNvPr id="101" name="label-814">
            <a:extLst xmlns:a="http://schemas.openxmlformats.org/drawingml/2006/main">
              <a:ext uri="{FF2B5EF4-FFF2-40B4-BE49-F238E27FC236}">
                <a16:creationId xmlns:a16="http://schemas.microsoft.com/office/drawing/2014/main" id="{E0E93A7D-ED00-40C5-A535-44B63ABC0299}"/>
              </a:ext>
            </a:extLst>
          </p:cNvPr>
          <p:cNvSpPr>
            <a:spLocks xmlns:a="http://schemas.openxmlformats.org/drawingml/2006/main" noGrp="1"/>
          </p:cNvSpPr>
          <p:nvPr/>
        </p:nvSpPr>
        <p:spPr>
          <a:xfrm xmlns:a="http://schemas.openxmlformats.org/drawingml/2006/main">
            <a:off x="5610225" y="3209925"/>
            <a:ext cx="98107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025" b="1">
                <a:solidFill>
                  <a:srgbClr val="7351C7"/>
                </a:solidFill>
                <a:latin typeface="DejaVu Sans"/>
                <a:ea typeface="DejaVu Sans"/>
                <a:cs typeface="DejaVu Sans"/>
              </a:defRPr>
            </a:defPPr>
            <a:lvl1pPr algn="ctr">
              <a:defRPr sz="2025" b="1">
                <a:solidFill>
                  <a:srgbClr val="7351C7"/>
                </a:solidFill>
                <a:latin typeface="DejaVu Sans"/>
                <a:ea typeface="DejaVu Sans"/>
                <a:cs typeface="DejaVu Sans"/>
              </a:defRPr>
            </a:lvl1pPr>
            <a:lvl2pPr algn="ctr">
              <a:defRPr sz="2025" b="1">
                <a:solidFill>
                  <a:srgbClr val="7351C7"/>
                </a:solidFill>
                <a:latin typeface="DejaVu Sans"/>
                <a:ea typeface="DejaVu Sans"/>
                <a:cs typeface="DejaVu Sans"/>
              </a:defRPr>
            </a:lvl2pPr>
            <a:lvl3pPr algn="ctr">
              <a:defRPr sz="2025" b="1">
                <a:solidFill>
                  <a:srgbClr val="7351C7"/>
                </a:solidFill>
                <a:latin typeface="DejaVu Sans"/>
                <a:ea typeface="DejaVu Sans"/>
                <a:cs typeface="DejaVu Sans"/>
              </a:defRPr>
            </a:lvl3pPr>
            <a:lvl4pPr algn="ctr">
              <a:defRPr sz="2025" b="1">
                <a:solidFill>
                  <a:srgbClr val="7351C7"/>
                </a:solidFill>
                <a:latin typeface="DejaVu Sans"/>
                <a:ea typeface="DejaVu Sans"/>
                <a:cs typeface="DejaVu Sans"/>
              </a:defRPr>
            </a:lvl4pPr>
            <a:lvl5pPr algn="ctr">
              <a:defRPr sz="2025" b="1">
                <a:solidFill>
                  <a:srgbClr val="7351C7"/>
                </a:solidFill>
                <a:latin typeface="DejaVu Sans"/>
                <a:ea typeface="DejaVu Sans"/>
                <a:cs typeface="DejaVu Sans"/>
              </a:defRPr>
            </a:lvl5pPr>
            <a:lvl6pPr algn="ctr">
              <a:defRPr sz="2025" b="1">
                <a:solidFill>
                  <a:srgbClr val="7351C7"/>
                </a:solidFill>
                <a:latin typeface="DejaVu Sans"/>
                <a:ea typeface="DejaVu Sans"/>
                <a:cs typeface="DejaVu Sans"/>
              </a:defRPr>
            </a:lvl6pPr>
            <a:lvl7pPr algn="ctr">
              <a:defRPr sz="2025" b="1">
                <a:solidFill>
                  <a:srgbClr val="7351C7"/>
                </a:solidFill>
                <a:latin typeface="DejaVu Sans"/>
                <a:ea typeface="DejaVu Sans"/>
                <a:cs typeface="DejaVu Sans"/>
              </a:defRPr>
            </a:lvl7pPr>
            <a:lvl8pPr algn="ctr">
              <a:defRPr sz="2025" b="1">
                <a:solidFill>
                  <a:srgbClr val="7351C7"/>
                </a:solidFill>
                <a:latin typeface="DejaVu Sans"/>
                <a:ea typeface="DejaVu Sans"/>
                <a:cs typeface="DejaVu Sans"/>
              </a:defRPr>
            </a:lvl8pPr>
            <a:lvl9pPr algn="ctr">
              <a:defRPr sz="2025" b="1">
                <a:solidFill>
                  <a:srgbClr val="7351C7"/>
                </a:solidFill>
                <a:latin typeface="DejaVu Sans"/>
                <a:ea typeface="DejaVu Sans"/>
                <a:cs typeface="DejaVu Sans"/>
              </a:defRPr>
            </a:lvl9pPr>
          </a:lstStyle>
          <a:p xmlns:a="http://schemas.openxmlformats.org/drawingml/2006/main">
            <a:pPr algn="ctr">
              <a:defRPr sz="2025" b="1">
                <a:solidFill>
                  <a:srgbClr val="7351C7"/>
                </a:solidFill>
                <a:latin typeface="DejaVu Sans"/>
                <a:ea typeface="DejaVu Sans"/>
                <a:cs typeface="DejaVu Sans"/>
              </a:defRPr>
            </a:pPr>
            <a:r>
              <a:rPr sz="2025" b="1">
                <a:solidFill>
                  <a:srgbClr val="7351C7"/>
                </a:solidFill>
                <a:latin typeface="DejaVu Sans"/>
                <a:ea typeface="DejaVu Sans"/>
                <a:cs typeface="DejaVu Sans"/>
              </a:rPr>
              <a:t>1 − G</a:t>
            </a:r>
          </a:p>
        </p:txBody>
      </p:sp>
      <p:sp>
        <p:nvSpPr>
          <p:cNvPr id="102" name="path-815">
            <a:extLst xmlns:a="http://schemas.openxmlformats.org/drawingml/2006/main">
              <a:ext uri="{FF2B5EF4-FFF2-40B4-BE49-F238E27FC236}">
                <a16:creationId xmlns:a16="http://schemas.microsoft.com/office/drawing/2014/main" id="{76617E5D-7C31-4BAC-8051-CDA2F4FF4677}"/>
              </a:ext>
            </a:extLst>
          </p:cNvPr>
          <p:cNvSpPr>
            <a:spLocks xmlns:a="http://schemas.openxmlformats.org/drawingml/2006/main" noGrp="1"/>
          </p:cNvSpPr>
          <p:nvPr/>
        </p:nvSpPr>
        <p:spPr>
          <a:xfrm xmlns:a="http://schemas.openxmlformats.org/drawingml/2006/main">
            <a:off x="6086475" y="3571875"/>
            <a:ext cx="953" cy="219075"/>
          </a:xfrm>
          <a:custGeom xmlns:a="http://schemas.openxmlformats.org/drawingml/2006/main">
            <a:pathLst>
              <a:path w="953" h="219075">
                <a:moveTo>
                  <a:pt x="0" y="0"/>
                </a:moveTo>
                <a:lnTo>
                  <a:pt x="0" y="219075"/>
                </a:lnTo>
              </a:path>
            </a:pathLst>
          </a:custGeom>
          <a:noFill xmlns:a="http://schemas.openxmlformats.org/drawingml/2006/main"/>
          <a:ln xmlns:a="http://schemas.openxmlformats.org/drawingml/2006/main" w="22860">
            <a:solidFill>
              <a:srgbClr val="7351C7"/>
            </a:solidFill>
            <a:prstDash val="solid"/>
          </a:ln>
        </p:spPr>
      </p:sp>
      <p:sp>
        <p:nvSpPr>
          <p:cNvPr id="103" name="path-816">
            <a:extLst xmlns:a="http://schemas.openxmlformats.org/drawingml/2006/main">
              <a:ext uri="{FF2B5EF4-FFF2-40B4-BE49-F238E27FC236}">
                <a16:creationId xmlns:a16="http://schemas.microsoft.com/office/drawing/2014/main" id="{82A7F842-F251-4E53-A866-8982E6CE7422}"/>
              </a:ext>
            </a:extLst>
          </p:cNvPr>
          <p:cNvSpPr>
            <a:spLocks xmlns:a="http://schemas.openxmlformats.org/drawingml/2006/main" noGrp="1"/>
          </p:cNvSpPr>
          <p:nvPr/>
        </p:nvSpPr>
        <p:spPr>
          <a:xfrm xmlns:a="http://schemas.openxmlformats.org/drawingml/2006/main">
            <a:off x="6042660" y="3695700"/>
            <a:ext cx="87630" cy="95250"/>
          </a:xfrm>
          <a:custGeom xmlns:a="http://schemas.openxmlformats.org/drawingml/2006/main">
            <a:pathLst>
              <a:path w="87630" h="95250">
                <a:moveTo>
                  <a:pt x="43815" y="95250"/>
                </a:moveTo>
                <a:lnTo>
                  <a:pt x="87630" y="0"/>
                </a:lnTo>
                <a:lnTo>
                  <a:pt x="0" y="0"/>
                </a:lnTo>
                <a:close/>
              </a:path>
            </a:pathLst>
          </a:custGeom>
          <a:solidFill xmlns:a="http://schemas.openxmlformats.org/drawingml/2006/main">
            <a:srgbClr val="7351C7"/>
          </a:solidFill>
          <a:ln xmlns:a="http://schemas.openxmlformats.org/drawingml/2006/main" w="0">
            <a:solidFill>
              <a:srgbClr val="7351C7"/>
            </a:solidFill>
            <a:prstDash val="solid"/>
          </a:ln>
        </p:spPr>
      </p:sp>
      <p:sp>
        <p:nvSpPr>
          <p:cNvPr id="104" name="shape-817">
            <a:extLst xmlns:a="http://schemas.openxmlformats.org/drawingml/2006/main">
              <a:ext uri="{FF2B5EF4-FFF2-40B4-BE49-F238E27FC236}">
                <a16:creationId xmlns:a16="http://schemas.microsoft.com/office/drawing/2014/main" id="{ABDFC0F6-590C-458D-8362-80A649BFD26F}"/>
              </a:ext>
            </a:extLst>
          </p:cNvPr>
          <p:cNvSpPr>
            <a:spLocks xmlns:a="http://schemas.openxmlformats.org/drawingml/2006/main" noGrp="1"/>
          </p:cNvSpPr>
          <p:nvPr/>
        </p:nvSpPr>
        <p:spPr>
          <a:xfrm xmlns:a="http://schemas.openxmlformats.org/drawingml/2006/main" rot="0">
            <a:off x="7038975" y="2686050"/>
            <a:ext cx="1409700" cy="838200"/>
          </a:xfrm>
          <a:prstGeom xmlns:a="http://schemas.openxmlformats.org/drawingml/2006/main" prst="rect">
            <a:avLst/>
          </a:prstGeom>
          <a:solidFill xmlns:a="http://schemas.openxmlformats.org/drawingml/2006/main">
            <a:srgbClr val="EEE7FA"/>
          </a:solidFill>
          <a:ln xmlns:a="http://schemas.openxmlformats.org/drawingml/2006/main" w="15240">
            <a:solidFill>
              <a:srgbClr val="7351C7"/>
            </a:solidFill>
            <a:prstDash val="solid"/>
          </a:ln>
        </p:spPr>
      </p:sp>
      <p:sp>
        <p:nvSpPr>
          <p:cNvPr id="105" name="label-818">
            <a:extLst xmlns:a="http://schemas.openxmlformats.org/drawingml/2006/main">
              <a:ext uri="{FF2B5EF4-FFF2-40B4-BE49-F238E27FC236}">
                <a16:creationId xmlns:a16="http://schemas.microsoft.com/office/drawing/2014/main" id="{73D8907E-1BE4-4EC5-B31B-EA2ACF7D62C8}"/>
              </a:ext>
            </a:extLst>
          </p:cNvPr>
          <p:cNvSpPr>
            <a:spLocks xmlns:a="http://schemas.openxmlformats.org/drawingml/2006/main" noGrp="1"/>
          </p:cNvSpPr>
          <p:nvPr/>
        </p:nvSpPr>
        <p:spPr>
          <a:xfrm xmlns:a="http://schemas.openxmlformats.org/drawingml/2006/main">
            <a:off x="7115175" y="2733675"/>
            <a:ext cx="12573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75" b="1">
                <a:solidFill>
                  <a:srgbClr val="7351C7"/>
                </a:solidFill>
                <a:latin typeface="DejaVu Sans"/>
                <a:ea typeface="DejaVu Sans"/>
                <a:cs typeface="DejaVu Sans"/>
              </a:defRPr>
            </a:defPPr>
            <a:lvl1pPr algn="ctr">
              <a:defRPr sz="1875" b="1">
                <a:solidFill>
                  <a:srgbClr val="7351C7"/>
                </a:solidFill>
                <a:latin typeface="DejaVu Sans"/>
                <a:ea typeface="DejaVu Sans"/>
                <a:cs typeface="DejaVu Sans"/>
              </a:defRPr>
            </a:lvl1pPr>
            <a:lvl2pPr algn="ctr">
              <a:defRPr sz="1875" b="1">
                <a:solidFill>
                  <a:srgbClr val="7351C7"/>
                </a:solidFill>
                <a:latin typeface="DejaVu Sans"/>
                <a:ea typeface="DejaVu Sans"/>
                <a:cs typeface="DejaVu Sans"/>
              </a:defRPr>
            </a:lvl2pPr>
            <a:lvl3pPr algn="ctr">
              <a:defRPr sz="1875" b="1">
                <a:solidFill>
                  <a:srgbClr val="7351C7"/>
                </a:solidFill>
                <a:latin typeface="DejaVu Sans"/>
                <a:ea typeface="DejaVu Sans"/>
                <a:cs typeface="DejaVu Sans"/>
              </a:defRPr>
            </a:lvl3pPr>
            <a:lvl4pPr algn="ctr">
              <a:defRPr sz="1875" b="1">
                <a:solidFill>
                  <a:srgbClr val="7351C7"/>
                </a:solidFill>
                <a:latin typeface="DejaVu Sans"/>
                <a:ea typeface="DejaVu Sans"/>
                <a:cs typeface="DejaVu Sans"/>
              </a:defRPr>
            </a:lvl4pPr>
            <a:lvl5pPr algn="ctr">
              <a:defRPr sz="1875" b="1">
                <a:solidFill>
                  <a:srgbClr val="7351C7"/>
                </a:solidFill>
                <a:latin typeface="DejaVu Sans"/>
                <a:ea typeface="DejaVu Sans"/>
                <a:cs typeface="DejaVu Sans"/>
              </a:defRPr>
            </a:lvl5pPr>
            <a:lvl6pPr algn="ctr">
              <a:defRPr sz="1875" b="1">
                <a:solidFill>
                  <a:srgbClr val="7351C7"/>
                </a:solidFill>
                <a:latin typeface="DejaVu Sans"/>
                <a:ea typeface="DejaVu Sans"/>
                <a:cs typeface="DejaVu Sans"/>
              </a:defRPr>
            </a:lvl6pPr>
            <a:lvl7pPr algn="ctr">
              <a:defRPr sz="1875" b="1">
                <a:solidFill>
                  <a:srgbClr val="7351C7"/>
                </a:solidFill>
                <a:latin typeface="DejaVu Sans"/>
                <a:ea typeface="DejaVu Sans"/>
                <a:cs typeface="DejaVu Sans"/>
              </a:defRPr>
            </a:lvl7pPr>
            <a:lvl8pPr algn="ctr">
              <a:defRPr sz="1875" b="1">
                <a:solidFill>
                  <a:srgbClr val="7351C7"/>
                </a:solidFill>
                <a:latin typeface="DejaVu Sans"/>
                <a:ea typeface="DejaVu Sans"/>
                <a:cs typeface="DejaVu Sans"/>
              </a:defRPr>
            </a:lvl8pPr>
            <a:lvl9pPr algn="ctr">
              <a:defRPr sz="1875" b="1">
                <a:solidFill>
                  <a:srgbClr val="7351C7"/>
                </a:solidFill>
                <a:latin typeface="DejaVu Sans"/>
                <a:ea typeface="DejaVu Sans"/>
                <a:cs typeface="DejaVu Sans"/>
              </a:defRPr>
            </a:lvl9pPr>
          </a:lstStyle>
          <a:p xmlns:a="http://schemas.openxmlformats.org/drawingml/2006/main">
            <a:pPr algn="ctr">
              <a:defRPr sz="1875" b="1">
                <a:solidFill>
                  <a:srgbClr val="7351C7"/>
                </a:solidFill>
                <a:latin typeface="DejaVu Sans"/>
                <a:ea typeface="DejaVu Sans"/>
                <a:cs typeface="DejaVu Sans"/>
              </a:defRPr>
            </a:pPr>
            <a:r>
              <a:rPr sz="1875" b="1">
                <a:solidFill>
                  <a:srgbClr val="7351C7"/>
                </a:solidFill>
                <a:latin typeface="DejaVu Sans"/>
                <a:ea typeface="DejaVu Sans"/>
                <a:cs typeface="DejaVu Sans"/>
              </a:rPr>
              <a:t>Concat</a:t>
            </a:r>
          </a:p>
          <a:p xmlns:a="http://schemas.openxmlformats.org/drawingml/2006/main">
            <a:pPr algn="ctr">
              <a:defRPr sz="1875" b="1">
                <a:solidFill>
                  <a:srgbClr val="7351C7"/>
                </a:solidFill>
                <a:latin typeface="DejaVu Sans"/>
                <a:ea typeface="DejaVu Sans"/>
                <a:cs typeface="DejaVu Sans"/>
              </a:defRPr>
            </a:pPr>
            <a:r>
              <a:rPr sz="1875" b="1">
                <a:solidFill>
                  <a:srgbClr val="7351C7"/>
                </a:solidFill>
                <a:latin typeface="DejaVu Sans"/>
                <a:ea typeface="DejaVu Sans"/>
                <a:cs typeface="DejaVu Sans"/>
              </a:rPr>
              <a:t>256 ch</a:t>
            </a:r>
          </a:p>
        </p:txBody>
      </p:sp>
      <p:sp>
        <p:nvSpPr>
          <p:cNvPr id="106" name="path-819">
            <a:extLst xmlns:a="http://schemas.openxmlformats.org/drawingml/2006/main">
              <a:ext uri="{FF2B5EF4-FFF2-40B4-BE49-F238E27FC236}">
                <a16:creationId xmlns:a16="http://schemas.microsoft.com/office/drawing/2014/main" id="{DC4EEA74-A410-48E6-B245-4AD1EA3270A5}"/>
              </a:ext>
            </a:extLst>
          </p:cNvPr>
          <p:cNvSpPr>
            <a:spLocks xmlns:a="http://schemas.openxmlformats.org/drawingml/2006/main" noGrp="1"/>
          </p:cNvSpPr>
          <p:nvPr/>
        </p:nvSpPr>
        <p:spPr>
          <a:xfrm xmlns:a="http://schemas.openxmlformats.org/drawingml/2006/main">
            <a:off x="6305550" y="2238375"/>
            <a:ext cx="733425" cy="695325"/>
          </a:xfrm>
          <a:custGeom xmlns:a="http://schemas.openxmlformats.org/drawingml/2006/main">
            <a:pathLst>
              <a:path w="733425" h="695325">
                <a:moveTo>
                  <a:pt x="0" y="0"/>
                </a:moveTo>
                <a:lnTo>
                  <a:pt x="447675" y="0"/>
                </a:lnTo>
                <a:lnTo>
                  <a:pt x="447675" y="695325"/>
                </a:lnTo>
                <a:lnTo>
                  <a:pt x="733425" y="695325"/>
                </a:lnTo>
              </a:path>
            </a:pathLst>
          </a:custGeom>
          <a:noFill xmlns:a="http://schemas.openxmlformats.org/drawingml/2006/main"/>
          <a:ln xmlns:a="http://schemas.openxmlformats.org/drawingml/2006/main" w="22860">
            <a:solidFill>
              <a:srgbClr val="1674D1"/>
            </a:solidFill>
            <a:prstDash val="solid"/>
          </a:ln>
        </p:spPr>
      </p:sp>
      <p:sp>
        <p:nvSpPr>
          <p:cNvPr id="107" name="path-820">
            <a:extLst xmlns:a="http://schemas.openxmlformats.org/drawingml/2006/main">
              <a:ext uri="{FF2B5EF4-FFF2-40B4-BE49-F238E27FC236}">
                <a16:creationId xmlns:a16="http://schemas.microsoft.com/office/drawing/2014/main" id="{C0D17F02-DEB8-42F6-B699-F91B5F5E8DBB}"/>
              </a:ext>
            </a:extLst>
          </p:cNvPr>
          <p:cNvSpPr>
            <a:spLocks xmlns:a="http://schemas.openxmlformats.org/drawingml/2006/main" noGrp="1"/>
          </p:cNvSpPr>
          <p:nvPr/>
        </p:nvSpPr>
        <p:spPr>
          <a:xfrm xmlns:a="http://schemas.openxmlformats.org/drawingml/2006/main">
            <a:off x="6943725" y="2889885"/>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1674D1"/>
          </a:solidFill>
          <a:ln xmlns:a="http://schemas.openxmlformats.org/drawingml/2006/main" w="0">
            <a:solidFill>
              <a:srgbClr val="1674D1"/>
            </a:solidFill>
            <a:prstDash val="solid"/>
          </a:ln>
        </p:spPr>
      </p:sp>
      <p:sp>
        <p:nvSpPr>
          <p:cNvPr id="108" name="path-821">
            <a:extLst xmlns:a="http://schemas.openxmlformats.org/drawingml/2006/main">
              <a:ext uri="{FF2B5EF4-FFF2-40B4-BE49-F238E27FC236}">
                <a16:creationId xmlns:a16="http://schemas.microsoft.com/office/drawing/2014/main" id="{C626C077-8FC5-4055-8769-81B3BAD6CE19}"/>
              </a:ext>
            </a:extLst>
          </p:cNvPr>
          <p:cNvSpPr>
            <a:spLocks xmlns:a="http://schemas.openxmlformats.org/drawingml/2006/main" noGrp="1"/>
          </p:cNvSpPr>
          <p:nvPr/>
        </p:nvSpPr>
        <p:spPr>
          <a:xfrm xmlns:a="http://schemas.openxmlformats.org/drawingml/2006/main">
            <a:off x="6305550" y="3276600"/>
            <a:ext cx="733425" cy="733425"/>
          </a:xfrm>
          <a:custGeom xmlns:a="http://schemas.openxmlformats.org/drawingml/2006/main">
            <a:pathLst>
              <a:path w="733425" h="733425">
                <a:moveTo>
                  <a:pt x="0" y="733425"/>
                </a:moveTo>
                <a:lnTo>
                  <a:pt x="447675" y="733425"/>
                </a:lnTo>
                <a:lnTo>
                  <a:pt x="447675" y="0"/>
                </a:lnTo>
                <a:lnTo>
                  <a:pt x="733425" y="0"/>
                </a:lnTo>
              </a:path>
            </a:pathLst>
          </a:custGeom>
          <a:noFill xmlns:a="http://schemas.openxmlformats.org/drawingml/2006/main"/>
          <a:ln xmlns:a="http://schemas.openxmlformats.org/drawingml/2006/main" w="22860">
            <a:solidFill>
              <a:srgbClr val="C86A1B"/>
            </a:solidFill>
            <a:prstDash val="solid"/>
          </a:ln>
        </p:spPr>
      </p:sp>
      <p:sp>
        <p:nvSpPr>
          <p:cNvPr id="109" name="path-822">
            <a:extLst xmlns:a="http://schemas.openxmlformats.org/drawingml/2006/main">
              <a:ext uri="{FF2B5EF4-FFF2-40B4-BE49-F238E27FC236}">
                <a16:creationId xmlns:a16="http://schemas.microsoft.com/office/drawing/2014/main" id="{C801F454-E61A-48B8-9868-F5B572C64761}"/>
              </a:ext>
            </a:extLst>
          </p:cNvPr>
          <p:cNvSpPr>
            <a:spLocks xmlns:a="http://schemas.openxmlformats.org/drawingml/2006/main" noGrp="1"/>
          </p:cNvSpPr>
          <p:nvPr/>
        </p:nvSpPr>
        <p:spPr>
          <a:xfrm xmlns:a="http://schemas.openxmlformats.org/drawingml/2006/main">
            <a:off x="6943725" y="3232785"/>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C86A1B"/>
          </a:solidFill>
          <a:ln xmlns:a="http://schemas.openxmlformats.org/drawingml/2006/main" w="0">
            <a:solidFill>
              <a:srgbClr val="C86A1B"/>
            </a:solidFill>
            <a:prstDash val="solid"/>
          </a:ln>
        </p:spPr>
      </p:sp>
      <p:sp>
        <p:nvSpPr>
          <p:cNvPr id="110" name="shape-823">
            <a:extLst xmlns:a="http://schemas.openxmlformats.org/drawingml/2006/main">
              <a:ext uri="{FF2B5EF4-FFF2-40B4-BE49-F238E27FC236}">
                <a16:creationId xmlns:a16="http://schemas.microsoft.com/office/drawing/2014/main" id="{FDCF5160-5B4F-4B95-AF12-7258B01B1677}"/>
              </a:ext>
            </a:extLst>
          </p:cNvPr>
          <p:cNvSpPr>
            <a:spLocks xmlns:a="http://schemas.openxmlformats.org/drawingml/2006/main" noGrp="1"/>
          </p:cNvSpPr>
          <p:nvPr/>
        </p:nvSpPr>
        <p:spPr>
          <a:xfrm xmlns:a="http://schemas.openxmlformats.org/drawingml/2006/main" rot="0">
            <a:off x="8963025" y="2571750"/>
            <a:ext cx="1619250" cy="1066800"/>
          </a:xfrm>
          <a:prstGeom xmlns:a="http://schemas.openxmlformats.org/drawingml/2006/main" prst="rect">
            <a:avLst/>
          </a:prstGeom>
          <a:solidFill xmlns:a="http://schemas.openxmlformats.org/drawingml/2006/main">
            <a:srgbClr val="EEE7FA"/>
          </a:solidFill>
          <a:ln xmlns:a="http://schemas.openxmlformats.org/drawingml/2006/main" w="15240">
            <a:solidFill>
              <a:srgbClr val="7351C7"/>
            </a:solidFill>
            <a:prstDash val="solid"/>
          </a:ln>
        </p:spPr>
      </p:sp>
      <p:sp>
        <p:nvSpPr>
          <p:cNvPr id="111" name="label-824">
            <a:extLst xmlns:a="http://schemas.openxmlformats.org/drawingml/2006/main">
              <a:ext uri="{FF2B5EF4-FFF2-40B4-BE49-F238E27FC236}">
                <a16:creationId xmlns:a16="http://schemas.microsoft.com/office/drawing/2014/main" id="{3E4B6FAB-9CE6-4429-B26C-8B56A375EDE1}"/>
              </a:ext>
            </a:extLst>
          </p:cNvPr>
          <p:cNvSpPr>
            <a:spLocks xmlns:a="http://schemas.openxmlformats.org/drawingml/2006/main" noGrp="1"/>
          </p:cNvSpPr>
          <p:nvPr/>
        </p:nvSpPr>
        <p:spPr>
          <a:xfrm xmlns:a="http://schemas.openxmlformats.org/drawingml/2006/main">
            <a:off x="9039225" y="2619375"/>
            <a:ext cx="146685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7351C7"/>
                </a:solidFill>
                <a:latin typeface="DejaVu Sans"/>
                <a:ea typeface="DejaVu Sans"/>
                <a:cs typeface="DejaVu Sans"/>
              </a:defRPr>
            </a:defPPr>
            <a:lvl1pPr algn="ctr">
              <a:defRPr sz="1725" b="1">
                <a:solidFill>
                  <a:srgbClr val="7351C7"/>
                </a:solidFill>
                <a:latin typeface="DejaVu Sans"/>
                <a:ea typeface="DejaVu Sans"/>
                <a:cs typeface="DejaVu Sans"/>
              </a:defRPr>
            </a:lvl1pPr>
            <a:lvl2pPr algn="ctr">
              <a:defRPr sz="1725" b="1">
                <a:solidFill>
                  <a:srgbClr val="7351C7"/>
                </a:solidFill>
                <a:latin typeface="DejaVu Sans"/>
                <a:ea typeface="DejaVu Sans"/>
                <a:cs typeface="DejaVu Sans"/>
              </a:defRPr>
            </a:lvl2pPr>
            <a:lvl3pPr algn="ctr">
              <a:defRPr sz="1725" b="1">
                <a:solidFill>
                  <a:srgbClr val="7351C7"/>
                </a:solidFill>
                <a:latin typeface="DejaVu Sans"/>
                <a:ea typeface="DejaVu Sans"/>
                <a:cs typeface="DejaVu Sans"/>
              </a:defRPr>
            </a:lvl3pPr>
            <a:lvl4pPr algn="ctr">
              <a:defRPr sz="1725" b="1">
                <a:solidFill>
                  <a:srgbClr val="7351C7"/>
                </a:solidFill>
                <a:latin typeface="DejaVu Sans"/>
                <a:ea typeface="DejaVu Sans"/>
                <a:cs typeface="DejaVu Sans"/>
              </a:defRPr>
            </a:lvl4pPr>
            <a:lvl5pPr algn="ctr">
              <a:defRPr sz="1725" b="1">
                <a:solidFill>
                  <a:srgbClr val="7351C7"/>
                </a:solidFill>
                <a:latin typeface="DejaVu Sans"/>
                <a:ea typeface="DejaVu Sans"/>
                <a:cs typeface="DejaVu Sans"/>
              </a:defRPr>
            </a:lvl5pPr>
            <a:lvl6pPr algn="ctr">
              <a:defRPr sz="1725" b="1">
                <a:solidFill>
                  <a:srgbClr val="7351C7"/>
                </a:solidFill>
                <a:latin typeface="DejaVu Sans"/>
                <a:ea typeface="DejaVu Sans"/>
                <a:cs typeface="DejaVu Sans"/>
              </a:defRPr>
            </a:lvl6pPr>
            <a:lvl7pPr algn="ctr">
              <a:defRPr sz="1725" b="1">
                <a:solidFill>
                  <a:srgbClr val="7351C7"/>
                </a:solidFill>
                <a:latin typeface="DejaVu Sans"/>
                <a:ea typeface="DejaVu Sans"/>
                <a:cs typeface="DejaVu Sans"/>
              </a:defRPr>
            </a:lvl7pPr>
            <a:lvl8pPr algn="ctr">
              <a:defRPr sz="1725" b="1">
                <a:solidFill>
                  <a:srgbClr val="7351C7"/>
                </a:solidFill>
                <a:latin typeface="DejaVu Sans"/>
                <a:ea typeface="DejaVu Sans"/>
                <a:cs typeface="DejaVu Sans"/>
              </a:defRPr>
            </a:lvl8pPr>
            <a:lvl9pPr algn="ctr">
              <a:defRPr sz="1725" b="1">
                <a:solidFill>
                  <a:srgbClr val="7351C7"/>
                </a:solidFill>
                <a:latin typeface="DejaVu Sans"/>
                <a:ea typeface="DejaVu Sans"/>
                <a:cs typeface="DejaVu Sans"/>
              </a:defRPr>
            </a:lvl9pPr>
          </a:lstStyle>
          <a:p xmlns:a="http://schemas.openxmlformats.org/drawingml/2006/main">
            <a:pPr algn="ctr">
              <a:defRPr sz="1725" b="1">
                <a:solidFill>
                  <a:srgbClr val="7351C7"/>
                </a:solidFill>
                <a:latin typeface="DejaVu Sans"/>
                <a:ea typeface="DejaVu Sans"/>
                <a:cs typeface="DejaVu Sans"/>
              </a:defRPr>
            </a:pPr>
            <a:r>
              <a:rPr sz="1725" b="1">
                <a:solidFill>
                  <a:srgbClr val="7351C7"/>
                </a:solidFill>
                <a:latin typeface="DejaVu Sans"/>
                <a:ea typeface="DejaVu Sans"/>
                <a:cs typeface="DejaVu Sans"/>
              </a:rPr>
              <a:t>3 × 3</a:t>
            </a:r>
          </a:p>
          <a:p xmlns:a="http://schemas.openxmlformats.org/drawingml/2006/main">
            <a:pPr algn="ctr">
              <a:defRPr sz="1725" b="1">
                <a:solidFill>
                  <a:srgbClr val="7351C7"/>
                </a:solidFill>
                <a:latin typeface="DejaVu Sans"/>
                <a:ea typeface="DejaVu Sans"/>
                <a:cs typeface="DejaVu Sans"/>
              </a:defRPr>
            </a:pPr>
            <a:r>
              <a:rPr sz="1725" b="1">
                <a:solidFill>
                  <a:srgbClr val="7351C7"/>
                </a:solidFill>
                <a:latin typeface="DejaVu Sans"/>
                <a:ea typeface="DejaVu Sans"/>
                <a:cs typeface="DejaVu Sans"/>
              </a:rPr>
              <a:t>BN + ReLU</a:t>
            </a:r>
          </a:p>
          <a:p xmlns:a="http://schemas.openxmlformats.org/drawingml/2006/main">
            <a:pPr algn="ctr">
              <a:defRPr sz="1725" b="1">
                <a:solidFill>
                  <a:srgbClr val="7351C7"/>
                </a:solidFill>
                <a:latin typeface="DejaVu Sans"/>
                <a:ea typeface="DejaVu Sans"/>
                <a:cs typeface="DejaVu Sans"/>
              </a:defRPr>
            </a:pPr>
            <a:r>
              <a:rPr sz="1725" b="1">
                <a:solidFill>
                  <a:srgbClr val="7351C7"/>
                </a:solidFill>
                <a:latin typeface="DejaVu Sans"/>
                <a:ea typeface="DejaVu Sans"/>
                <a:cs typeface="DejaVu Sans"/>
              </a:rPr>
              <a:t>256 ch</a:t>
            </a:r>
          </a:p>
        </p:txBody>
      </p:sp>
      <p:sp>
        <p:nvSpPr>
          <p:cNvPr id="112" name="path-825">
            <a:extLst xmlns:a="http://schemas.openxmlformats.org/drawingml/2006/main">
              <a:ext uri="{FF2B5EF4-FFF2-40B4-BE49-F238E27FC236}">
                <a16:creationId xmlns:a16="http://schemas.microsoft.com/office/drawing/2014/main" id="{12691811-C1A1-4DCA-9A79-C0AB51CB055B}"/>
              </a:ext>
            </a:extLst>
          </p:cNvPr>
          <p:cNvSpPr>
            <a:spLocks xmlns:a="http://schemas.openxmlformats.org/drawingml/2006/main" noGrp="1"/>
          </p:cNvSpPr>
          <p:nvPr/>
        </p:nvSpPr>
        <p:spPr>
          <a:xfrm xmlns:a="http://schemas.openxmlformats.org/drawingml/2006/main">
            <a:off x="8448675" y="3105150"/>
            <a:ext cx="514350" cy="953"/>
          </a:xfrm>
          <a:custGeom xmlns:a="http://schemas.openxmlformats.org/drawingml/2006/main">
            <a:pathLst>
              <a:path w="514350" h="953">
                <a:moveTo>
                  <a:pt x="0" y="0"/>
                </a:moveTo>
                <a:lnTo>
                  <a:pt x="514350" y="0"/>
                </a:lnTo>
              </a:path>
            </a:pathLst>
          </a:custGeom>
          <a:noFill xmlns:a="http://schemas.openxmlformats.org/drawingml/2006/main"/>
          <a:ln xmlns:a="http://schemas.openxmlformats.org/drawingml/2006/main" w="22860">
            <a:solidFill>
              <a:srgbClr val="7351C7"/>
            </a:solidFill>
            <a:prstDash val="solid"/>
          </a:ln>
        </p:spPr>
      </p:sp>
      <p:sp>
        <p:nvSpPr>
          <p:cNvPr id="113" name="path-826">
            <a:extLst xmlns:a="http://schemas.openxmlformats.org/drawingml/2006/main">
              <a:ext uri="{FF2B5EF4-FFF2-40B4-BE49-F238E27FC236}">
                <a16:creationId xmlns:a16="http://schemas.microsoft.com/office/drawing/2014/main" id="{49FB66AB-2007-40C2-9CA8-F97AA5457F0A}"/>
              </a:ext>
            </a:extLst>
          </p:cNvPr>
          <p:cNvSpPr>
            <a:spLocks xmlns:a="http://schemas.openxmlformats.org/drawingml/2006/main" noGrp="1"/>
          </p:cNvSpPr>
          <p:nvPr/>
        </p:nvSpPr>
        <p:spPr>
          <a:xfrm xmlns:a="http://schemas.openxmlformats.org/drawingml/2006/main">
            <a:off x="8867775" y="3061335"/>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7351C7"/>
          </a:solidFill>
          <a:ln xmlns:a="http://schemas.openxmlformats.org/drawingml/2006/main" w="0">
            <a:solidFill>
              <a:srgbClr val="7351C7"/>
            </a:solidFill>
            <a:prstDash val="solid"/>
          </a:ln>
        </p:spPr>
      </p:sp>
      <p:sp>
        <p:nvSpPr>
          <p:cNvPr id="114" name="shape-827">
            <a:extLst xmlns:a="http://schemas.openxmlformats.org/drawingml/2006/main">
              <a:ext uri="{FF2B5EF4-FFF2-40B4-BE49-F238E27FC236}">
                <a16:creationId xmlns:a16="http://schemas.microsoft.com/office/drawing/2014/main" id="{02C897D2-48F6-40B8-8C22-317426336C89}"/>
              </a:ext>
            </a:extLst>
          </p:cNvPr>
          <p:cNvSpPr>
            <a:spLocks xmlns:a="http://schemas.openxmlformats.org/drawingml/2006/main" noGrp="1"/>
          </p:cNvSpPr>
          <p:nvPr/>
        </p:nvSpPr>
        <p:spPr>
          <a:xfrm xmlns:a="http://schemas.openxmlformats.org/drawingml/2006/main" rot="0">
            <a:off x="11020425" y="2886075"/>
            <a:ext cx="438150" cy="438150"/>
          </a:xfrm>
          <a:prstGeom xmlns:a="http://schemas.openxmlformats.org/drawingml/2006/main" prst="ellipse">
            <a:avLst/>
          </a:prstGeom>
          <a:solidFill xmlns:a="http://schemas.openxmlformats.org/drawingml/2006/main">
            <a:srgbClr val="FFFFFF"/>
          </a:solidFill>
          <a:ln xmlns:a="http://schemas.openxmlformats.org/drawingml/2006/main" w="19050">
            <a:solidFill>
              <a:srgbClr val="7351C7"/>
            </a:solidFill>
            <a:prstDash val="solid"/>
          </a:ln>
        </p:spPr>
      </p:sp>
      <p:sp>
        <p:nvSpPr>
          <p:cNvPr id="115" name="label-828">
            <a:extLst xmlns:a="http://schemas.openxmlformats.org/drawingml/2006/main">
              <a:ext uri="{FF2B5EF4-FFF2-40B4-BE49-F238E27FC236}">
                <a16:creationId xmlns:a16="http://schemas.microsoft.com/office/drawing/2014/main" id="{107B60DA-B498-4F1E-8115-645695BEBAA3}"/>
              </a:ext>
            </a:extLst>
          </p:cNvPr>
          <p:cNvSpPr>
            <a:spLocks xmlns:a="http://schemas.openxmlformats.org/drawingml/2006/main" noGrp="1"/>
          </p:cNvSpPr>
          <p:nvPr/>
        </p:nvSpPr>
        <p:spPr>
          <a:xfrm xmlns:a="http://schemas.openxmlformats.org/drawingml/2006/main">
            <a:off x="11020425" y="2886075"/>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2025" b="1">
                <a:solidFill>
                  <a:srgbClr val="7351C7"/>
                </a:solidFill>
                <a:latin typeface="DejaVu Sans"/>
                <a:ea typeface="DejaVu Sans"/>
                <a:cs typeface="DejaVu Sans"/>
              </a:defRPr>
            </a:defPPr>
            <a:lvl1pPr algn="ctr">
              <a:defRPr sz="2025" b="1">
                <a:solidFill>
                  <a:srgbClr val="7351C7"/>
                </a:solidFill>
                <a:latin typeface="DejaVu Sans"/>
                <a:ea typeface="DejaVu Sans"/>
                <a:cs typeface="DejaVu Sans"/>
              </a:defRPr>
            </a:lvl1pPr>
            <a:lvl2pPr algn="ctr">
              <a:defRPr sz="2025" b="1">
                <a:solidFill>
                  <a:srgbClr val="7351C7"/>
                </a:solidFill>
                <a:latin typeface="DejaVu Sans"/>
                <a:ea typeface="DejaVu Sans"/>
                <a:cs typeface="DejaVu Sans"/>
              </a:defRPr>
            </a:lvl2pPr>
            <a:lvl3pPr algn="ctr">
              <a:defRPr sz="2025" b="1">
                <a:solidFill>
                  <a:srgbClr val="7351C7"/>
                </a:solidFill>
                <a:latin typeface="DejaVu Sans"/>
                <a:ea typeface="DejaVu Sans"/>
                <a:cs typeface="DejaVu Sans"/>
              </a:defRPr>
            </a:lvl3pPr>
            <a:lvl4pPr algn="ctr">
              <a:defRPr sz="2025" b="1">
                <a:solidFill>
                  <a:srgbClr val="7351C7"/>
                </a:solidFill>
                <a:latin typeface="DejaVu Sans"/>
                <a:ea typeface="DejaVu Sans"/>
                <a:cs typeface="DejaVu Sans"/>
              </a:defRPr>
            </a:lvl4pPr>
            <a:lvl5pPr algn="ctr">
              <a:defRPr sz="2025" b="1">
                <a:solidFill>
                  <a:srgbClr val="7351C7"/>
                </a:solidFill>
                <a:latin typeface="DejaVu Sans"/>
                <a:ea typeface="DejaVu Sans"/>
                <a:cs typeface="DejaVu Sans"/>
              </a:defRPr>
            </a:lvl5pPr>
            <a:lvl6pPr algn="ctr">
              <a:defRPr sz="2025" b="1">
                <a:solidFill>
                  <a:srgbClr val="7351C7"/>
                </a:solidFill>
                <a:latin typeface="DejaVu Sans"/>
                <a:ea typeface="DejaVu Sans"/>
                <a:cs typeface="DejaVu Sans"/>
              </a:defRPr>
            </a:lvl6pPr>
            <a:lvl7pPr algn="ctr">
              <a:defRPr sz="2025" b="1">
                <a:solidFill>
                  <a:srgbClr val="7351C7"/>
                </a:solidFill>
                <a:latin typeface="DejaVu Sans"/>
                <a:ea typeface="DejaVu Sans"/>
                <a:cs typeface="DejaVu Sans"/>
              </a:defRPr>
            </a:lvl7pPr>
            <a:lvl8pPr algn="ctr">
              <a:defRPr sz="2025" b="1">
                <a:solidFill>
                  <a:srgbClr val="7351C7"/>
                </a:solidFill>
                <a:latin typeface="DejaVu Sans"/>
                <a:ea typeface="DejaVu Sans"/>
                <a:cs typeface="DejaVu Sans"/>
              </a:defRPr>
            </a:lvl8pPr>
            <a:lvl9pPr algn="ctr">
              <a:defRPr sz="2025" b="1">
                <a:solidFill>
                  <a:srgbClr val="7351C7"/>
                </a:solidFill>
                <a:latin typeface="DejaVu Sans"/>
                <a:ea typeface="DejaVu Sans"/>
                <a:cs typeface="DejaVu Sans"/>
              </a:defRPr>
            </a:lvl9pPr>
          </a:lstStyle>
          <a:p xmlns:a="http://schemas.openxmlformats.org/drawingml/2006/main">
            <a:pPr algn="ctr">
              <a:defRPr sz="2025" b="1">
                <a:solidFill>
                  <a:srgbClr val="7351C7"/>
                </a:solidFill>
                <a:latin typeface="DejaVu Sans"/>
                <a:ea typeface="DejaVu Sans"/>
                <a:cs typeface="DejaVu Sans"/>
              </a:defRPr>
            </a:pPr>
            <a:r>
              <a:rPr sz="2025" b="1">
                <a:solidFill>
                  <a:srgbClr val="7351C7"/>
                </a:solidFill>
                <a:latin typeface="DejaVu Sans"/>
                <a:ea typeface="DejaVu Sans"/>
                <a:cs typeface="DejaVu Sans"/>
              </a:rPr>
              <a:t>+</a:t>
            </a:r>
          </a:p>
        </p:txBody>
      </p:sp>
      <p:sp>
        <p:nvSpPr>
          <p:cNvPr id="116" name="path-829">
            <a:extLst xmlns:a="http://schemas.openxmlformats.org/drawingml/2006/main">
              <a:ext uri="{FF2B5EF4-FFF2-40B4-BE49-F238E27FC236}">
                <a16:creationId xmlns:a16="http://schemas.microsoft.com/office/drawing/2014/main" id="{AF34E439-2B6D-450B-AA71-8A78AF03B446}"/>
              </a:ext>
            </a:extLst>
          </p:cNvPr>
          <p:cNvSpPr>
            <a:spLocks xmlns:a="http://schemas.openxmlformats.org/drawingml/2006/main" noGrp="1"/>
          </p:cNvSpPr>
          <p:nvPr/>
        </p:nvSpPr>
        <p:spPr>
          <a:xfrm xmlns:a="http://schemas.openxmlformats.org/drawingml/2006/main">
            <a:off x="10582275" y="3105150"/>
            <a:ext cx="438150" cy="953"/>
          </a:xfrm>
          <a:custGeom xmlns:a="http://schemas.openxmlformats.org/drawingml/2006/main">
            <a:pathLst>
              <a:path w="438150" h="953">
                <a:moveTo>
                  <a:pt x="0" y="0"/>
                </a:moveTo>
                <a:lnTo>
                  <a:pt x="438150" y="0"/>
                </a:lnTo>
              </a:path>
            </a:pathLst>
          </a:custGeom>
          <a:noFill xmlns:a="http://schemas.openxmlformats.org/drawingml/2006/main"/>
          <a:ln xmlns:a="http://schemas.openxmlformats.org/drawingml/2006/main" w="22860">
            <a:solidFill>
              <a:srgbClr val="7351C7"/>
            </a:solidFill>
            <a:prstDash val="solid"/>
          </a:ln>
        </p:spPr>
      </p:sp>
      <p:sp>
        <p:nvSpPr>
          <p:cNvPr id="117" name="path-830">
            <a:extLst xmlns:a="http://schemas.openxmlformats.org/drawingml/2006/main">
              <a:ext uri="{FF2B5EF4-FFF2-40B4-BE49-F238E27FC236}">
                <a16:creationId xmlns:a16="http://schemas.microsoft.com/office/drawing/2014/main" id="{9B7C1213-87DA-4EA3-90DA-6FB3DDF41EEE}"/>
              </a:ext>
            </a:extLst>
          </p:cNvPr>
          <p:cNvSpPr>
            <a:spLocks xmlns:a="http://schemas.openxmlformats.org/drawingml/2006/main" noGrp="1"/>
          </p:cNvSpPr>
          <p:nvPr/>
        </p:nvSpPr>
        <p:spPr>
          <a:xfrm xmlns:a="http://schemas.openxmlformats.org/drawingml/2006/main">
            <a:off x="10925175" y="3061335"/>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7351C7"/>
          </a:solidFill>
          <a:ln xmlns:a="http://schemas.openxmlformats.org/drawingml/2006/main" w="0">
            <a:solidFill>
              <a:srgbClr val="7351C7"/>
            </a:solidFill>
            <a:prstDash val="solid"/>
          </a:ln>
        </p:spPr>
      </p:sp>
      <p:sp>
        <p:nvSpPr>
          <p:cNvPr id="118" name="shape-831">
            <a:extLst xmlns:a="http://schemas.openxmlformats.org/drawingml/2006/main">
              <a:ext uri="{FF2B5EF4-FFF2-40B4-BE49-F238E27FC236}">
                <a16:creationId xmlns:a16="http://schemas.microsoft.com/office/drawing/2014/main" id="{D670189A-1007-455F-8942-6D7AA8865B2F}"/>
              </a:ext>
            </a:extLst>
          </p:cNvPr>
          <p:cNvSpPr>
            <a:spLocks xmlns:a="http://schemas.openxmlformats.org/drawingml/2006/main" noGrp="1"/>
          </p:cNvSpPr>
          <p:nvPr/>
        </p:nvSpPr>
        <p:spPr>
          <a:xfrm xmlns:a="http://schemas.openxmlformats.org/drawingml/2006/main" rot="0">
            <a:off x="7077075" y="4638675"/>
            <a:ext cx="3048000" cy="695325"/>
          </a:xfrm>
          <a:prstGeom xmlns:a="http://schemas.openxmlformats.org/drawingml/2006/main" prst="rect">
            <a:avLst/>
          </a:prstGeom>
          <a:solidFill xmlns:a="http://schemas.openxmlformats.org/drawingml/2006/main">
            <a:srgbClr val="FBE8D8"/>
          </a:solidFill>
          <a:ln xmlns:a="http://schemas.openxmlformats.org/drawingml/2006/main" w="15240">
            <a:solidFill>
              <a:srgbClr val="C86A1B"/>
            </a:solidFill>
            <a:prstDash val="solid"/>
          </a:ln>
        </p:spPr>
      </p:sp>
      <p:sp>
        <p:nvSpPr>
          <p:cNvPr id="119" name="label-832">
            <a:extLst xmlns:a="http://schemas.openxmlformats.org/drawingml/2006/main">
              <a:ext uri="{FF2B5EF4-FFF2-40B4-BE49-F238E27FC236}">
                <a16:creationId xmlns:a16="http://schemas.microsoft.com/office/drawing/2014/main" id="{2BFED1AA-B41A-401B-AC67-9B93808BE6A1}"/>
              </a:ext>
            </a:extLst>
          </p:cNvPr>
          <p:cNvSpPr>
            <a:spLocks xmlns:a="http://schemas.openxmlformats.org/drawingml/2006/main" noGrp="1"/>
          </p:cNvSpPr>
          <p:nvPr/>
        </p:nvSpPr>
        <p:spPr>
          <a:xfrm xmlns:a="http://schemas.openxmlformats.org/drawingml/2006/main">
            <a:off x="7153275" y="4686300"/>
            <a:ext cx="28956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C86A1B"/>
                </a:solidFill>
                <a:latin typeface="DejaVu Sans"/>
                <a:ea typeface="DejaVu Sans"/>
                <a:cs typeface="DejaVu Sans"/>
              </a:defRPr>
            </a:defPPr>
            <a:lvl1pPr algn="ctr">
              <a:defRPr sz="1800" b="1">
                <a:solidFill>
                  <a:srgbClr val="C86A1B"/>
                </a:solidFill>
                <a:latin typeface="DejaVu Sans"/>
                <a:ea typeface="DejaVu Sans"/>
                <a:cs typeface="DejaVu Sans"/>
              </a:defRPr>
            </a:lvl1pPr>
            <a:lvl2pPr algn="ctr">
              <a:defRPr sz="1800" b="1">
                <a:solidFill>
                  <a:srgbClr val="C86A1B"/>
                </a:solidFill>
                <a:latin typeface="DejaVu Sans"/>
                <a:ea typeface="DejaVu Sans"/>
                <a:cs typeface="DejaVu Sans"/>
              </a:defRPr>
            </a:lvl2pPr>
            <a:lvl3pPr algn="ctr">
              <a:defRPr sz="1800" b="1">
                <a:solidFill>
                  <a:srgbClr val="C86A1B"/>
                </a:solidFill>
                <a:latin typeface="DejaVu Sans"/>
                <a:ea typeface="DejaVu Sans"/>
                <a:cs typeface="DejaVu Sans"/>
              </a:defRPr>
            </a:lvl3pPr>
            <a:lvl4pPr algn="ctr">
              <a:defRPr sz="1800" b="1">
                <a:solidFill>
                  <a:srgbClr val="C86A1B"/>
                </a:solidFill>
                <a:latin typeface="DejaVu Sans"/>
                <a:ea typeface="DejaVu Sans"/>
                <a:cs typeface="DejaVu Sans"/>
              </a:defRPr>
            </a:lvl4pPr>
            <a:lvl5pPr algn="ctr">
              <a:defRPr sz="1800" b="1">
                <a:solidFill>
                  <a:srgbClr val="C86A1B"/>
                </a:solidFill>
                <a:latin typeface="DejaVu Sans"/>
                <a:ea typeface="DejaVu Sans"/>
                <a:cs typeface="DejaVu Sans"/>
              </a:defRPr>
            </a:lvl5pPr>
            <a:lvl6pPr algn="ctr">
              <a:defRPr sz="1800" b="1">
                <a:solidFill>
                  <a:srgbClr val="C86A1B"/>
                </a:solidFill>
                <a:latin typeface="DejaVu Sans"/>
                <a:ea typeface="DejaVu Sans"/>
                <a:cs typeface="DejaVu Sans"/>
              </a:defRPr>
            </a:lvl6pPr>
            <a:lvl7pPr algn="ctr">
              <a:defRPr sz="1800" b="1">
                <a:solidFill>
                  <a:srgbClr val="C86A1B"/>
                </a:solidFill>
                <a:latin typeface="DejaVu Sans"/>
                <a:ea typeface="DejaVu Sans"/>
                <a:cs typeface="DejaVu Sans"/>
              </a:defRPr>
            </a:lvl7pPr>
            <a:lvl8pPr algn="ctr">
              <a:defRPr sz="1800" b="1">
                <a:solidFill>
                  <a:srgbClr val="C86A1B"/>
                </a:solidFill>
                <a:latin typeface="DejaVu Sans"/>
                <a:ea typeface="DejaVu Sans"/>
                <a:cs typeface="DejaVu Sans"/>
              </a:defRPr>
            </a:lvl8pPr>
            <a:lvl9pPr algn="ctr">
              <a:defRPr sz="1800" b="1">
                <a:solidFill>
                  <a:srgbClr val="C86A1B"/>
                </a:solidFill>
                <a:latin typeface="DejaVu Sans"/>
                <a:ea typeface="DejaVu Sans"/>
                <a:cs typeface="DejaVu Sans"/>
              </a:defRPr>
            </a:lvl9pPr>
          </a:lstStyle>
          <a:p xmlns:a="http://schemas.openxmlformats.org/drawingml/2006/main">
            <a:pPr algn="ctr">
              <a:defRPr sz="1800" b="1">
                <a:solidFill>
                  <a:srgbClr val="C86A1B"/>
                </a:solidFill>
                <a:latin typeface="DejaVu Sans"/>
                <a:ea typeface="DejaVu Sans"/>
                <a:cs typeface="DejaVu Sans"/>
              </a:defRPr>
            </a:pPr>
            <a:r>
              <a:rPr sz="1800" b="1">
                <a:solidFill>
                  <a:srgbClr val="C86A1B"/>
                </a:solidFill>
                <a:latin typeface="DejaVu Sans"/>
                <a:ea typeface="DejaVu Sans"/>
                <a:cs typeface="DejaVu Sans"/>
              </a:rPr>
              <a:t>1 × 1 residual</a:t>
            </a:r>
          </a:p>
          <a:p xmlns:a="http://schemas.openxmlformats.org/drawingml/2006/main">
            <a:pPr algn="ctr">
              <a:defRPr sz="1800" b="1">
                <a:solidFill>
                  <a:srgbClr val="C86A1B"/>
                </a:solidFill>
                <a:latin typeface="DejaVu Sans"/>
                <a:ea typeface="DejaVu Sans"/>
                <a:cs typeface="DejaVu Sans"/>
              </a:defRPr>
            </a:pPr>
            <a:r>
              <a:rPr sz="1800" b="1">
                <a:solidFill>
                  <a:srgbClr val="C86A1B"/>
                </a:solidFill>
                <a:latin typeface="DejaVu Sans"/>
                <a:ea typeface="DejaVu Sans"/>
                <a:cs typeface="DejaVu Sans"/>
              </a:rPr>
              <a:t>128 → 256</a:t>
            </a:r>
          </a:p>
        </p:txBody>
      </p:sp>
      <p:sp>
        <p:nvSpPr>
          <p:cNvPr id="120" name="path-833">
            <a:extLst xmlns:a="http://schemas.openxmlformats.org/drawingml/2006/main">
              <a:ext uri="{FF2B5EF4-FFF2-40B4-BE49-F238E27FC236}">
                <a16:creationId xmlns:a16="http://schemas.microsoft.com/office/drawing/2014/main" id="{949C4230-BD01-4228-B3D7-02C324E8E20C}"/>
              </a:ext>
            </a:extLst>
          </p:cNvPr>
          <p:cNvSpPr>
            <a:spLocks xmlns:a="http://schemas.openxmlformats.org/drawingml/2006/main" noGrp="1"/>
          </p:cNvSpPr>
          <p:nvPr/>
        </p:nvSpPr>
        <p:spPr>
          <a:xfrm xmlns:a="http://schemas.openxmlformats.org/drawingml/2006/main">
            <a:off x="4695825" y="4391025"/>
            <a:ext cx="2381250" cy="590550"/>
          </a:xfrm>
          <a:custGeom xmlns:a="http://schemas.openxmlformats.org/drawingml/2006/main">
            <a:pathLst>
              <a:path w="2381250" h="590550">
                <a:moveTo>
                  <a:pt x="0" y="0"/>
                </a:moveTo>
                <a:lnTo>
                  <a:pt x="0" y="590550"/>
                </a:lnTo>
                <a:lnTo>
                  <a:pt x="2381250" y="590550"/>
                </a:lnTo>
              </a:path>
            </a:pathLst>
          </a:custGeom>
          <a:noFill xmlns:a="http://schemas.openxmlformats.org/drawingml/2006/main"/>
          <a:ln xmlns:a="http://schemas.openxmlformats.org/drawingml/2006/main" w="22860">
            <a:solidFill>
              <a:srgbClr val="C86A1B"/>
            </a:solidFill>
            <a:prstDash val="solid"/>
          </a:ln>
        </p:spPr>
      </p:sp>
      <p:sp>
        <p:nvSpPr>
          <p:cNvPr id="121" name="path-834">
            <a:extLst xmlns:a="http://schemas.openxmlformats.org/drawingml/2006/main">
              <a:ext uri="{FF2B5EF4-FFF2-40B4-BE49-F238E27FC236}">
                <a16:creationId xmlns:a16="http://schemas.microsoft.com/office/drawing/2014/main" id="{5DDD2A4E-A83E-4DCF-BED7-2F8D7903FDE9}"/>
              </a:ext>
            </a:extLst>
          </p:cNvPr>
          <p:cNvSpPr>
            <a:spLocks xmlns:a="http://schemas.openxmlformats.org/drawingml/2006/main" noGrp="1"/>
          </p:cNvSpPr>
          <p:nvPr/>
        </p:nvSpPr>
        <p:spPr>
          <a:xfrm xmlns:a="http://schemas.openxmlformats.org/drawingml/2006/main">
            <a:off x="6981825" y="4937760"/>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C86A1B"/>
          </a:solidFill>
          <a:ln xmlns:a="http://schemas.openxmlformats.org/drawingml/2006/main" w="0">
            <a:solidFill>
              <a:srgbClr val="C86A1B"/>
            </a:solidFill>
            <a:prstDash val="solid"/>
          </a:ln>
        </p:spPr>
      </p:sp>
      <p:sp>
        <p:nvSpPr>
          <p:cNvPr id="122" name="path-835">
            <a:extLst xmlns:a="http://schemas.openxmlformats.org/drawingml/2006/main">
              <a:ext uri="{FF2B5EF4-FFF2-40B4-BE49-F238E27FC236}">
                <a16:creationId xmlns:a16="http://schemas.microsoft.com/office/drawing/2014/main" id="{98D864C3-A217-4AB7-86FA-0CDA7B6ED144}"/>
              </a:ext>
            </a:extLst>
          </p:cNvPr>
          <p:cNvSpPr>
            <a:spLocks xmlns:a="http://schemas.openxmlformats.org/drawingml/2006/main" noGrp="1"/>
          </p:cNvSpPr>
          <p:nvPr/>
        </p:nvSpPr>
        <p:spPr>
          <a:xfrm xmlns:a="http://schemas.openxmlformats.org/drawingml/2006/main">
            <a:off x="10125075" y="3324225"/>
            <a:ext cx="1114425" cy="1657350"/>
          </a:xfrm>
          <a:custGeom xmlns:a="http://schemas.openxmlformats.org/drawingml/2006/main">
            <a:pathLst>
              <a:path w="1114425" h="1657350">
                <a:moveTo>
                  <a:pt x="0" y="1657350"/>
                </a:moveTo>
                <a:lnTo>
                  <a:pt x="1114425" y="1657350"/>
                </a:lnTo>
                <a:lnTo>
                  <a:pt x="1114425" y="0"/>
                </a:lnTo>
              </a:path>
            </a:pathLst>
          </a:custGeom>
          <a:noFill xmlns:a="http://schemas.openxmlformats.org/drawingml/2006/main"/>
          <a:ln xmlns:a="http://schemas.openxmlformats.org/drawingml/2006/main" w="22860">
            <a:solidFill>
              <a:srgbClr val="C86A1B"/>
            </a:solidFill>
            <a:prstDash val="solid"/>
          </a:ln>
        </p:spPr>
      </p:sp>
      <p:sp>
        <p:nvSpPr>
          <p:cNvPr id="123" name="path-836">
            <a:extLst xmlns:a="http://schemas.openxmlformats.org/drawingml/2006/main">
              <a:ext uri="{FF2B5EF4-FFF2-40B4-BE49-F238E27FC236}">
                <a16:creationId xmlns:a16="http://schemas.microsoft.com/office/drawing/2014/main" id="{0249FA4A-4F6B-4D4E-8289-589A3359E04B}"/>
              </a:ext>
            </a:extLst>
          </p:cNvPr>
          <p:cNvSpPr>
            <a:spLocks xmlns:a="http://schemas.openxmlformats.org/drawingml/2006/main" noGrp="1"/>
          </p:cNvSpPr>
          <p:nvPr/>
        </p:nvSpPr>
        <p:spPr>
          <a:xfrm xmlns:a="http://schemas.openxmlformats.org/drawingml/2006/main">
            <a:off x="11195685" y="3324225"/>
            <a:ext cx="87630" cy="95250"/>
          </a:xfrm>
          <a:custGeom xmlns:a="http://schemas.openxmlformats.org/drawingml/2006/main">
            <a:pathLst>
              <a:path w="87630" h="95250">
                <a:moveTo>
                  <a:pt x="43815" y="0"/>
                </a:moveTo>
                <a:lnTo>
                  <a:pt x="0" y="95250"/>
                </a:lnTo>
                <a:lnTo>
                  <a:pt x="87630" y="95250"/>
                </a:lnTo>
                <a:close/>
              </a:path>
            </a:pathLst>
          </a:custGeom>
          <a:solidFill xmlns:a="http://schemas.openxmlformats.org/drawingml/2006/main">
            <a:srgbClr val="C86A1B"/>
          </a:solidFill>
          <a:ln xmlns:a="http://schemas.openxmlformats.org/drawingml/2006/main" w="0">
            <a:solidFill>
              <a:srgbClr val="C86A1B"/>
            </a:solidFill>
            <a:prstDash val="solid"/>
          </a:ln>
        </p:spPr>
      </p:sp>
      <p:sp>
        <p:nvSpPr>
          <p:cNvPr id="124" name="label-837">
            <a:extLst xmlns:a="http://schemas.openxmlformats.org/drawingml/2006/main">
              <a:ext uri="{FF2B5EF4-FFF2-40B4-BE49-F238E27FC236}">
                <a16:creationId xmlns:a16="http://schemas.microsoft.com/office/drawing/2014/main" id="{98095E47-7E02-450B-BA67-D6A04293124C}"/>
              </a:ext>
            </a:extLst>
          </p:cNvPr>
          <p:cNvSpPr>
            <a:spLocks xmlns:a="http://schemas.openxmlformats.org/drawingml/2006/main" noGrp="1"/>
          </p:cNvSpPr>
          <p:nvPr/>
        </p:nvSpPr>
        <p:spPr>
          <a:xfrm xmlns:a="http://schemas.openxmlformats.org/drawingml/2006/main">
            <a:off x="9744075" y="1676400"/>
            <a:ext cx="19145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75" b="0">
                <a:solidFill>
                  <a:srgbClr val="7351C7"/>
                </a:solidFill>
                <a:latin typeface="DejaVu Sans"/>
                <a:ea typeface="DejaVu Sans"/>
                <a:cs typeface="DejaVu Sans"/>
              </a:defRPr>
            </a:defPPr>
            <a:lvl1pPr algn="ctr">
              <a:defRPr sz="1575" b="0">
                <a:solidFill>
                  <a:srgbClr val="7351C7"/>
                </a:solidFill>
                <a:latin typeface="DejaVu Sans"/>
                <a:ea typeface="DejaVu Sans"/>
                <a:cs typeface="DejaVu Sans"/>
              </a:defRPr>
            </a:lvl1pPr>
            <a:lvl2pPr algn="ctr">
              <a:defRPr sz="1575" b="0">
                <a:solidFill>
                  <a:srgbClr val="7351C7"/>
                </a:solidFill>
                <a:latin typeface="DejaVu Sans"/>
                <a:ea typeface="DejaVu Sans"/>
                <a:cs typeface="DejaVu Sans"/>
              </a:defRPr>
            </a:lvl2pPr>
            <a:lvl3pPr algn="ctr">
              <a:defRPr sz="1575" b="0">
                <a:solidFill>
                  <a:srgbClr val="7351C7"/>
                </a:solidFill>
                <a:latin typeface="DejaVu Sans"/>
                <a:ea typeface="DejaVu Sans"/>
                <a:cs typeface="DejaVu Sans"/>
              </a:defRPr>
            </a:lvl3pPr>
            <a:lvl4pPr algn="ctr">
              <a:defRPr sz="1575" b="0">
                <a:solidFill>
                  <a:srgbClr val="7351C7"/>
                </a:solidFill>
                <a:latin typeface="DejaVu Sans"/>
                <a:ea typeface="DejaVu Sans"/>
                <a:cs typeface="DejaVu Sans"/>
              </a:defRPr>
            </a:lvl4pPr>
            <a:lvl5pPr algn="ctr">
              <a:defRPr sz="1575" b="0">
                <a:solidFill>
                  <a:srgbClr val="7351C7"/>
                </a:solidFill>
                <a:latin typeface="DejaVu Sans"/>
                <a:ea typeface="DejaVu Sans"/>
                <a:cs typeface="DejaVu Sans"/>
              </a:defRPr>
            </a:lvl5pPr>
            <a:lvl6pPr algn="ctr">
              <a:defRPr sz="1575" b="0">
                <a:solidFill>
                  <a:srgbClr val="7351C7"/>
                </a:solidFill>
                <a:latin typeface="DejaVu Sans"/>
                <a:ea typeface="DejaVu Sans"/>
                <a:cs typeface="DejaVu Sans"/>
              </a:defRPr>
            </a:lvl6pPr>
            <a:lvl7pPr algn="ctr">
              <a:defRPr sz="1575" b="0">
                <a:solidFill>
                  <a:srgbClr val="7351C7"/>
                </a:solidFill>
                <a:latin typeface="DejaVu Sans"/>
                <a:ea typeface="DejaVu Sans"/>
                <a:cs typeface="DejaVu Sans"/>
              </a:defRPr>
            </a:lvl7pPr>
            <a:lvl8pPr algn="ctr">
              <a:defRPr sz="1575" b="0">
                <a:solidFill>
                  <a:srgbClr val="7351C7"/>
                </a:solidFill>
                <a:latin typeface="DejaVu Sans"/>
                <a:ea typeface="DejaVu Sans"/>
                <a:cs typeface="DejaVu Sans"/>
              </a:defRPr>
            </a:lvl8pPr>
            <a:lvl9pPr algn="ctr">
              <a:defRPr sz="1575" b="0">
                <a:solidFill>
                  <a:srgbClr val="7351C7"/>
                </a:solidFill>
                <a:latin typeface="DejaVu Sans"/>
                <a:ea typeface="DejaVu Sans"/>
                <a:cs typeface="DejaVu Sans"/>
              </a:defRPr>
            </a:lvl9pPr>
          </a:lstStyle>
          <a:p xmlns:a="http://schemas.openxmlformats.org/drawingml/2006/main">
            <a:pPr algn="ctr">
              <a:defRPr sz="1575" b="0">
                <a:solidFill>
                  <a:srgbClr val="7351C7"/>
                </a:solidFill>
                <a:latin typeface="DejaVu Sans"/>
                <a:ea typeface="DejaVu Sans"/>
                <a:cs typeface="DejaVu Sans"/>
              </a:defRPr>
            </a:pPr>
            <a:r>
              <a:rPr sz="1575" b="0">
                <a:solidFill>
                  <a:srgbClr val="7351C7"/>
                </a:solidFill>
                <a:latin typeface="DejaVu Sans"/>
                <a:ea typeface="DejaVu Sans"/>
                <a:cs typeface="DejaVu Sans"/>
              </a:rPr>
              <a:t>Fused BEV</a:t>
            </a:r>
          </a:p>
          <a:p xmlns:a="http://schemas.openxmlformats.org/drawingml/2006/main">
            <a:pPr algn="ctr">
              <a:defRPr sz="1575" b="0">
                <a:solidFill>
                  <a:srgbClr val="7351C7"/>
                </a:solidFill>
                <a:latin typeface="DejaVu Sans"/>
                <a:ea typeface="DejaVu Sans"/>
                <a:cs typeface="DejaVu Sans"/>
              </a:defRPr>
            </a:pPr>
            <a:r>
              <a:rPr sz="1575" b="0">
                <a:solidFill>
                  <a:srgbClr val="7351C7"/>
                </a:solidFill>
                <a:latin typeface="DejaVu Sans"/>
                <a:ea typeface="DejaVu Sans"/>
                <a:cs typeface="DejaVu Sans"/>
              </a:rPr>
              <a:t>256 ch, 180 × 180</a:t>
            </a:r>
          </a:p>
        </p:txBody>
      </p:sp>
      <p:sp>
        <p:nvSpPr>
          <p:cNvPr id="125" name="label-838">
            <a:extLst xmlns:a="http://schemas.openxmlformats.org/drawingml/2006/main">
              <a:ext uri="{FF2B5EF4-FFF2-40B4-BE49-F238E27FC236}">
                <a16:creationId xmlns:a16="http://schemas.microsoft.com/office/drawing/2014/main" id="{0E4AAA11-1290-4301-9F4A-4127CF4AEDA1}"/>
              </a:ext>
            </a:extLst>
          </p:cNvPr>
          <p:cNvSpPr>
            <a:spLocks xmlns:a="http://schemas.openxmlformats.org/drawingml/2006/main" noGrp="1"/>
          </p:cNvSpPr>
          <p:nvPr/>
        </p:nvSpPr>
        <p:spPr>
          <a:xfrm xmlns:a="http://schemas.openxmlformats.org/drawingml/2006/main">
            <a:off x="4105275" y="5543550"/>
            <a:ext cx="75438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7351C7"/>
                </a:solidFill>
                <a:latin typeface="DejaVu Sans"/>
                <a:ea typeface="DejaVu Sans"/>
                <a:cs typeface="DejaVu Sans"/>
              </a:defRPr>
            </a:defPPr>
            <a:lvl1pPr algn="l">
              <a:defRPr sz="2100" b="1">
                <a:solidFill>
                  <a:srgbClr val="7351C7"/>
                </a:solidFill>
                <a:latin typeface="DejaVu Sans"/>
                <a:ea typeface="DejaVu Sans"/>
                <a:cs typeface="DejaVu Sans"/>
              </a:defRPr>
            </a:lvl1pPr>
            <a:lvl2pPr algn="l">
              <a:defRPr sz="2100" b="1">
                <a:solidFill>
                  <a:srgbClr val="7351C7"/>
                </a:solidFill>
                <a:latin typeface="DejaVu Sans"/>
                <a:ea typeface="DejaVu Sans"/>
                <a:cs typeface="DejaVu Sans"/>
              </a:defRPr>
            </a:lvl2pPr>
            <a:lvl3pPr algn="l">
              <a:defRPr sz="2100" b="1">
                <a:solidFill>
                  <a:srgbClr val="7351C7"/>
                </a:solidFill>
                <a:latin typeface="DejaVu Sans"/>
                <a:ea typeface="DejaVu Sans"/>
                <a:cs typeface="DejaVu Sans"/>
              </a:defRPr>
            </a:lvl3pPr>
            <a:lvl4pPr algn="l">
              <a:defRPr sz="2100" b="1">
                <a:solidFill>
                  <a:srgbClr val="7351C7"/>
                </a:solidFill>
                <a:latin typeface="DejaVu Sans"/>
                <a:ea typeface="DejaVu Sans"/>
                <a:cs typeface="DejaVu Sans"/>
              </a:defRPr>
            </a:lvl4pPr>
            <a:lvl5pPr algn="l">
              <a:defRPr sz="2100" b="1">
                <a:solidFill>
                  <a:srgbClr val="7351C7"/>
                </a:solidFill>
                <a:latin typeface="DejaVu Sans"/>
                <a:ea typeface="DejaVu Sans"/>
                <a:cs typeface="DejaVu Sans"/>
              </a:defRPr>
            </a:lvl5pPr>
            <a:lvl6pPr algn="l">
              <a:defRPr sz="2100" b="1">
                <a:solidFill>
                  <a:srgbClr val="7351C7"/>
                </a:solidFill>
                <a:latin typeface="DejaVu Sans"/>
                <a:ea typeface="DejaVu Sans"/>
                <a:cs typeface="DejaVu Sans"/>
              </a:defRPr>
            </a:lvl6pPr>
            <a:lvl7pPr algn="l">
              <a:defRPr sz="2100" b="1">
                <a:solidFill>
                  <a:srgbClr val="7351C7"/>
                </a:solidFill>
                <a:latin typeface="DejaVu Sans"/>
                <a:ea typeface="DejaVu Sans"/>
                <a:cs typeface="DejaVu Sans"/>
              </a:defRPr>
            </a:lvl7pPr>
            <a:lvl8pPr algn="l">
              <a:defRPr sz="2100" b="1">
                <a:solidFill>
                  <a:srgbClr val="7351C7"/>
                </a:solidFill>
                <a:latin typeface="DejaVu Sans"/>
                <a:ea typeface="DejaVu Sans"/>
                <a:cs typeface="DejaVu Sans"/>
              </a:defRPr>
            </a:lvl8pPr>
            <a:lvl9pPr algn="l">
              <a:defRPr sz="2100" b="1">
                <a:solidFill>
                  <a:srgbClr val="7351C7"/>
                </a:solidFill>
                <a:latin typeface="DejaVu Sans"/>
                <a:ea typeface="DejaVu Sans"/>
                <a:cs typeface="DejaVu Sans"/>
              </a:defRPr>
            </a:lvl9pPr>
          </a:lstStyle>
          <a:p xmlns:a="http://schemas.openxmlformats.org/drawingml/2006/main">
            <a:pPr algn="l">
              <a:defRPr sz="2100" b="1">
                <a:solidFill>
                  <a:srgbClr val="7351C7"/>
                </a:solidFill>
                <a:latin typeface="DejaVu Sans"/>
                <a:ea typeface="DejaVu Sans"/>
                <a:cs typeface="DejaVu Sans"/>
              </a:defRPr>
            </a:pPr>
            <a:r>
              <a:rPr sz="2100" b="1">
                <a:solidFill>
                  <a:srgbClr val="7351C7"/>
                </a:solidFill>
                <a:latin typeface="DejaVu Sans"/>
                <a:ea typeface="DejaVu Sans"/>
                <a:cs typeface="DejaVu Sans"/>
              </a:rPr>
              <a:t>F = ψ([G·U, (1−G)·V]) + WᵣV</a:t>
            </a:r>
          </a:p>
        </p:txBody>
      </p:sp>
      <p:sp>
        <p:nvSpPr>
          <p:cNvPr id="126" name="path-839">
            <a:extLst xmlns:a="http://schemas.openxmlformats.org/drawingml/2006/main">
              <a:ext uri="{FF2B5EF4-FFF2-40B4-BE49-F238E27FC236}">
                <a16:creationId xmlns:a16="http://schemas.microsoft.com/office/drawing/2014/main" id="{35C1FC7A-5CAC-4999-B827-55D65042C15D}"/>
              </a:ext>
            </a:extLst>
          </p:cNvPr>
          <p:cNvSpPr>
            <a:spLocks xmlns:a="http://schemas.openxmlformats.org/drawingml/2006/main" noGrp="1"/>
          </p:cNvSpPr>
          <p:nvPr/>
        </p:nvSpPr>
        <p:spPr>
          <a:xfrm xmlns:a="http://schemas.openxmlformats.org/drawingml/2006/main">
            <a:off x="533400" y="6019800"/>
            <a:ext cx="11125200" cy="953"/>
          </a:xfrm>
          <a:custGeom xmlns:a="http://schemas.openxmlformats.org/drawingml/2006/main">
            <a:pathLst>
              <a:path w="11125200" h="953">
                <a:moveTo>
                  <a:pt x="0" y="0"/>
                </a:moveTo>
                <a:lnTo>
                  <a:pt x="11125200" y="0"/>
                </a:lnTo>
              </a:path>
            </a:pathLst>
          </a:custGeom>
          <a:noFill xmlns:a="http://schemas.openxmlformats.org/drawingml/2006/main"/>
          <a:ln xmlns:a="http://schemas.openxmlformats.org/drawingml/2006/main" w="9525">
            <a:solidFill>
              <a:srgbClr val="CFD7E2"/>
            </a:solidFill>
            <a:prstDash val="solid"/>
          </a:ln>
        </p:spPr>
      </p:sp>
      <p:sp>
        <p:nvSpPr>
          <p:cNvPr id="127" name="label-840">
            <a:extLst xmlns:a="http://schemas.openxmlformats.org/drawingml/2006/main">
              <a:ext uri="{FF2B5EF4-FFF2-40B4-BE49-F238E27FC236}">
                <a16:creationId xmlns:a16="http://schemas.microsoft.com/office/drawing/2014/main" id="{7CFF3D52-FF28-43ED-B467-313342D5ED5E}"/>
              </a:ext>
            </a:extLst>
          </p:cNvPr>
          <p:cNvSpPr>
            <a:spLocks xmlns:a="http://schemas.openxmlformats.org/drawingml/2006/main" noGrp="1"/>
          </p:cNvSpPr>
          <p:nvPr/>
        </p:nvSpPr>
        <p:spPr>
          <a:xfrm xmlns:a="http://schemas.openxmlformats.org/drawingml/2006/main">
            <a:off x="533400" y="6181725"/>
            <a:ext cx="10334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6253B"/>
                </a:solidFill>
                <a:latin typeface="DejaVu Sans"/>
                <a:ea typeface="DejaVu Sans"/>
                <a:cs typeface="DejaVu Sans"/>
              </a:defRPr>
            </a:defPPr>
            <a:lvl1pPr algn="l">
              <a:defRPr sz="1725" b="0">
                <a:solidFill>
                  <a:srgbClr val="16253B"/>
                </a:solidFill>
                <a:latin typeface="DejaVu Sans"/>
                <a:ea typeface="DejaVu Sans"/>
                <a:cs typeface="DejaVu Sans"/>
              </a:defRPr>
            </a:lvl1pPr>
            <a:lvl2pPr algn="l">
              <a:defRPr sz="1725" b="0">
                <a:solidFill>
                  <a:srgbClr val="16253B"/>
                </a:solidFill>
                <a:latin typeface="DejaVu Sans"/>
                <a:ea typeface="DejaVu Sans"/>
                <a:cs typeface="DejaVu Sans"/>
              </a:defRPr>
            </a:lvl2pPr>
            <a:lvl3pPr algn="l">
              <a:defRPr sz="1725" b="0">
                <a:solidFill>
                  <a:srgbClr val="16253B"/>
                </a:solidFill>
                <a:latin typeface="DejaVu Sans"/>
                <a:ea typeface="DejaVu Sans"/>
                <a:cs typeface="DejaVu Sans"/>
              </a:defRPr>
            </a:lvl3pPr>
            <a:lvl4pPr algn="l">
              <a:defRPr sz="1725" b="0">
                <a:solidFill>
                  <a:srgbClr val="16253B"/>
                </a:solidFill>
                <a:latin typeface="DejaVu Sans"/>
                <a:ea typeface="DejaVu Sans"/>
                <a:cs typeface="DejaVu Sans"/>
              </a:defRPr>
            </a:lvl4pPr>
            <a:lvl5pPr algn="l">
              <a:defRPr sz="1725" b="0">
                <a:solidFill>
                  <a:srgbClr val="16253B"/>
                </a:solidFill>
                <a:latin typeface="DejaVu Sans"/>
                <a:ea typeface="DejaVu Sans"/>
                <a:cs typeface="DejaVu Sans"/>
              </a:defRPr>
            </a:lvl5pPr>
            <a:lvl6pPr algn="l">
              <a:defRPr sz="1725" b="0">
                <a:solidFill>
                  <a:srgbClr val="16253B"/>
                </a:solidFill>
                <a:latin typeface="DejaVu Sans"/>
                <a:ea typeface="DejaVu Sans"/>
                <a:cs typeface="DejaVu Sans"/>
              </a:defRPr>
            </a:lvl6pPr>
            <a:lvl7pPr algn="l">
              <a:defRPr sz="1725" b="0">
                <a:solidFill>
                  <a:srgbClr val="16253B"/>
                </a:solidFill>
                <a:latin typeface="DejaVu Sans"/>
                <a:ea typeface="DejaVu Sans"/>
                <a:cs typeface="DejaVu Sans"/>
              </a:defRPr>
            </a:lvl7pPr>
            <a:lvl8pPr algn="l">
              <a:defRPr sz="1725" b="0">
                <a:solidFill>
                  <a:srgbClr val="16253B"/>
                </a:solidFill>
                <a:latin typeface="DejaVu Sans"/>
                <a:ea typeface="DejaVu Sans"/>
                <a:cs typeface="DejaVu Sans"/>
              </a:defRPr>
            </a:lvl8pPr>
            <a:lvl9pPr algn="l">
              <a:defRPr sz="1725" b="0">
                <a:solidFill>
                  <a:srgbClr val="16253B"/>
                </a:solidFill>
                <a:latin typeface="DejaVu Sans"/>
                <a:ea typeface="DejaVu Sans"/>
                <a:cs typeface="DejaVu Sans"/>
              </a:defRPr>
            </a:lvl9pPr>
          </a:lstStyle>
          <a:p xmlns:a="http://schemas.openxmlformats.org/drawingml/2006/main">
            <a:pPr algn="l">
              <a:defRPr sz="1725" b="0">
                <a:solidFill>
                  <a:srgbClr val="16253B"/>
                </a:solidFill>
                <a:latin typeface="DejaVu Sans"/>
                <a:ea typeface="DejaVu Sans"/>
                <a:cs typeface="DejaVu Sans"/>
              </a:defRPr>
            </a:pPr>
            <a:r>
              <a:rPr sz="1725" b="0">
                <a:solidFill>
                  <a:srgbClr val="16253B"/>
                </a:solidFill>
                <a:latin typeface="DejaVu Sans"/>
                <a:ea typeface="DejaVu Sans"/>
                <a:cs typeface="DejaVu Sans"/>
              </a:rPr>
              <a:t>A high G increases the camera contribution. The LiDAR residual remains an additional path.</a:t>
            </a:r>
          </a:p>
        </p:txBody>
      </p:sp>
    </p:spTree>
    <p:extLst>
      <p:ext uri="{BB962C8B-B14F-4D97-AF65-F5344CB8AC3E}">
        <p14:creationId xmlns:p14="http://schemas.microsoft.com/office/powerpoint/2010/main" val="384404136"/>
      </p:ext>
    </p:extLst>
  </p:cSld>
</p:sld>
</file>

<file path=ppt/slides/slide10.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150" name="slide-title">
            <a:extLst xmlns:a="http://schemas.openxmlformats.org/drawingml/2006/main">
              <a:ext uri="{FF2B5EF4-FFF2-40B4-BE49-F238E27FC236}">
                <a16:creationId xmlns:a16="http://schemas.microsoft.com/office/drawing/2014/main" id="{13988361-BF94-423B-98AA-8ECCFF8A8897}"/>
              </a:ext>
            </a:extLst>
          </p:cNvPr>
          <p:cNvSpPr>
            <a:spLocks xmlns:a="http://schemas.openxmlformats.org/drawingml/2006/main" noGrp="1"/>
          </p:cNvSpPr>
          <p:nvPr/>
        </p:nvSpPr>
        <p:spPr>
          <a:xfrm xmlns:a="http://schemas.openxmlformats.org/drawingml/2006/main">
            <a:off x="533400" y="361950"/>
            <a:ext cx="1112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6253B"/>
                </a:solidFill>
                <a:latin typeface="DejaVu Sans"/>
                <a:ea typeface="DejaVu Sans"/>
                <a:cs typeface="DejaVu Sans"/>
              </a:defRPr>
            </a:defPPr>
            <a:lvl1pPr algn="l">
              <a:defRPr sz="3300" b="1">
                <a:solidFill>
                  <a:srgbClr val="16253B"/>
                </a:solidFill>
                <a:latin typeface="DejaVu Sans"/>
                <a:ea typeface="DejaVu Sans"/>
                <a:cs typeface="DejaVu Sans"/>
              </a:defRPr>
            </a:lvl1pPr>
            <a:lvl2pPr algn="l">
              <a:defRPr sz="3300" b="1">
                <a:solidFill>
                  <a:srgbClr val="16253B"/>
                </a:solidFill>
                <a:latin typeface="DejaVu Sans"/>
                <a:ea typeface="DejaVu Sans"/>
                <a:cs typeface="DejaVu Sans"/>
              </a:defRPr>
            </a:lvl2pPr>
            <a:lvl3pPr algn="l">
              <a:defRPr sz="3300" b="1">
                <a:solidFill>
                  <a:srgbClr val="16253B"/>
                </a:solidFill>
                <a:latin typeface="DejaVu Sans"/>
                <a:ea typeface="DejaVu Sans"/>
                <a:cs typeface="DejaVu Sans"/>
              </a:defRPr>
            </a:lvl3pPr>
            <a:lvl4pPr algn="l">
              <a:defRPr sz="3300" b="1">
                <a:solidFill>
                  <a:srgbClr val="16253B"/>
                </a:solidFill>
                <a:latin typeface="DejaVu Sans"/>
                <a:ea typeface="DejaVu Sans"/>
                <a:cs typeface="DejaVu Sans"/>
              </a:defRPr>
            </a:lvl4pPr>
            <a:lvl5pPr algn="l">
              <a:defRPr sz="3300" b="1">
                <a:solidFill>
                  <a:srgbClr val="16253B"/>
                </a:solidFill>
                <a:latin typeface="DejaVu Sans"/>
                <a:ea typeface="DejaVu Sans"/>
                <a:cs typeface="DejaVu Sans"/>
              </a:defRPr>
            </a:lvl5pPr>
            <a:lvl6pPr algn="l">
              <a:defRPr sz="3300" b="1">
                <a:solidFill>
                  <a:srgbClr val="16253B"/>
                </a:solidFill>
                <a:latin typeface="DejaVu Sans"/>
                <a:ea typeface="DejaVu Sans"/>
                <a:cs typeface="DejaVu Sans"/>
              </a:defRPr>
            </a:lvl6pPr>
            <a:lvl7pPr algn="l">
              <a:defRPr sz="3300" b="1">
                <a:solidFill>
                  <a:srgbClr val="16253B"/>
                </a:solidFill>
                <a:latin typeface="DejaVu Sans"/>
                <a:ea typeface="DejaVu Sans"/>
                <a:cs typeface="DejaVu Sans"/>
              </a:defRPr>
            </a:lvl7pPr>
            <a:lvl8pPr algn="l">
              <a:defRPr sz="3300" b="1">
                <a:solidFill>
                  <a:srgbClr val="16253B"/>
                </a:solidFill>
                <a:latin typeface="DejaVu Sans"/>
                <a:ea typeface="DejaVu Sans"/>
                <a:cs typeface="DejaVu Sans"/>
              </a:defRPr>
            </a:lvl8pPr>
            <a:lvl9pPr algn="l">
              <a:defRPr sz="3300" b="1">
                <a:solidFill>
                  <a:srgbClr val="16253B"/>
                </a:solidFill>
                <a:latin typeface="DejaVu Sans"/>
                <a:ea typeface="DejaVu Sans"/>
                <a:cs typeface="DejaVu Sans"/>
              </a:defRPr>
            </a:lvl9pPr>
          </a:lstStyle>
          <a:p xmlns:a="http://schemas.openxmlformats.org/drawingml/2006/main">
            <a:pPr algn="l">
              <a:defRPr sz="3300" b="1">
                <a:solidFill>
                  <a:srgbClr val="16253B"/>
                </a:solidFill>
                <a:latin typeface="DejaVu Sans"/>
                <a:ea typeface="DejaVu Sans"/>
                <a:cs typeface="DejaVu Sans"/>
              </a:defRPr>
            </a:pPr>
            <a:r>
              <a:rPr sz="3300" b="1">
                <a:solidFill>
                  <a:srgbClr val="16253B"/>
                </a:solidFill>
                <a:latin typeface="DejaVu Sans"/>
                <a:ea typeface="DejaVu Sans"/>
                <a:cs typeface="DejaVu Sans"/>
              </a:rPr>
              <a:t>The fused map becomes 200 object queries</a:t>
            </a:r>
          </a:p>
        </p:txBody>
      </p:sp>
      <p:sp>
        <p:nvSpPr>
          <p:cNvPr id="2" name="label-841">
            <a:extLst xmlns:a="http://schemas.openxmlformats.org/drawingml/2006/main">
              <a:ext uri="{FF2B5EF4-FFF2-40B4-BE49-F238E27FC236}">
                <a16:creationId xmlns:a16="http://schemas.microsoft.com/office/drawing/2014/main" id="{27D161C0-B76D-45C8-8860-BDF9F9711D63}"/>
              </a:ext>
            </a:extLst>
          </p:cNvPr>
          <p:cNvSpPr>
            <a:spLocks xmlns:a="http://schemas.openxmlformats.org/drawingml/2006/main" noGrp="1"/>
          </p:cNvSpPr>
          <p:nvPr/>
        </p:nvSpPr>
        <p:spPr>
          <a:xfrm xmlns:a="http://schemas.openxmlformats.org/drawingml/2006/main">
            <a:off x="11144250" y="64674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77C"/>
                </a:solidFill>
                <a:latin typeface="DejaVu Sans"/>
                <a:ea typeface="DejaVu Sans"/>
                <a:cs typeface="DejaVu Sans"/>
              </a:defRPr>
            </a:defPPr>
            <a:lvl1pPr algn="r">
              <a:defRPr sz="1200" b="0">
                <a:solidFill>
                  <a:srgbClr val="58677C"/>
                </a:solidFill>
                <a:latin typeface="DejaVu Sans"/>
                <a:ea typeface="DejaVu Sans"/>
                <a:cs typeface="DejaVu Sans"/>
              </a:defRPr>
            </a:lvl1pPr>
            <a:lvl2pPr algn="r">
              <a:defRPr sz="1200" b="0">
                <a:solidFill>
                  <a:srgbClr val="58677C"/>
                </a:solidFill>
                <a:latin typeface="DejaVu Sans"/>
                <a:ea typeface="DejaVu Sans"/>
                <a:cs typeface="DejaVu Sans"/>
              </a:defRPr>
            </a:lvl2pPr>
            <a:lvl3pPr algn="r">
              <a:defRPr sz="1200" b="0">
                <a:solidFill>
                  <a:srgbClr val="58677C"/>
                </a:solidFill>
                <a:latin typeface="DejaVu Sans"/>
                <a:ea typeface="DejaVu Sans"/>
                <a:cs typeface="DejaVu Sans"/>
              </a:defRPr>
            </a:lvl3pPr>
            <a:lvl4pPr algn="r">
              <a:defRPr sz="1200" b="0">
                <a:solidFill>
                  <a:srgbClr val="58677C"/>
                </a:solidFill>
                <a:latin typeface="DejaVu Sans"/>
                <a:ea typeface="DejaVu Sans"/>
                <a:cs typeface="DejaVu Sans"/>
              </a:defRPr>
            </a:lvl4pPr>
            <a:lvl5pPr algn="r">
              <a:defRPr sz="1200" b="0">
                <a:solidFill>
                  <a:srgbClr val="58677C"/>
                </a:solidFill>
                <a:latin typeface="DejaVu Sans"/>
                <a:ea typeface="DejaVu Sans"/>
                <a:cs typeface="DejaVu Sans"/>
              </a:defRPr>
            </a:lvl5pPr>
            <a:lvl6pPr algn="r">
              <a:defRPr sz="1200" b="0">
                <a:solidFill>
                  <a:srgbClr val="58677C"/>
                </a:solidFill>
                <a:latin typeface="DejaVu Sans"/>
                <a:ea typeface="DejaVu Sans"/>
                <a:cs typeface="DejaVu Sans"/>
              </a:defRPr>
            </a:lvl6pPr>
            <a:lvl7pPr algn="r">
              <a:defRPr sz="1200" b="0">
                <a:solidFill>
                  <a:srgbClr val="58677C"/>
                </a:solidFill>
                <a:latin typeface="DejaVu Sans"/>
                <a:ea typeface="DejaVu Sans"/>
                <a:cs typeface="DejaVu Sans"/>
              </a:defRPr>
            </a:lvl7pPr>
            <a:lvl8pPr algn="r">
              <a:defRPr sz="1200" b="0">
                <a:solidFill>
                  <a:srgbClr val="58677C"/>
                </a:solidFill>
                <a:latin typeface="DejaVu Sans"/>
                <a:ea typeface="DejaVu Sans"/>
                <a:cs typeface="DejaVu Sans"/>
              </a:defRPr>
            </a:lvl8pPr>
            <a:lvl9pPr algn="r">
              <a:defRPr sz="1200" b="0">
                <a:solidFill>
                  <a:srgbClr val="58677C"/>
                </a:solidFill>
                <a:latin typeface="DejaVu Sans"/>
                <a:ea typeface="DejaVu Sans"/>
                <a:cs typeface="DejaVu Sans"/>
              </a:defRPr>
            </a:lvl9pPr>
          </a:lstStyle>
          <a:p xmlns:a="http://schemas.openxmlformats.org/drawingml/2006/main">
            <a:pPr algn="r">
              <a:defRPr sz="1200" b="0">
                <a:solidFill>
                  <a:srgbClr val="58677C"/>
                </a:solidFill>
                <a:latin typeface="DejaVu Sans"/>
                <a:ea typeface="DejaVu Sans"/>
                <a:cs typeface="DejaVu Sans"/>
              </a:defRPr>
            </a:pPr>
            <a:r>
              <a:rPr sz="1200" b="0">
                <a:solidFill>
                  <a:srgbClr val="58677C"/>
                </a:solidFill>
                <a:latin typeface="DejaVu Sans"/>
                <a:ea typeface="DejaVu Sans"/>
                <a:cs typeface="DejaVu Sans"/>
              </a:rPr>
              <a:t>10</a:t>
            </a:r>
          </a:p>
        </p:txBody>
      </p:sp>
      <p:sp>
        <p:nvSpPr>
          <p:cNvPr id="3" name="shape-842">
            <a:extLst xmlns:a="http://schemas.openxmlformats.org/drawingml/2006/main">
              <a:ext uri="{FF2B5EF4-FFF2-40B4-BE49-F238E27FC236}">
                <a16:creationId xmlns:a16="http://schemas.microsoft.com/office/drawing/2014/main" id="{4C2650FA-82E0-4F04-AED9-98EBDD046A94}"/>
              </a:ext>
            </a:extLst>
          </p:cNvPr>
          <p:cNvSpPr>
            <a:spLocks xmlns:a="http://schemas.openxmlformats.org/drawingml/2006/main" noGrp="1"/>
          </p:cNvSpPr>
          <p:nvPr/>
        </p:nvSpPr>
        <p:spPr>
          <a:xfrm xmlns:a="http://schemas.openxmlformats.org/drawingml/2006/main" rot="0">
            <a:off x="533400" y="1504950"/>
            <a:ext cx="2314575" cy="781050"/>
          </a:xfrm>
          <a:prstGeom xmlns:a="http://schemas.openxmlformats.org/drawingml/2006/main" prst="rect">
            <a:avLst/>
          </a:prstGeom>
          <a:solidFill xmlns:a="http://schemas.openxmlformats.org/drawingml/2006/main">
            <a:srgbClr val="EEE7FA"/>
          </a:solidFill>
          <a:ln xmlns:a="http://schemas.openxmlformats.org/drawingml/2006/main" w="15240">
            <a:solidFill>
              <a:srgbClr val="7351C7"/>
            </a:solidFill>
            <a:prstDash val="solid"/>
          </a:ln>
        </p:spPr>
      </p:sp>
      <p:sp>
        <p:nvSpPr>
          <p:cNvPr id="4" name="label-843">
            <a:extLst xmlns:a="http://schemas.openxmlformats.org/drawingml/2006/main">
              <a:ext uri="{FF2B5EF4-FFF2-40B4-BE49-F238E27FC236}">
                <a16:creationId xmlns:a16="http://schemas.microsoft.com/office/drawing/2014/main" id="{2F9073BA-EC9A-433F-AAD5-B6BBB27B899F}"/>
              </a:ext>
            </a:extLst>
          </p:cNvPr>
          <p:cNvSpPr>
            <a:spLocks xmlns:a="http://schemas.openxmlformats.org/drawingml/2006/main" noGrp="1"/>
          </p:cNvSpPr>
          <p:nvPr/>
        </p:nvSpPr>
        <p:spPr>
          <a:xfrm xmlns:a="http://schemas.openxmlformats.org/drawingml/2006/main">
            <a:off x="609600" y="1552575"/>
            <a:ext cx="2162175"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7351C7"/>
                </a:solidFill>
                <a:latin typeface="DejaVu Sans"/>
                <a:ea typeface="DejaVu Sans"/>
                <a:cs typeface="DejaVu Sans"/>
              </a:defRPr>
            </a:defPPr>
            <a:lvl1pPr algn="ctr">
              <a:defRPr sz="1800" b="1">
                <a:solidFill>
                  <a:srgbClr val="7351C7"/>
                </a:solidFill>
                <a:latin typeface="DejaVu Sans"/>
                <a:ea typeface="DejaVu Sans"/>
                <a:cs typeface="DejaVu Sans"/>
              </a:defRPr>
            </a:lvl1pPr>
            <a:lvl2pPr algn="ctr">
              <a:defRPr sz="1800" b="1">
                <a:solidFill>
                  <a:srgbClr val="7351C7"/>
                </a:solidFill>
                <a:latin typeface="DejaVu Sans"/>
                <a:ea typeface="DejaVu Sans"/>
                <a:cs typeface="DejaVu Sans"/>
              </a:defRPr>
            </a:lvl2pPr>
            <a:lvl3pPr algn="ctr">
              <a:defRPr sz="1800" b="1">
                <a:solidFill>
                  <a:srgbClr val="7351C7"/>
                </a:solidFill>
                <a:latin typeface="DejaVu Sans"/>
                <a:ea typeface="DejaVu Sans"/>
                <a:cs typeface="DejaVu Sans"/>
              </a:defRPr>
            </a:lvl3pPr>
            <a:lvl4pPr algn="ctr">
              <a:defRPr sz="1800" b="1">
                <a:solidFill>
                  <a:srgbClr val="7351C7"/>
                </a:solidFill>
                <a:latin typeface="DejaVu Sans"/>
                <a:ea typeface="DejaVu Sans"/>
                <a:cs typeface="DejaVu Sans"/>
              </a:defRPr>
            </a:lvl4pPr>
            <a:lvl5pPr algn="ctr">
              <a:defRPr sz="1800" b="1">
                <a:solidFill>
                  <a:srgbClr val="7351C7"/>
                </a:solidFill>
                <a:latin typeface="DejaVu Sans"/>
                <a:ea typeface="DejaVu Sans"/>
                <a:cs typeface="DejaVu Sans"/>
              </a:defRPr>
            </a:lvl5pPr>
            <a:lvl6pPr algn="ctr">
              <a:defRPr sz="1800" b="1">
                <a:solidFill>
                  <a:srgbClr val="7351C7"/>
                </a:solidFill>
                <a:latin typeface="DejaVu Sans"/>
                <a:ea typeface="DejaVu Sans"/>
                <a:cs typeface="DejaVu Sans"/>
              </a:defRPr>
            </a:lvl6pPr>
            <a:lvl7pPr algn="ctr">
              <a:defRPr sz="1800" b="1">
                <a:solidFill>
                  <a:srgbClr val="7351C7"/>
                </a:solidFill>
                <a:latin typeface="DejaVu Sans"/>
                <a:ea typeface="DejaVu Sans"/>
                <a:cs typeface="DejaVu Sans"/>
              </a:defRPr>
            </a:lvl7pPr>
            <a:lvl8pPr algn="ctr">
              <a:defRPr sz="1800" b="1">
                <a:solidFill>
                  <a:srgbClr val="7351C7"/>
                </a:solidFill>
                <a:latin typeface="DejaVu Sans"/>
                <a:ea typeface="DejaVu Sans"/>
                <a:cs typeface="DejaVu Sans"/>
              </a:defRPr>
            </a:lvl8pPr>
            <a:lvl9pPr algn="ctr">
              <a:defRPr sz="1800" b="1">
                <a:solidFill>
                  <a:srgbClr val="7351C7"/>
                </a:solidFill>
                <a:latin typeface="DejaVu Sans"/>
                <a:ea typeface="DejaVu Sans"/>
                <a:cs typeface="DejaVu Sans"/>
              </a:defRPr>
            </a:lvl9pPr>
          </a:lstStyle>
          <a:p xmlns:a="http://schemas.openxmlformats.org/drawingml/2006/main">
            <a:pPr algn="ctr">
              <a:defRPr sz="1800" b="1">
                <a:solidFill>
                  <a:srgbClr val="7351C7"/>
                </a:solidFill>
                <a:latin typeface="DejaVu Sans"/>
                <a:ea typeface="DejaVu Sans"/>
                <a:cs typeface="DejaVu Sans"/>
              </a:defRPr>
            </a:pPr>
            <a:r>
              <a:rPr sz="1800" b="1">
                <a:solidFill>
                  <a:srgbClr val="7351C7"/>
                </a:solidFill>
                <a:latin typeface="DejaVu Sans"/>
                <a:ea typeface="DejaVu Sans"/>
                <a:cs typeface="DejaVu Sans"/>
              </a:rPr>
              <a:t>Fused BEV</a:t>
            </a:r>
          </a:p>
          <a:p xmlns:a="http://schemas.openxmlformats.org/drawingml/2006/main">
            <a:pPr algn="ctr">
              <a:defRPr sz="1800" b="1">
                <a:solidFill>
                  <a:srgbClr val="7351C7"/>
                </a:solidFill>
                <a:latin typeface="DejaVu Sans"/>
                <a:ea typeface="DejaVu Sans"/>
                <a:cs typeface="DejaVu Sans"/>
              </a:defRPr>
            </a:pPr>
            <a:r>
              <a:rPr sz="1800" b="1">
                <a:solidFill>
                  <a:srgbClr val="7351C7"/>
                </a:solidFill>
                <a:latin typeface="DejaVu Sans"/>
                <a:ea typeface="DejaVu Sans"/>
                <a:cs typeface="DejaVu Sans"/>
              </a:rPr>
              <a:t>256 × 180 × 180</a:t>
            </a:r>
          </a:p>
        </p:txBody>
      </p:sp>
      <p:sp>
        <p:nvSpPr>
          <p:cNvPr id="5" name="shape-844">
            <a:extLst xmlns:a="http://schemas.openxmlformats.org/drawingml/2006/main">
              <a:ext uri="{FF2B5EF4-FFF2-40B4-BE49-F238E27FC236}">
                <a16:creationId xmlns:a16="http://schemas.microsoft.com/office/drawing/2014/main" id="{7B373BB7-582D-46C3-84EC-4351D50DB8F7}"/>
              </a:ext>
            </a:extLst>
          </p:cNvPr>
          <p:cNvSpPr>
            <a:spLocks xmlns:a="http://schemas.openxmlformats.org/drawingml/2006/main" noGrp="1"/>
          </p:cNvSpPr>
          <p:nvPr/>
        </p:nvSpPr>
        <p:spPr>
          <a:xfrm xmlns:a="http://schemas.openxmlformats.org/drawingml/2006/main" rot="0">
            <a:off x="3390900" y="1504950"/>
            <a:ext cx="2476500" cy="781050"/>
          </a:xfrm>
          <a:prstGeom xmlns:a="http://schemas.openxmlformats.org/drawingml/2006/main" prst="rect">
            <a:avLst/>
          </a:prstGeom>
          <a:solidFill xmlns:a="http://schemas.openxmlformats.org/drawingml/2006/main">
            <a:srgbClr val="E5EBF2"/>
          </a:solidFill>
          <a:ln xmlns:a="http://schemas.openxmlformats.org/drawingml/2006/main" w="15240">
            <a:solidFill>
              <a:srgbClr val="304C68"/>
            </a:solidFill>
            <a:prstDash val="solid"/>
          </a:ln>
        </p:spPr>
      </p:sp>
      <p:sp>
        <p:nvSpPr>
          <p:cNvPr id="6" name="label-845">
            <a:extLst xmlns:a="http://schemas.openxmlformats.org/drawingml/2006/main">
              <a:ext uri="{FF2B5EF4-FFF2-40B4-BE49-F238E27FC236}">
                <a16:creationId xmlns:a16="http://schemas.microsoft.com/office/drawing/2014/main" id="{55003DCC-8B3E-4458-AC7F-12425AC27F78}"/>
              </a:ext>
            </a:extLst>
          </p:cNvPr>
          <p:cNvSpPr>
            <a:spLocks xmlns:a="http://schemas.openxmlformats.org/drawingml/2006/main" noGrp="1"/>
          </p:cNvSpPr>
          <p:nvPr/>
        </p:nvSpPr>
        <p:spPr>
          <a:xfrm xmlns:a="http://schemas.openxmlformats.org/drawingml/2006/main">
            <a:off x="3467100" y="1552575"/>
            <a:ext cx="2324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304C68"/>
                </a:solidFill>
                <a:latin typeface="DejaVu Sans"/>
                <a:ea typeface="DejaVu Sans"/>
                <a:cs typeface="DejaVu Sans"/>
              </a:defRPr>
            </a:defPPr>
            <a:lvl1pPr algn="ctr">
              <a:defRPr sz="1800" b="1">
                <a:solidFill>
                  <a:srgbClr val="304C68"/>
                </a:solidFill>
                <a:latin typeface="DejaVu Sans"/>
                <a:ea typeface="DejaVu Sans"/>
                <a:cs typeface="DejaVu Sans"/>
              </a:defRPr>
            </a:lvl1pPr>
            <a:lvl2pPr algn="ctr">
              <a:defRPr sz="1800" b="1">
                <a:solidFill>
                  <a:srgbClr val="304C68"/>
                </a:solidFill>
                <a:latin typeface="DejaVu Sans"/>
                <a:ea typeface="DejaVu Sans"/>
                <a:cs typeface="DejaVu Sans"/>
              </a:defRPr>
            </a:lvl2pPr>
            <a:lvl3pPr algn="ctr">
              <a:defRPr sz="1800" b="1">
                <a:solidFill>
                  <a:srgbClr val="304C68"/>
                </a:solidFill>
                <a:latin typeface="DejaVu Sans"/>
                <a:ea typeface="DejaVu Sans"/>
                <a:cs typeface="DejaVu Sans"/>
              </a:defRPr>
            </a:lvl3pPr>
            <a:lvl4pPr algn="ctr">
              <a:defRPr sz="1800" b="1">
                <a:solidFill>
                  <a:srgbClr val="304C68"/>
                </a:solidFill>
                <a:latin typeface="DejaVu Sans"/>
                <a:ea typeface="DejaVu Sans"/>
                <a:cs typeface="DejaVu Sans"/>
              </a:defRPr>
            </a:lvl4pPr>
            <a:lvl5pPr algn="ctr">
              <a:defRPr sz="1800" b="1">
                <a:solidFill>
                  <a:srgbClr val="304C68"/>
                </a:solidFill>
                <a:latin typeface="DejaVu Sans"/>
                <a:ea typeface="DejaVu Sans"/>
                <a:cs typeface="DejaVu Sans"/>
              </a:defRPr>
            </a:lvl5pPr>
            <a:lvl6pPr algn="ctr">
              <a:defRPr sz="1800" b="1">
                <a:solidFill>
                  <a:srgbClr val="304C68"/>
                </a:solidFill>
                <a:latin typeface="DejaVu Sans"/>
                <a:ea typeface="DejaVu Sans"/>
                <a:cs typeface="DejaVu Sans"/>
              </a:defRPr>
            </a:lvl6pPr>
            <a:lvl7pPr algn="ctr">
              <a:defRPr sz="1800" b="1">
                <a:solidFill>
                  <a:srgbClr val="304C68"/>
                </a:solidFill>
                <a:latin typeface="DejaVu Sans"/>
                <a:ea typeface="DejaVu Sans"/>
                <a:cs typeface="DejaVu Sans"/>
              </a:defRPr>
            </a:lvl7pPr>
            <a:lvl8pPr algn="ctr">
              <a:defRPr sz="1800" b="1">
                <a:solidFill>
                  <a:srgbClr val="304C68"/>
                </a:solidFill>
                <a:latin typeface="DejaVu Sans"/>
                <a:ea typeface="DejaVu Sans"/>
                <a:cs typeface="DejaVu Sans"/>
              </a:defRPr>
            </a:lvl8pPr>
            <a:lvl9pPr algn="ctr">
              <a:defRPr sz="1800" b="1">
                <a:solidFill>
                  <a:srgbClr val="304C68"/>
                </a:solidFill>
                <a:latin typeface="DejaVu Sans"/>
                <a:ea typeface="DejaVu Sans"/>
                <a:cs typeface="DejaVu Sans"/>
              </a:defRPr>
            </a:lvl9pPr>
          </a:lstStyle>
          <a:p xmlns:a="http://schemas.openxmlformats.org/drawingml/2006/main">
            <a:pPr algn="ctr">
              <a:defRPr sz="1800" b="1">
                <a:solidFill>
                  <a:srgbClr val="304C68"/>
                </a:solidFill>
                <a:latin typeface="DejaVu Sans"/>
                <a:ea typeface="DejaVu Sans"/>
                <a:cs typeface="DejaVu Sans"/>
              </a:defRPr>
            </a:pPr>
            <a:r>
              <a:rPr sz="1800" b="1">
                <a:solidFill>
                  <a:srgbClr val="304C68"/>
                </a:solidFill>
                <a:latin typeface="DejaVu Sans"/>
                <a:ea typeface="DejaVu Sans"/>
                <a:cs typeface="DejaVu Sans"/>
              </a:rPr>
              <a:t>SECOND + FPN</a:t>
            </a:r>
          </a:p>
          <a:p xmlns:a="http://schemas.openxmlformats.org/drawingml/2006/main">
            <a:pPr algn="ctr">
              <a:defRPr sz="1800" b="1">
                <a:solidFill>
                  <a:srgbClr val="304C68"/>
                </a:solidFill>
                <a:latin typeface="DejaVu Sans"/>
                <a:ea typeface="DejaVu Sans"/>
                <a:cs typeface="DejaVu Sans"/>
              </a:defRPr>
            </a:pPr>
            <a:r>
              <a:rPr sz="1800" b="1">
                <a:solidFill>
                  <a:srgbClr val="304C68"/>
                </a:solidFill>
                <a:latin typeface="DejaVu Sans"/>
                <a:ea typeface="DejaVu Sans"/>
                <a:cs typeface="DejaVu Sans"/>
              </a:rPr>
              <a:t>512 × 180 × 180</a:t>
            </a:r>
          </a:p>
        </p:txBody>
      </p:sp>
      <p:sp>
        <p:nvSpPr>
          <p:cNvPr id="7" name="path-846">
            <a:extLst xmlns:a="http://schemas.openxmlformats.org/drawingml/2006/main">
              <a:ext uri="{FF2B5EF4-FFF2-40B4-BE49-F238E27FC236}">
                <a16:creationId xmlns:a16="http://schemas.microsoft.com/office/drawing/2014/main" id="{C6E28728-D8AD-4D5C-9A5D-A9F8F9F3FEA8}"/>
              </a:ext>
            </a:extLst>
          </p:cNvPr>
          <p:cNvSpPr>
            <a:spLocks xmlns:a="http://schemas.openxmlformats.org/drawingml/2006/main" noGrp="1"/>
          </p:cNvSpPr>
          <p:nvPr/>
        </p:nvSpPr>
        <p:spPr>
          <a:xfrm xmlns:a="http://schemas.openxmlformats.org/drawingml/2006/main">
            <a:off x="2847975" y="1895475"/>
            <a:ext cx="542925" cy="953"/>
          </a:xfrm>
          <a:custGeom xmlns:a="http://schemas.openxmlformats.org/drawingml/2006/main">
            <a:pathLst>
              <a:path w="542925" h="953">
                <a:moveTo>
                  <a:pt x="0" y="0"/>
                </a:moveTo>
                <a:lnTo>
                  <a:pt x="542925" y="0"/>
                </a:lnTo>
              </a:path>
            </a:pathLst>
          </a:custGeom>
          <a:noFill xmlns:a="http://schemas.openxmlformats.org/drawingml/2006/main"/>
          <a:ln xmlns:a="http://schemas.openxmlformats.org/drawingml/2006/main" w="22860">
            <a:solidFill>
              <a:srgbClr val="304C68"/>
            </a:solidFill>
            <a:prstDash val="solid"/>
          </a:ln>
        </p:spPr>
      </p:sp>
      <p:sp>
        <p:nvSpPr>
          <p:cNvPr id="8" name="path-847">
            <a:extLst xmlns:a="http://schemas.openxmlformats.org/drawingml/2006/main">
              <a:ext uri="{FF2B5EF4-FFF2-40B4-BE49-F238E27FC236}">
                <a16:creationId xmlns:a16="http://schemas.microsoft.com/office/drawing/2014/main" id="{2A7D82CE-036A-43B6-BDB8-C6389CA28754}"/>
              </a:ext>
            </a:extLst>
          </p:cNvPr>
          <p:cNvSpPr>
            <a:spLocks xmlns:a="http://schemas.openxmlformats.org/drawingml/2006/main" noGrp="1"/>
          </p:cNvSpPr>
          <p:nvPr/>
        </p:nvSpPr>
        <p:spPr>
          <a:xfrm xmlns:a="http://schemas.openxmlformats.org/drawingml/2006/main">
            <a:off x="3295650" y="1851660"/>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304C68"/>
          </a:solidFill>
          <a:ln xmlns:a="http://schemas.openxmlformats.org/drawingml/2006/main" w="0">
            <a:solidFill>
              <a:srgbClr val="304C68"/>
            </a:solidFill>
            <a:prstDash val="solid"/>
          </a:ln>
        </p:spPr>
      </p:sp>
      <p:sp>
        <p:nvSpPr>
          <p:cNvPr id="9" name="shape-848">
            <a:extLst xmlns:a="http://schemas.openxmlformats.org/drawingml/2006/main">
              <a:ext uri="{FF2B5EF4-FFF2-40B4-BE49-F238E27FC236}">
                <a16:creationId xmlns:a16="http://schemas.microsoft.com/office/drawing/2014/main" id="{B4D7D5E7-4350-439E-82CC-14239D4DA3F7}"/>
              </a:ext>
            </a:extLst>
          </p:cNvPr>
          <p:cNvSpPr>
            <a:spLocks xmlns:a="http://schemas.openxmlformats.org/drawingml/2006/main" noGrp="1"/>
          </p:cNvSpPr>
          <p:nvPr/>
        </p:nvSpPr>
        <p:spPr>
          <a:xfrm xmlns:a="http://schemas.openxmlformats.org/drawingml/2006/main" rot="0">
            <a:off x="6429375" y="1504950"/>
            <a:ext cx="2476500" cy="781050"/>
          </a:xfrm>
          <a:prstGeom xmlns:a="http://schemas.openxmlformats.org/drawingml/2006/main" prst="rect">
            <a:avLst/>
          </a:prstGeom>
          <a:solidFill xmlns:a="http://schemas.openxmlformats.org/drawingml/2006/main">
            <a:srgbClr val="E5EBF2"/>
          </a:solidFill>
          <a:ln xmlns:a="http://schemas.openxmlformats.org/drawingml/2006/main" w="15240">
            <a:solidFill>
              <a:srgbClr val="304C68"/>
            </a:solidFill>
            <a:prstDash val="solid"/>
          </a:ln>
        </p:spPr>
      </p:sp>
      <p:sp>
        <p:nvSpPr>
          <p:cNvPr id="10" name="label-849">
            <a:extLst xmlns:a="http://schemas.openxmlformats.org/drawingml/2006/main">
              <a:ext uri="{FF2B5EF4-FFF2-40B4-BE49-F238E27FC236}">
                <a16:creationId xmlns:a16="http://schemas.microsoft.com/office/drawing/2014/main" id="{FB1167DC-D8DD-477A-856A-31A358CE6058}"/>
              </a:ext>
            </a:extLst>
          </p:cNvPr>
          <p:cNvSpPr>
            <a:spLocks xmlns:a="http://schemas.openxmlformats.org/drawingml/2006/main" noGrp="1"/>
          </p:cNvSpPr>
          <p:nvPr/>
        </p:nvSpPr>
        <p:spPr>
          <a:xfrm xmlns:a="http://schemas.openxmlformats.org/drawingml/2006/main">
            <a:off x="6505575" y="1552575"/>
            <a:ext cx="23241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304C68"/>
                </a:solidFill>
                <a:latin typeface="DejaVu Sans"/>
                <a:ea typeface="DejaVu Sans"/>
                <a:cs typeface="DejaVu Sans"/>
              </a:defRPr>
            </a:defPPr>
            <a:lvl1pPr algn="ctr">
              <a:defRPr sz="1800" b="1">
                <a:solidFill>
                  <a:srgbClr val="304C68"/>
                </a:solidFill>
                <a:latin typeface="DejaVu Sans"/>
                <a:ea typeface="DejaVu Sans"/>
                <a:cs typeface="DejaVu Sans"/>
              </a:defRPr>
            </a:lvl1pPr>
            <a:lvl2pPr algn="ctr">
              <a:defRPr sz="1800" b="1">
                <a:solidFill>
                  <a:srgbClr val="304C68"/>
                </a:solidFill>
                <a:latin typeface="DejaVu Sans"/>
                <a:ea typeface="DejaVu Sans"/>
                <a:cs typeface="DejaVu Sans"/>
              </a:defRPr>
            </a:lvl2pPr>
            <a:lvl3pPr algn="ctr">
              <a:defRPr sz="1800" b="1">
                <a:solidFill>
                  <a:srgbClr val="304C68"/>
                </a:solidFill>
                <a:latin typeface="DejaVu Sans"/>
                <a:ea typeface="DejaVu Sans"/>
                <a:cs typeface="DejaVu Sans"/>
              </a:defRPr>
            </a:lvl3pPr>
            <a:lvl4pPr algn="ctr">
              <a:defRPr sz="1800" b="1">
                <a:solidFill>
                  <a:srgbClr val="304C68"/>
                </a:solidFill>
                <a:latin typeface="DejaVu Sans"/>
                <a:ea typeface="DejaVu Sans"/>
                <a:cs typeface="DejaVu Sans"/>
              </a:defRPr>
            </a:lvl4pPr>
            <a:lvl5pPr algn="ctr">
              <a:defRPr sz="1800" b="1">
                <a:solidFill>
                  <a:srgbClr val="304C68"/>
                </a:solidFill>
                <a:latin typeface="DejaVu Sans"/>
                <a:ea typeface="DejaVu Sans"/>
                <a:cs typeface="DejaVu Sans"/>
              </a:defRPr>
            </a:lvl5pPr>
            <a:lvl6pPr algn="ctr">
              <a:defRPr sz="1800" b="1">
                <a:solidFill>
                  <a:srgbClr val="304C68"/>
                </a:solidFill>
                <a:latin typeface="DejaVu Sans"/>
                <a:ea typeface="DejaVu Sans"/>
                <a:cs typeface="DejaVu Sans"/>
              </a:defRPr>
            </a:lvl6pPr>
            <a:lvl7pPr algn="ctr">
              <a:defRPr sz="1800" b="1">
                <a:solidFill>
                  <a:srgbClr val="304C68"/>
                </a:solidFill>
                <a:latin typeface="DejaVu Sans"/>
                <a:ea typeface="DejaVu Sans"/>
                <a:cs typeface="DejaVu Sans"/>
              </a:defRPr>
            </a:lvl7pPr>
            <a:lvl8pPr algn="ctr">
              <a:defRPr sz="1800" b="1">
                <a:solidFill>
                  <a:srgbClr val="304C68"/>
                </a:solidFill>
                <a:latin typeface="DejaVu Sans"/>
                <a:ea typeface="DejaVu Sans"/>
                <a:cs typeface="DejaVu Sans"/>
              </a:defRPr>
            </a:lvl8pPr>
            <a:lvl9pPr algn="ctr">
              <a:defRPr sz="1800" b="1">
                <a:solidFill>
                  <a:srgbClr val="304C68"/>
                </a:solidFill>
                <a:latin typeface="DejaVu Sans"/>
                <a:ea typeface="DejaVu Sans"/>
                <a:cs typeface="DejaVu Sans"/>
              </a:defRPr>
            </a:lvl9pPr>
          </a:lstStyle>
          <a:p xmlns:a="http://schemas.openxmlformats.org/drawingml/2006/main">
            <a:pPr algn="ctr">
              <a:defRPr sz="1800" b="1">
                <a:solidFill>
                  <a:srgbClr val="304C68"/>
                </a:solidFill>
                <a:latin typeface="DejaVu Sans"/>
                <a:ea typeface="DejaVu Sans"/>
                <a:cs typeface="DejaVu Sans"/>
              </a:defRPr>
            </a:pPr>
            <a:r>
              <a:rPr sz="1800" b="1">
                <a:solidFill>
                  <a:srgbClr val="304C68"/>
                </a:solidFill>
                <a:latin typeface="DejaVu Sans"/>
                <a:ea typeface="DejaVu Sans"/>
                <a:cs typeface="DejaVu Sans"/>
              </a:rPr>
              <a:t>Shared 3 × 3</a:t>
            </a:r>
          </a:p>
          <a:p xmlns:a="http://schemas.openxmlformats.org/drawingml/2006/main">
            <a:pPr algn="ctr">
              <a:defRPr sz="1800" b="1">
                <a:solidFill>
                  <a:srgbClr val="304C68"/>
                </a:solidFill>
                <a:latin typeface="DejaVu Sans"/>
                <a:ea typeface="DejaVu Sans"/>
                <a:cs typeface="DejaVu Sans"/>
              </a:defRPr>
            </a:pPr>
            <a:r>
              <a:rPr sz="1800" b="1">
                <a:solidFill>
                  <a:srgbClr val="304C68"/>
                </a:solidFill>
                <a:latin typeface="DejaVu Sans"/>
                <a:ea typeface="DejaVu Sans"/>
                <a:cs typeface="DejaVu Sans"/>
              </a:rPr>
              <a:t>128 × 180 × 180</a:t>
            </a:r>
          </a:p>
        </p:txBody>
      </p:sp>
      <p:sp>
        <p:nvSpPr>
          <p:cNvPr id="11" name="path-850">
            <a:extLst xmlns:a="http://schemas.openxmlformats.org/drawingml/2006/main">
              <a:ext uri="{FF2B5EF4-FFF2-40B4-BE49-F238E27FC236}">
                <a16:creationId xmlns:a16="http://schemas.microsoft.com/office/drawing/2014/main" id="{274363FC-516B-4C0D-ACB4-B87A8EFD4E0B}"/>
              </a:ext>
            </a:extLst>
          </p:cNvPr>
          <p:cNvSpPr>
            <a:spLocks xmlns:a="http://schemas.openxmlformats.org/drawingml/2006/main" noGrp="1"/>
          </p:cNvSpPr>
          <p:nvPr/>
        </p:nvSpPr>
        <p:spPr>
          <a:xfrm xmlns:a="http://schemas.openxmlformats.org/drawingml/2006/main">
            <a:off x="5867400" y="1895475"/>
            <a:ext cx="561975" cy="953"/>
          </a:xfrm>
          <a:custGeom xmlns:a="http://schemas.openxmlformats.org/drawingml/2006/main">
            <a:pathLst>
              <a:path w="561975" h="953">
                <a:moveTo>
                  <a:pt x="0" y="0"/>
                </a:moveTo>
                <a:lnTo>
                  <a:pt x="561975" y="0"/>
                </a:lnTo>
              </a:path>
            </a:pathLst>
          </a:custGeom>
          <a:noFill xmlns:a="http://schemas.openxmlformats.org/drawingml/2006/main"/>
          <a:ln xmlns:a="http://schemas.openxmlformats.org/drawingml/2006/main" w="22860">
            <a:solidFill>
              <a:srgbClr val="304C68"/>
            </a:solidFill>
            <a:prstDash val="solid"/>
          </a:ln>
        </p:spPr>
      </p:sp>
      <p:sp>
        <p:nvSpPr>
          <p:cNvPr id="12" name="path-851">
            <a:extLst xmlns:a="http://schemas.openxmlformats.org/drawingml/2006/main">
              <a:ext uri="{FF2B5EF4-FFF2-40B4-BE49-F238E27FC236}">
                <a16:creationId xmlns:a16="http://schemas.microsoft.com/office/drawing/2014/main" id="{879D06F0-E1BF-49CE-8FA6-74D1D6AF35E2}"/>
              </a:ext>
            </a:extLst>
          </p:cNvPr>
          <p:cNvSpPr>
            <a:spLocks xmlns:a="http://schemas.openxmlformats.org/drawingml/2006/main" noGrp="1"/>
          </p:cNvSpPr>
          <p:nvPr/>
        </p:nvSpPr>
        <p:spPr>
          <a:xfrm xmlns:a="http://schemas.openxmlformats.org/drawingml/2006/main">
            <a:off x="6334125" y="1851660"/>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304C68"/>
          </a:solidFill>
          <a:ln xmlns:a="http://schemas.openxmlformats.org/drawingml/2006/main" w="0">
            <a:solidFill>
              <a:srgbClr val="304C68"/>
            </a:solidFill>
            <a:prstDash val="solid"/>
          </a:ln>
        </p:spPr>
      </p:sp>
      <p:sp>
        <p:nvSpPr>
          <p:cNvPr id="13" name="path-852">
            <a:extLst xmlns:a="http://schemas.openxmlformats.org/drawingml/2006/main">
              <a:ext uri="{FF2B5EF4-FFF2-40B4-BE49-F238E27FC236}">
                <a16:creationId xmlns:a16="http://schemas.microsoft.com/office/drawing/2014/main" id="{16832972-CE07-4C4B-99A6-5C7FBF9A3357}"/>
              </a:ext>
            </a:extLst>
          </p:cNvPr>
          <p:cNvSpPr>
            <a:spLocks xmlns:a="http://schemas.openxmlformats.org/drawingml/2006/main" noGrp="1"/>
          </p:cNvSpPr>
          <p:nvPr/>
        </p:nvSpPr>
        <p:spPr>
          <a:xfrm xmlns:a="http://schemas.openxmlformats.org/drawingml/2006/main">
            <a:off x="1752600" y="2286000"/>
            <a:ext cx="5915025" cy="819150"/>
          </a:xfrm>
          <a:custGeom xmlns:a="http://schemas.openxmlformats.org/drawingml/2006/main">
            <a:pathLst>
              <a:path w="5915025" h="819150">
                <a:moveTo>
                  <a:pt x="5915025" y="0"/>
                </a:moveTo>
                <a:lnTo>
                  <a:pt x="5915025" y="428625"/>
                </a:lnTo>
                <a:lnTo>
                  <a:pt x="0" y="428625"/>
                </a:lnTo>
                <a:lnTo>
                  <a:pt x="0" y="819150"/>
                </a:lnTo>
              </a:path>
            </a:pathLst>
          </a:custGeom>
          <a:noFill xmlns:a="http://schemas.openxmlformats.org/drawingml/2006/main"/>
          <a:ln xmlns:a="http://schemas.openxmlformats.org/drawingml/2006/main" w="22860">
            <a:solidFill>
              <a:srgbClr val="304C68"/>
            </a:solidFill>
            <a:prstDash val="solid"/>
          </a:ln>
        </p:spPr>
      </p:sp>
      <p:sp>
        <p:nvSpPr>
          <p:cNvPr id="14" name="path-853">
            <a:extLst xmlns:a="http://schemas.openxmlformats.org/drawingml/2006/main">
              <a:ext uri="{FF2B5EF4-FFF2-40B4-BE49-F238E27FC236}">
                <a16:creationId xmlns:a16="http://schemas.microsoft.com/office/drawing/2014/main" id="{FDB3DB2E-46BC-4C0A-AB76-BD4529655D22}"/>
              </a:ext>
            </a:extLst>
          </p:cNvPr>
          <p:cNvSpPr>
            <a:spLocks xmlns:a="http://schemas.openxmlformats.org/drawingml/2006/main" noGrp="1"/>
          </p:cNvSpPr>
          <p:nvPr/>
        </p:nvSpPr>
        <p:spPr>
          <a:xfrm xmlns:a="http://schemas.openxmlformats.org/drawingml/2006/main">
            <a:off x="1708785" y="3009900"/>
            <a:ext cx="87630" cy="95250"/>
          </a:xfrm>
          <a:custGeom xmlns:a="http://schemas.openxmlformats.org/drawingml/2006/main">
            <a:pathLst>
              <a:path w="87630" h="95250">
                <a:moveTo>
                  <a:pt x="43815" y="95250"/>
                </a:moveTo>
                <a:lnTo>
                  <a:pt x="87630" y="0"/>
                </a:lnTo>
                <a:lnTo>
                  <a:pt x="0" y="0"/>
                </a:lnTo>
                <a:close/>
              </a:path>
            </a:pathLst>
          </a:custGeom>
          <a:solidFill xmlns:a="http://schemas.openxmlformats.org/drawingml/2006/main">
            <a:srgbClr val="304C68"/>
          </a:solidFill>
          <a:ln xmlns:a="http://schemas.openxmlformats.org/drawingml/2006/main" w="0">
            <a:solidFill>
              <a:srgbClr val="304C68"/>
            </a:solidFill>
            <a:prstDash val="solid"/>
          </a:ln>
        </p:spPr>
      </p:sp>
      <p:sp>
        <p:nvSpPr>
          <p:cNvPr id="15" name="shape-854">
            <a:extLst xmlns:a="http://schemas.openxmlformats.org/drawingml/2006/main">
              <a:ext uri="{FF2B5EF4-FFF2-40B4-BE49-F238E27FC236}">
                <a16:creationId xmlns:a16="http://schemas.microsoft.com/office/drawing/2014/main" id="{D5C35961-97AA-40A9-9F09-A66C5AFD5ADE}"/>
              </a:ext>
            </a:extLst>
          </p:cNvPr>
          <p:cNvSpPr>
            <a:spLocks xmlns:a="http://schemas.openxmlformats.org/drawingml/2006/main" noGrp="1"/>
          </p:cNvSpPr>
          <p:nvPr/>
        </p:nvSpPr>
        <p:spPr>
          <a:xfrm xmlns:a="http://schemas.openxmlformats.org/drawingml/2006/main" rot="0">
            <a:off x="609600" y="3200400"/>
            <a:ext cx="2381250" cy="1905000"/>
          </a:xfrm>
          <a:prstGeom xmlns:a="http://schemas.openxmlformats.org/drawingml/2006/main" prst="rect">
            <a:avLst/>
          </a:prstGeom>
          <a:solidFill xmlns:a="http://schemas.openxmlformats.org/drawingml/2006/main">
            <a:srgbClr val="FFFFFF"/>
          </a:solidFill>
          <a:ln xmlns:a="http://schemas.openxmlformats.org/drawingml/2006/main" w="11430">
            <a:solidFill>
              <a:srgbClr val="DFE5ED"/>
            </a:solidFill>
            <a:prstDash val="solid"/>
          </a:ln>
        </p:spPr>
      </p:sp>
      <p:sp>
        <p:nvSpPr>
          <p:cNvPr id="16" name="shape-855">
            <a:extLst xmlns:a="http://schemas.openxmlformats.org/drawingml/2006/main">
              <a:ext uri="{FF2B5EF4-FFF2-40B4-BE49-F238E27FC236}">
                <a16:creationId xmlns:a16="http://schemas.microsoft.com/office/drawing/2014/main" id="{84D17123-B35A-4913-A318-278BD3025A08}"/>
              </a:ext>
            </a:extLst>
          </p:cNvPr>
          <p:cNvSpPr>
            <a:spLocks xmlns:a="http://schemas.openxmlformats.org/drawingml/2006/main" noGrp="1"/>
          </p:cNvSpPr>
          <p:nvPr/>
        </p:nvSpPr>
        <p:spPr>
          <a:xfrm xmlns:a="http://schemas.openxmlformats.org/drawingml/2006/main" rot="0">
            <a:off x="609600" y="3200400"/>
            <a:ext cx="238125" cy="2381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17" name="shape-856">
            <a:extLst xmlns:a="http://schemas.openxmlformats.org/drawingml/2006/main">
              <a:ext uri="{FF2B5EF4-FFF2-40B4-BE49-F238E27FC236}">
                <a16:creationId xmlns:a16="http://schemas.microsoft.com/office/drawing/2014/main" id="{1C4837E3-A9E4-4D1E-8EB8-2765A538E26A}"/>
              </a:ext>
            </a:extLst>
          </p:cNvPr>
          <p:cNvSpPr>
            <a:spLocks xmlns:a="http://schemas.openxmlformats.org/drawingml/2006/main" noGrp="1"/>
          </p:cNvSpPr>
          <p:nvPr/>
        </p:nvSpPr>
        <p:spPr>
          <a:xfrm xmlns:a="http://schemas.openxmlformats.org/drawingml/2006/main" rot="0">
            <a:off x="847725" y="3200400"/>
            <a:ext cx="238125" cy="238125"/>
          </a:xfrm>
          <a:prstGeom xmlns:a="http://schemas.openxmlformats.org/drawingml/2006/main" prst="rect">
            <a:avLst/>
          </a:prstGeom>
          <a:solidFill xmlns:a="http://schemas.openxmlformats.org/drawingml/2006/main">
            <a:srgbClr val="FBFCFC"/>
          </a:solidFill>
          <a:ln xmlns:a="http://schemas.openxmlformats.org/drawingml/2006/main" w="0">
            <a:noFill/>
            <a:prstDash val="solid"/>
          </a:ln>
        </p:spPr>
      </p:sp>
      <p:sp>
        <p:nvSpPr>
          <p:cNvPr id="18" name="shape-857">
            <a:extLst xmlns:a="http://schemas.openxmlformats.org/drawingml/2006/main">
              <a:ext uri="{FF2B5EF4-FFF2-40B4-BE49-F238E27FC236}">
                <a16:creationId xmlns:a16="http://schemas.microsoft.com/office/drawing/2014/main" id="{BA67C8AE-DA91-4AC8-BF0F-252F7A34DEE7}"/>
              </a:ext>
            </a:extLst>
          </p:cNvPr>
          <p:cNvSpPr>
            <a:spLocks xmlns:a="http://schemas.openxmlformats.org/drawingml/2006/main" noGrp="1"/>
          </p:cNvSpPr>
          <p:nvPr/>
        </p:nvSpPr>
        <p:spPr>
          <a:xfrm xmlns:a="http://schemas.openxmlformats.org/drawingml/2006/main" rot="0">
            <a:off x="1085850" y="3200400"/>
            <a:ext cx="238125" cy="238125"/>
          </a:xfrm>
          <a:prstGeom xmlns:a="http://schemas.openxmlformats.org/drawingml/2006/main" prst="rect">
            <a:avLst/>
          </a:prstGeom>
          <a:solidFill xmlns:a="http://schemas.openxmlformats.org/drawingml/2006/main">
            <a:srgbClr val="F7F8F9"/>
          </a:solidFill>
          <a:ln xmlns:a="http://schemas.openxmlformats.org/drawingml/2006/main" w="0">
            <a:noFill/>
            <a:prstDash val="solid"/>
          </a:ln>
        </p:spPr>
      </p:sp>
      <p:sp>
        <p:nvSpPr>
          <p:cNvPr id="19" name="shape-858">
            <a:extLst xmlns:a="http://schemas.openxmlformats.org/drawingml/2006/main">
              <a:ext uri="{FF2B5EF4-FFF2-40B4-BE49-F238E27FC236}">
                <a16:creationId xmlns:a16="http://schemas.microsoft.com/office/drawing/2014/main" id="{8CAB34AC-64C5-4492-BF24-60D3AE16EB62}"/>
              </a:ext>
            </a:extLst>
          </p:cNvPr>
          <p:cNvSpPr>
            <a:spLocks xmlns:a="http://schemas.openxmlformats.org/drawingml/2006/main" noGrp="1"/>
          </p:cNvSpPr>
          <p:nvPr/>
        </p:nvSpPr>
        <p:spPr>
          <a:xfrm xmlns:a="http://schemas.openxmlformats.org/drawingml/2006/main" rot="0">
            <a:off x="1323975" y="3200400"/>
            <a:ext cx="238125" cy="238125"/>
          </a:xfrm>
          <a:prstGeom xmlns:a="http://schemas.openxmlformats.org/drawingml/2006/main" prst="rect">
            <a:avLst/>
          </a:prstGeom>
          <a:solidFill xmlns:a="http://schemas.openxmlformats.org/drawingml/2006/main">
            <a:srgbClr val="FBFCFC"/>
          </a:solidFill>
          <a:ln xmlns:a="http://schemas.openxmlformats.org/drawingml/2006/main" w="0">
            <a:noFill/>
            <a:prstDash val="solid"/>
          </a:ln>
        </p:spPr>
      </p:sp>
      <p:sp>
        <p:nvSpPr>
          <p:cNvPr id="20" name="shape-859">
            <a:extLst xmlns:a="http://schemas.openxmlformats.org/drawingml/2006/main">
              <a:ext uri="{FF2B5EF4-FFF2-40B4-BE49-F238E27FC236}">
                <a16:creationId xmlns:a16="http://schemas.microsoft.com/office/drawing/2014/main" id="{76CB2D6C-8CE7-4319-AF86-836D5EF2A2C2}"/>
              </a:ext>
            </a:extLst>
          </p:cNvPr>
          <p:cNvSpPr>
            <a:spLocks xmlns:a="http://schemas.openxmlformats.org/drawingml/2006/main" noGrp="1"/>
          </p:cNvSpPr>
          <p:nvPr/>
        </p:nvSpPr>
        <p:spPr>
          <a:xfrm xmlns:a="http://schemas.openxmlformats.org/drawingml/2006/main" rot="0">
            <a:off x="1562100" y="3200400"/>
            <a:ext cx="238125" cy="2381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1" name="shape-860">
            <a:extLst xmlns:a="http://schemas.openxmlformats.org/drawingml/2006/main">
              <a:ext uri="{FF2B5EF4-FFF2-40B4-BE49-F238E27FC236}">
                <a16:creationId xmlns:a16="http://schemas.microsoft.com/office/drawing/2014/main" id="{2678DB1B-069D-4261-8983-6FD5AE772AD9}"/>
              </a:ext>
            </a:extLst>
          </p:cNvPr>
          <p:cNvSpPr>
            <a:spLocks xmlns:a="http://schemas.openxmlformats.org/drawingml/2006/main" noGrp="1"/>
          </p:cNvSpPr>
          <p:nvPr/>
        </p:nvSpPr>
        <p:spPr>
          <a:xfrm xmlns:a="http://schemas.openxmlformats.org/drawingml/2006/main" rot="0">
            <a:off x="1800225" y="3200400"/>
            <a:ext cx="238125" cy="2381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2" name="shape-861">
            <a:extLst xmlns:a="http://schemas.openxmlformats.org/drawingml/2006/main">
              <a:ext uri="{FF2B5EF4-FFF2-40B4-BE49-F238E27FC236}">
                <a16:creationId xmlns:a16="http://schemas.microsoft.com/office/drawing/2014/main" id="{D43B8512-A4B2-4D41-9174-DED23992310E}"/>
              </a:ext>
            </a:extLst>
          </p:cNvPr>
          <p:cNvSpPr>
            <a:spLocks xmlns:a="http://schemas.openxmlformats.org/drawingml/2006/main" noGrp="1"/>
          </p:cNvSpPr>
          <p:nvPr/>
        </p:nvSpPr>
        <p:spPr>
          <a:xfrm xmlns:a="http://schemas.openxmlformats.org/drawingml/2006/main" rot="0">
            <a:off x="2038350" y="3200400"/>
            <a:ext cx="238125" cy="2381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3" name="shape-862">
            <a:extLst xmlns:a="http://schemas.openxmlformats.org/drawingml/2006/main">
              <a:ext uri="{FF2B5EF4-FFF2-40B4-BE49-F238E27FC236}">
                <a16:creationId xmlns:a16="http://schemas.microsoft.com/office/drawing/2014/main" id="{C5F0BC18-ED82-4C34-9508-727116FE5D7E}"/>
              </a:ext>
            </a:extLst>
          </p:cNvPr>
          <p:cNvSpPr>
            <a:spLocks xmlns:a="http://schemas.openxmlformats.org/drawingml/2006/main" noGrp="1"/>
          </p:cNvSpPr>
          <p:nvPr/>
        </p:nvSpPr>
        <p:spPr>
          <a:xfrm xmlns:a="http://schemas.openxmlformats.org/drawingml/2006/main" rot="0">
            <a:off x="2276475" y="3200400"/>
            <a:ext cx="238125" cy="2381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4" name="shape-863">
            <a:extLst xmlns:a="http://schemas.openxmlformats.org/drawingml/2006/main">
              <a:ext uri="{FF2B5EF4-FFF2-40B4-BE49-F238E27FC236}">
                <a16:creationId xmlns:a16="http://schemas.microsoft.com/office/drawing/2014/main" id="{A1CAB112-F524-4E1B-A30D-E89C1E0221DA}"/>
              </a:ext>
            </a:extLst>
          </p:cNvPr>
          <p:cNvSpPr>
            <a:spLocks xmlns:a="http://schemas.openxmlformats.org/drawingml/2006/main" noGrp="1"/>
          </p:cNvSpPr>
          <p:nvPr/>
        </p:nvSpPr>
        <p:spPr>
          <a:xfrm xmlns:a="http://schemas.openxmlformats.org/drawingml/2006/main" rot="0">
            <a:off x="2514600" y="3200400"/>
            <a:ext cx="238125" cy="2381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5" name="shape-864">
            <a:extLst xmlns:a="http://schemas.openxmlformats.org/drawingml/2006/main">
              <a:ext uri="{FF2B5EF4-FFF2-40B4-BE49-F238E27FC236}">
                <a16:creationId xmlns:a16="http://schemas.microsoft.com/office/drawing/2014/main" id="{B6EC2A6F-ED5C-4F38-A0E8-4097221D268A}"/>
              </a:ext>
            </a:extLst>
          </p:cNvPr>
          <p:cNvSpPr>
            <a:spLocks xmlns:a="http://schemas.openxmlformats.org/drawingml/2006/main" noGrp="1"/>
          </p:cNvSpPr>
          <p:nvPr/>
        </p:nvSpPr>
        <p:spPr>
          <a:xfrm xmlns:a="http://schemas.openxmlformats.org/drawingml/2006/main" rot="0">
            <a:off x="2752725" y="3200400"/>
            <a:ext cx="238125" cy="2381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26" name="shape-865">
            <a:extLst xmlns:a="http://schemas.openxmlformats.org/drawingml/2006/main">
              <a:ext uri="{FF2B5EF4-FFF2-40B4-BE49-F238E27FC236}">
                <a16:creationId xmlns:a16="http://schemas.microsoft.com/office/drawing/2014/main" id="{4A6448A9-D6FB-45D7-8238-4F8985ABCFF5}"/>
              </a:ext>
            </a:extLst>
          </p:cNvPr>
          <p:cNvSpPr>
            <a:spLocks xmlns:a="http://schemas.openxmlformats.org/drawingml/2006/main" noGrp="1"/>
          </p:cNvSpPr>
          <p:nvPr/>
        </p:nvSpPr>
        <p:spPr>
          <a:xfrm xmlns:a="http://schemas.openxmlformats.org/drawingml/2006/main" rot="0">
            <a:off x="609600" y="3438525"/>
            <a:ext cx="238125" cy="238125"/>
          </a:xfrm>
          <a:prstGeom xmlns:a="http://schemas.openxmlformats.org/drawingml/2006/main" prst="rect">
            <a:avLst/>
          </a:prstGeom>
          <a:solidFill xmlns:a="http://schemas.openxmlformats.org/drawingml/2006/main">
            <a:srgbClr val="FBFCFC"/>
          </a:solidFill>
          <a:ln xmlns:a="http://schemas.openxmlformats.org/drawingml/2006/main" w="0">
            <a:noFill/>
            <a:prstDash val="solid"/>
          </a:ln>
        </p:spPr>
      </p:sp>
      <p:sp>
        <p:nvSpPr>
          <p:cNvPr id="27" name="shape-866">
            <a:extLst xmlns:a="http://schemas.openxmlformats.org/drawingml/2006/main">
              <a:ext uri="{FF2B5EF4-FFF2-40B4-BE49-F238E27FC236}">
                <a16:creationId xmlns:a16="http://schemas.microsoft.com/office/drawing/2014/main" id="{E28AF2E1-924D-431F-B165-BA431DC5CB1C}"/>
              </a:ext>
            </a:extLst>
          </p:cNvPr>
          <p:cNvSpPr>
            <a:spLocks xmlns:a="http://schemas.openxmlformats.org/drawingml/2006/main" noGrp="1"/>
          </p:cNvSpPr>
          <p:nvPr/>
        </p:nvSpPr>
        <p:spPr>
          <a:xfrm xmlns:a="http://schemas.openxmlformats.org/drawingml/2006/main" rot="0">
            <a:off x="847725" y="3438525"/>
            <a:ext cx="238125" cy="238125"/>
          </a:xfrm>
          <a:prstGeom xmlns:a="http://schemas.openxmlformats.org/drawingml/2006/main" prst="rect">
            <a:avLst/>
          </a:prstGeom>
          <a:solidFill xmlns:a="http://schemas.openxmlformats.org/drawingml/2006/main">
            <a:srgbClr val="D9DEE3"/>
          </a:solidFill>
          <a:ln xmlns:a="http://schemas.openxmlformats.org/drawingml/2006/main" w="0">
            <a:noFill/>
            <a:prstDash val="solid"/>
          </a:ln>
        </p:spPr>
      </p:sp>
      <p:sp>
        <p:nvSpPr>
          <p:cNvPr id="28" name="shape-867">
            <a:extLst xmlns:a="http://schemas.openxmlformats.org/drawingml/2006/main">
              <a:ext uri="{FF2B5EF4-FFF2-40B4-BE49-F238E27FC236}">
                <a16:creationId xmlns:a16="http://schemas.microsoft.com/office/drawing/2014/main" id="{1805B59E-008F-4AC1-A049-70F040EBA6C0}"/>
              </a:ext>
            </a:extLst>
          </p:cNvPr>
          <p:cNvSpPr>
            <a:spLocks xmlns:a="http://schemas.openxmlformats.org/drawingml/2006/main" noGrp="1"/>
          </p:cNvSpPr>
          <p:nvPr/>
        </p:nvSpPr>
        <p:spPr>
          <a:xfrm xmlns:a="http://schemas.openxmlformats.org/drawingml/2006/main" rot="0">
            <a:off x="1085850" y="3438525"/>
            <a:ext cx="238125" cy="238125"/>
          </a:xfrm>
          <a:prstGeom xmlns:a="http://schemas.openxmlformats.org/drawingml/2006/main" prst="rect">
            <a:avLst/>
          </a:prstGeom>
          <a:solidFill xmlns:a="http://schemas.openxmlformats.org/drawingml/2006/main">
            <a:srgbClr val="ADB8C3"/>
          </a:solidFill>
          <a:ln xmlns:a="http://schemas.openxmlformats.org/drawingml/2006/main" w="0">
            <a:noFill/>
            <a:prstDash val="solid"/>
          </a:ln>
        </p:spPr>
      </p:sp>
      <p:sp>
        <p:nvSpPr>
          <p:cNvPr id="29" name="shape-868">
            <a:extLst xmlns:a="http://schemas.openxmlformats.org/drawingml/2006/main">
              <a:ext uri="{FF2B5EF4-FFF2-40B4-BE49-F238E27FC236}">
                <a16:creationId xmlns:a16="http://schemas.microsoft.com/office/drawing/2014/main" id="{5E4BF363-C66D-4559-82F8-AA2329041515}"/>
              </a:ext>
            </a:extLst>
          </p:cNvPr>
          <p:cNvSpPr>
            <a:spLocks xmlns:a="http://schemas.openxmlformats.org/drawingml/2006/main" noGrp="1"/>
          </p:cNvSpPr>
          <p:nvPr/>
        </p:nvSpPr>
        <p:spPr>
          <a:xfrm xmlns:a="http://schemas.openxmlformats.org/drawingml/2006/main" rot="0">
            <a:off x="1323975" y="3438525"/>
            <a:ext cx="238125" cy="238125"/>
          </a:xfrm>
          <a:prstGeom xmlns:a="http://schemas.openxmlformats.org/drawingml/2006/main" prst="rect">
            <a:avLst/>
          </a:prstGeom>
          <a:solidFill xmlns:a="http://schemas.openxmlformats.org/drawingml/2006/main">
            <a:srgbClr val="D9DEE3"/>
          </a:solidFill>
          <a:ln xmlns:a="http://schemas.openxmlformats.org/drawingml/2006/main" w="0">
            <a:noFill/>
            <a:prstDash val="solid"/>
          </a:ln>
        </p:spPr>
      </p:sp>
      <p:sp>
        <p:nvSpPr>
          <p:cNvPr id="30" name="shape-869">
            <a:extLst xmlns:a="http://schemas.openxmlformats.org/drawingml/2006/main">
              <a:ext uri="{FF2B5EF4-FFF2-40B4-BE49-F238E27FC236}">
                <a16:creationId xmlns:a16="http://schemas.microsoft.com/office/drawing/2014/main" id="{9A059BBF-C5E9-4FC1-85BE-E6752718D6A4}"/>
              </a:ext>
            </a:extLst>
          </p:cNvPr>
          <p:cNvSpPr>
            <a:spLocks xmlns:a="http://schemas.openxmlformats.org/drawingml/2006/main" noGrp="1"/>
          </p:cNvSpPr>
          <p:nvPr/>
        </p:nvSpPr>
        <p:spPr>
          <a:xfrm xmlns:a="http://schemas.openxmlformats.org/drawingml/2006/main" rot="0">
            <a:off x="1562100" y="3438525"/>
            <a:ext cx="238125" cy="238125"/>
          </a:xfrm>
          <a:prstGeom xmlns:a="http://schemas.openxmlformats.org/drawingml/2006/main" prst="rect">
            <a:avLst/>
          </a:prstGeom>
          <a:solidFill xmlns:a="http://schemas.openxmlformats.org/drawingml/2006/main">
            <a:srgbClr val="FBFCFC"/>
          </a:solidFill>
          <a:ln xmlns:a="http://schemas.openxmlformats.org/drawingml/2006/main" w="0">
            <a:noFill/>
            <a:prstDash val="solid"/>
          </a:ln>
        </p:spPr>
      </p:sp>
      <p:sp>
        <p:nvSpPr>
          <p:cNvPr id="31" name="shape-870">
            <a:extLst xmlns:a="http://schemas.openxmlformats.org/drawingml/2006/main">
              <a:ext uri="{FF2B5EF4-FFF2-40B4-BE49-F238E27FC236}">
                <a16:creationId xmlns:a16="http://schemas.microsoft.com/office/drawing/2014/main" id="{F9F7B54C-8CC0-4D22-90F9-3D9459830BEC}"/>
              </a:ext>
            </a:extLst>
          </p:cNvPr>
          <p:cNvSpPr>
            <a:spLocks xmlns:a="http://schemas.openxmlformats.org/drawingml/2006/main" noGrp="1"/>
          </p:cNvSpPr>
          <p:nvPr/>
        </p:nvSpPr>
        <p:spPr>
          <a:xfrm xmlns:a="http://schemas.openxmlformats.org/drawingml/2006/main" rot="0">
            <a:off x="1800225" y="3438525"/>
            <a:ext cx="238125" cy="2381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2" name="shape-871">
            <a:extLst xmlns:a="http://schemas.openxmlformats.org/drawingml/2006/main">
              <a:ext uri="{FF2B5EF4-FFF2-40B4-BE49-F238E27FC236}">
                <a16:creationId xmlns:a16="http://schemas.microsoft.com/office/drawing/2014/main" id="{3AA1984E-9B1F-4D8B-9D6D-3C61BDAC81BE}"/>
              </a:ext>
            </a:extLst>
          </p:cNvPr>
          <p:cNvSpPr>
            <a:spLocks xmlns:a="http://schemas.openxmlformats.org/drawingml/2006/main" noGrp="1"/>
          </p:cNvSpPr>
          <p:nvPr/>
        </p:nvSpPr>
        <p:spPr>
          <a:xfrm xmlns:a="http://schemas.openxmlformats.org/drawingml/2006/main" rot="0">
            <a:off x="2038350" y="3438525"/>
            <a:ext cx="238125" cy="238125"/>
          </a:xfrm>
          <a:prstGeom xmlns:a="http://schemas.openxmlformats.org/drawingml/2006/main" prst="rect">
            <a:avLst/>
          </a:prstGeom>
          <a:solidFill xmlns:a="http://schemas.openxmlformats.org/drawingml/2006/main">
            <a:srgbClr val="FBFCFC"/>
          </a:solidFill>
          <a:ln xmlns:a="http://schemas.openxmlformats.org/drawingml/2006/main" w="0">
            <a:noFill/>
            <a:prstDash val="solid"/>
          </a:ln>
        </p:spPr>
      </p:sp>
      <p:sp>
        <p:nvSpPr>
          <p:cNvPr id="33" name="shape-872">
            <a:extLst xmlns:a="http://schemas.openxmlformats.org/drawingml/2006/main">
              <a:ext uri="{FF2B5EF4-FFF2-40B4-BE49-F238E27FC236}">
                <a16:creationId xmlns:a16="http://schemas.microsoft.com/office/drawing/2014/main" id="{A784BED9-EB7C-49DC-9A73-55D778707812}"/>
              </a:ext>
            </a:extLst>
          </p:cNvPr>
          <p:cNvSpPr>
            <a:spLocks xmlns:a="http://schemas.openxmlformats.org/drawingml/2006/main" noGrp="1"/>
          </p:cNvSpPr>
          <p:nvPr/>
        </p:nvSpPr>
        <p:spPr>
          <a:xfrm xmlns:a="http://schemas.openxmlformats.org/drawingml/2006/main" rot="0">
            <a:off x="2276475" y="3438525"/>
            <a:ext cx="238125" cy="238125"/>
          </a:xfrm>
          <a:prstGeom xmlns:a="http://schemas.openxmlformats.org/drawingml/2006/main" prst="rect">
            <a:avLst/>
          </a:prstGeom>
          <a:solidFill xmlns:a="http://schemas.openxmlformats.org/drawingml/2006/main">
            <a:srgbClr val="F7F8F9"/>
          </a:solidFill>
          <a:ln xmlns:a="http://schemas.openxmlformats.org/drawingml/2006/main" w="0">
            <a:noFill/>
            <a:prstDash val="solid"/>
          </a:ln>
        </p:spPr>
      </p:sp>
      <p:sp>
        <p:nvSpPr>
          <p:cNvPr id="34" name="shape-873">
            <a:extLst xmlns:a="http://schemas.openxmlformats.org/drawingml/2006/main">
              <a:ext uri="{FF2B5EF4-FFF2-40B4-BE49-F238E27FC236}">
                <a16:creationId xmlns:a16="http://schemas.microsoft.com/office/drawing/2014/main" id="{55B76763-55A8-444F-8199-15DEE27B877D}"/>
              </a:ext>
            </a:extLst>
          </p:cNvPr>
          <p:cNvSpPr>
            <a:spLocks xmlns:a="http://schemas.openxmlformats.org/drawingml/2006/main" noGrp="1"/>
          </p:cNvSpPr>
          <p:nvPr/>
        </p:nvSpPr>
        <p:spPr>
          <a:xfrm xmlns:a="http://schemas.openxmlformats.org/drawingml/2006/main" rot="0">
            <a:off x="2514600" y="3438525"/>
            <a:ext cx="238125" cy="238125"/>
          </a:xfrm>
          <a:prstGeom xmlns:a="http://schemas.openxmlformats.org/drawingml/2006/main" prst="rect">
            <a:avLst/>
          </a:prstGeom>
          <a:solidFill xmlns:a="http://schemas.openxmlformats.org/drawingml/2006/main">
            <a:srgbClr val="FBFCFC"/>
          </a:solidFill>
          <a:ln xmlns:a="http://schemas.openxmlformats.org/drawingml/2006/main" w="0">
            <a:noFill/>
            <a:prstDash val="solid"/>
          </a:ln>
        </p:spPr>
      </p:sp>
      <p:sp>
        <p:nvSpPr>
          <p:cNvPr id="35" name="shape-874">
            <a:extLst xmlns:a="http://schemas.openxmlformats.org/drawingml/2006/main">
              <a:ext uri="{FF2B5EF4-FFF2-40B4-BE49-F238E27FC236}">
                <a16:creationId xmlns:a16="http://schemas.microsoft.com/office/drawing/2014/main" id="{C77A1B33-F7C3-4167-B5CC-5A76F20D2CE6}"/>
              </a:ext>
            </a:extLst>
          </p:cNvPr>
          <p:cNvSpPr>
            <a:spLocks xmlns:a="http://schemas.openxmlformats.org/drawingml/2006/main" noGrp="1"/>
          </p:cNvSpPr>
          <p:nvPr/>
        </p:nvSpPr>
        <p:spPr>
          <a:xfrm xmlns:a="http://schemas.openxmlformats.org/drawingml/2006/main" rot="0">
            <a:off x="2752725" y="3438525"/>
            <a:ext cx="238125" cy="2381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6" name="shape-875">
            <a:extLst xmlns:a="http://schemas.openxmlformats.org/drawingml/2006/main">
              <a:ext uri="{FF2B5EF4-FFF2-40B4-BE49-F238E27FC236}">
                <a16:creationId xmlns:a16="http://schemas.microsoft.com/office/drawing/2014/main" id="{50C31B38-F77B-43D6-BC5F-20FA07F969C9}"/>
              </a:ext>
            </a:extLst>
          </p:cNvPr>
          <p:cNvSpPr>
            <a:spLocks xmlns:a="http://schemas.openxmlformats.org/drawingml/2006/main" noGrp="1"/>
          </p:cNvSpPr>
          <p:nvPr/>
        </p:nvSpPr>
        <p:spPr>
          <a:xfrm xmlns:a="http://schemas.openxmlformats.org/drawingml/2006/main" rot="0">
            <a:off x="609600" y="3676650"/>
            <a:ext cx="238125" cy="238125"/>
          </a:xfrm>
          <a:prstGeom xmlns:a="http://schemas.openxmlformats.org/drawingml/2006/main" prst="rect">
            <a:avLst/>
          </a:prstGeom>
          <a:solidFill xmlns:a="http://schemas.openxmlformats.org/drawingml/2006/main">
            <a:srgbClr val="F7F8F9"/>
          </a:solidFill>
          <a:ln xmlns:a="http://schemas.openxmlformats.org/drawingml/2006/main" w="0">
            <a:noFill/>
            <a:prstDash val="solid"/>
          </a:ln>
        </p:spPr>
      </p:sp>
      <p:sp>
        <p:nvSpPr>
          <p:cNvPr id="37" name="shape-876">
            <a:extLst xmlns:a="http://schemas.openxmlformats.org/drawingml/2006/main">
              <a:ext uri="{FF2B5EF4-FFF2-40B4-BE49-F238E27FC236}">
                <a16:creationId xmlns:a16="http://schemas.microsoft.com/office/drawing/2014/main" id="{4E53A4E1-207C-42B7-8598-998579237ACA}"/>
              </a:ext>
            </a:extLst>
          </p:cNvPr>
          <p:cNvSpPr>
            <a:spLocks xmlns:a="http://schemas.openxmlformats.org/drawingml/2006/main" noGrp="1"/>
          </p:cNvSpPr>
          <p:nvPr/>
        </p:nvSpPr>
        <p:spPr>
          <a:xfrm xmlns:a="http://schemas.openxmlformats.org/drawingml/2006/main" rot="0">
            <a:off x="847725" y="3676650"/>
            <a:ext cx="238125" cy="238125"/>
          </a:xfrm>
          <a:prstGeom xmlns:a="http://schemas.openxmlformats.org/drawingml/2006/main" prst="rect">
            <a:avLst/>
          </a:prstGeom>
          <a:solidFill xmlns:a="http://schemas.openxmlformats.org/drawingml/2006/main">
            <a:srgbClr val="ADB8C3"/>
          </a:solidFill>
          <a:ln xmlns:a="http://schemas.openxmlformats.org/drawingml/2006/main" w="0">
            <a:noFill/>
            <a:prstDash val="solid"/>
          </a:ln>
        </p:spPr>
      </p:sp>
      <p:sp>
        <p:nvSpPr>
          <p:cNvPr id="38" name="shape-877">
            <a:extLst xmlns:a="http://schemas.openxmlformats.org/drawingml/2006/main">
              <a:ext uri="{FF2B5EF4-FFF2-40B4-BE49-F238E27FC236}">
                <a16:creationId xmlns:a16="http://schemas.microsoft.com/office/drawing/2014/main" id="{2F6E4ADE-13A1-4D8E-970D-FD9FD8A4E59D}"/>
              </a:ext>
            </a:extLst>
          </p:cNvPr>
          <p:cNvSpPr>
            <a:spLocks xmlns:a="http://schemas.openxmlformats.org/drawingml/2006/main" noGrp="1"/>
          </p:cNvSpPr>
          <p:nvPr/>
        </p:nvSpPr>
        <p:spPr>
          <a:xfrm xmlns:a="http://schemas.openxmlformats.org/drawingml/2006/main" rot="0">
            <a:off x="1085850" y="3676650"/>
            <a:ext cx="238125" cy="238125"/>
          </a:xfrm>
          <a:prstGeom xmlns:a="http://schemas.openxmlformats.org/drawingml/2006/main" prst="rect">
            <a:avLst/>
          </a:prstGeom>
          <a:solidFill xmlns:a="http://schemas.openxmlformats.org/drawingml/2006/main">
            <a:srgbClr val="4D657D"/>
          </a:solidFill>
          <a:ln xmlns:a="http://schemas.openxmlformats.org/drawingml/2006/main" w="0">
            <a:noFill/>
            <a:prstDash val="solid"/>
          </a:ln>
        </p:spPr>
      </p:sp>
      <p:sp>
        <p:nvSpPr>
          <p:cNvPr id="39" name="shape-878">
            <a:extLst xmlns:a="http://schemas.openxmlformats.org/drawingml/2006/main">
              <a:ext uri="{FF2B5EF4-FFF2-40B4-BE49-F238E27FC236}">
                <a16:creationId xmlns:a16="http://schemas.microsoft.com/office/drawing/2014/main" id="{D8731497-7CF4-4985-8D6F-2678A80FBD80}"/>
              </a:ext>
            </a:extLst>
          </p:cNvPr>
          <p:cNvSpPr>
            <a:spLocks xmlns:a="http://schemas.openxmlformats.org/drawingml/2006/main" noGrp="1"/>
          </p:cNvSpPr>
          <p:nvPr/>
        </p:nvSpPr>
        <p:spPr>
          <a:xfrm xmlns:a="http://schemas.openxmlformats.org/drawingml/2006/main" rot="0">
            <a:off x="1323975" y="3676650"/>
            <a:ext cx="238125" cy="238125"/>
          </a:xfrm>
          <a:prstGeom xmlns:a="http://schemas.openxmlformats.org/drawingml/2006/main" prst="rect">
            <a:avLst/>
          </a:prstGeom>
          <a:solidFill xmlns:a="http://schemas.openxmlformats.org/drawingml/2006/main">
            <a:srgbClr val="ADB8C3"/>
          </a:solidFill>
          <a:ln xmlns:a="http://schemas.openxmlformats.org/drawingml/2006/main" w="0">
            <a:noFill/>
            <a:prstDash val="solid"/>
          </a:ln>
        </p:spPr>
      </p:sp>
      <p:sp>
        <p:nvSpPr>
          <p:cNvPr id="40" name="shape-879">
            <a:extLst xmlns:a="http://schemas.openxmlformats.org/drawingml/2006/main">
              <a:ext uri="{FF2B5EF4-FFF2-40B4-BE49-F238E27FC236}">
                <a16:creationId xmlns:a16="http://schemas.microsoft.com/office/drawing/2014/main" id="{40BE85E1-55CB-4B1A-91CB-378790B4C642}"/>
              </a:ext>
            </a:extLst>
          </p:cNvPr>
          <p:cNvSpPr>
            <a:spLocks xmlns:a="http://schemas.openxmlformats.org/drawingml/2006/main" noGrp="1"/>
          </p:cNvSpPr>
          <p:nvPr/>
        </p:nvSpPr>
        <p:spPr>
          <a:xfrm xmlns:a="http://schemas.openxmlformats.org/drawingml/2006/main" rot="0">
            <a:off x="1562100" y="3676650"/>
            <a:ext cx="238125" cy="238125"/>
          </a:xfrm>
          <a:prstGeom xmlns:a="http://schemas.openxmlformats.org/drawingml/2006/main" prst="rect">
            <a:avLst/>
          </a:prstGeom>
          <a:solidFill xmlns:a="http://schemas.openxmlformats.org/drawingml/2006/main">
            <a:srgbClr val="F7F8F9"/>
          </a:solidFill>
          <a:ln xmlns:a="http://schemas.openxmlformats.org/drawingml/2006/main" w="0">
            <a:noFill/>
            <a:prstDash val="solid"/>
          </a:ln>
        </p:spPr>
      </p:sp>
      <p:sp>
        <p:nvSpPr>
          <p:cNvPr id="41" name="shape-880">
            <a:extLst xmlns:a="http://schemas.openxmlformats.org/drawingml/2006/main">
              <a:ext uri="{FF2B5EF4-FFF2-40B4-BE49-F238E27FC236}">
                <a16:creationId xmlns:a16="http://schemas.microsoft.com/office/drawing/2014/main" id="{4A1DEC41-D3C1-4F40-95A9-1ECBCA835809}"/>
              </a:ext>
            </a:extLst>
          </p:cNvPr>
          <p:cNvSpPr>
            <a:spLocks xmlns:a="http://schemas.openxmlformats.org/drawingml/2006/main" noGrp="1"/>
          </p:cNvSpPr>
          <p:nvPr/>
        </p:nvSpPr>
        <p:spPr>
          <a:xfrm xmlns:a="http://schemas.openxmlformats.org/drawingml/2006/main" rot="0">
            <a:off x="1800225" y="3676650"/>
            <a:ext cx="238125" cy="238125"/>
          </a:xfrm>
          <a:prstGeom xmlns:a="http://schemas.openxmlformats.org/drawingml/2006/main" prst="rect">
            <a:avLst/>
          </a:prstGeom>
          <a:solidFill xmlns:a="http://schemas.openxmlformats.org/drawingml/2006/main">
            <a:srgbClr val="FBFCFC"/>
          </a:solidFill>
          <a:ln xmlns:a="http://schemas.openxmlformats.org/drawingml/2006/main" w="0">
            <a:noFill/>
            <a:prstDash val="solid"/>
          </a:ln>
        </p:spPr>
      </p:sp>
      <p:sp>
        <p:nvSpPr>
          <p:cNvPr id="42" name="shape-881">
            <a:extLst xmlns:a="http://schemas.openxmlformats.org/drawingml/2006/main">
              <a:ext uri="{FF2B5EF4-FFF2-40B4-BE49-F238E27FC236}">
                <a16:creationId xmlns:a16="http://schemas.microsoft.com/office/drawing/2014/main" id="{4F003366-BEF4-4C6E-88D2-5DFBC79739CF}"/>
              </a:ext>
            </a:extLst>
          </p:cNvPr>
          <p:cNvSpPr>
            <a:spLocks xmlns:a="http://schemas.openxmlformats.org/drawingml/2006/main" noGrp="1"/>
          </p:cNvSpPr>
          <p:nvPr/>
        </p:nvSpPr>
        <p:spPr>
          <a:xfrm xmlns:a="http://schemas.openxmlformats.org/drawingml/2006/main" rot="0">
            <a:off x="2038350" y="3676650"/>
            <a:ext cx="238125" cy="238125"/>
          </a:xfrm>
          <a:prstGeom xmlns:a="http://schemas.openxmlformats.org/drawingml/2006/main" prst="rect">
            <a:avLst/>
          </a:prstGeom>
          <a:solidFill xmlns:a="http://schemas.openxmlformats.org/drawingml/2006/main">
            <a:srgbClr val="D9DEE3"/>
          </a:solidFill>
          <a:ln xmlns:a="http://schemas.openxmlformats.org/drawingml/2006/main" w="0">
            <a:noFill/>
            <a:prstDash val="solid"/>
          </a:ln>
        </p:spPr>
      </p:sp>
      <p:sp>
        <p:nvSpPr>
          <p:cNvPr id="43" name="shape-882">
            <a:extLst xmlns:a="http://schemas.openxmlformats.org/drawingml/2006/main">
              <a:ext uri="{FF2B5EF4-FFF2-40B4-BE49-F238E27FC236}">
                <a16:creationId xmlns:a16="http://schemas.microsoft.com/office/drawing/2014/main" id="{75F674CB-FAAB-4390-98AC-2278FA978A96}"/>
              </a:ext>
            </a:extLst>
          </p:cNvPr>
          <p:cNvSpPr>
            <a:spLocks xmlns:a="http://schemas.openxmlformats.org/drawingml/2006/main" noGrp="1"/>
          </p:cNvSpPr>
          <p:nvPr/>
        </p:nvSpPr>
        <p:spPr>
          <a:xfrm xmlns:a="http://schemas.openxmlformats.org/drawingml/2006/main" rot="0">
            <a:off x="2276475" y="3676650"/>
            <a:ext cx="238125" cy="238125"/>
          </a:xfrm>
          <a:prstGeom xmlns:a="http://schemas.openxmlformats.org/drawingml/2006/main" prst="rect">
            <a:avLst/>
          </a:prstGeom>
          <a:solidFill xmlns:a="http://schemas.openxmlformats.org/drawingml/2006/main">
            <a:srgbClr val="ADB8C3"/>
          </a:solidFill>
          <a:ln xmlns:a="http://schemas.openxmlformats.org/drawingml/2006/main" w="0">
            <a:noFill/>
            <a:prstDash val="solid"/>
          </a:ln>
        </p:spPr>
      </p:sp>
      <p:sp>
        <p:nvSpPr>
          <p:cNvPr id="44" name="shape-883">
            <a:extLst xmlns:a="http://schemas.openxmlformats.org/drawingml/2006/main">
              <a:ext uri="{FF2B5EF4-FFF2-40B4-BE49-F238E27FC236}">
                <a16:creationId xmlns:a16="http://schemas.microsoft.com/office/drawing/2014/main" id="{EB34B50C-007E-4CE5-91F7-2E5AEBDAD90C}"/>
              </a:ext>
            </a:extLst>
          </p:cNvPr>
          <p:cNvSpPr>
            <a:spLocks xmlns:a="http://schemas.openxmlformats.org/drawingml/2006/main" noGrp="1"/>
          </p:cNvSpPr>
          <p:nvPr/>
        </p:nvSpPr>
        <p:spPr>
          <a:xfrm xmlns:a="http://schemas.openxmlformats.org/drawingml/2006/main" rot="0">
            <a:off x="2514600" y="3676650"/>
            <a:ext cx="238125" cy="238125"/>
          </a:xfrm>
          <a:prstGeom xmlns:a="http://schemas.openxmlformats.org/drawingml/2006/main" prst="rect">
            <a:avLst/>
          </a:prstGeom>
          <a:solidFill xmlns:a="http://schemas.openxmlformats.org/drawingml/2006/main">
            <a:srgbClr val="D9DEE3"/>
          </a:solidFill>
          <a:ln xmlns:a="http://schemas.openxmlformats.org/drawingml/2006/main" w="0">
            <a:noFill/>
            <a:prstDash val="solid"/>
          </a:ln>
        </p:spPr>
      </p:sp>
      <p:sp>
        <p:nvSpPr>
          <p:cNvPr id="45" name="shape-884">
            <a:extLst xmlns:a="http://schemas.openxmlformats.org/drawingml/2006/main">
              <a:ext uri="{FF2B5EF4-FFF2-40B4-BE49-F238E27FC236}">
                <a16:creationId xmlns:a16="http://schemas.microsoft.com/office/drawing/2014/main" id="{8296655A-1FE1-4EC1-ADB5-22E32ADF9954}"/>
              </a:ext>
            </a:extLst>
          </p:cNvPr>
          <p:cNvSpPr>
            <a:spLocks xmlns:a="http://schemas.openxmlformats.org/drawingml/2006/main" noGrp="1"/>
          </p:cNvSpPr>
          <p:nvPr/>
        </p:nvSpPr>
        <p:spPr>
          <a:xfrm xmlns:a="http://schemas.openxmlformats.org/drawingml/2006/main" rot="0">
            <a:off x="2752725" y="3676650"/>
            <a:ext cx="238125" cy="238125"/>
          </a:xfrm>
          <a:prstGeom xmlns:a="http://schemas.openxmlformats.org/drawingml/2006/main" prst="rect">
            <a:avLst/>
          </a:prstGeom>
          <a:solidFill xmlns:a="http://schemas.openxmlformats.org/drawingml/2006/main">
            <a:srgbClr val="FBFCFC"/>
          </a:solidFill>
          <a:ln xmlns:a="http://schemas.openxmlformats.org/drawingml/2006/main" w="0">
            <a:noFill/>
            <a:prstDash val="solid"/>
          </a:ln>
        </p:spPr>
      </p:sp>
      <p:sp>
        <p:nvSpPr>
          <p:cNvPr id="46" name="shape-885">
            <a:extLst xmlns:a="http://schemas.openxmlformats.org/drawingml/2006/main">
              <a:ext uri="{FF2B5EF4-FFF2-40B4-BE49-F238E27FC236}">
                <a16:creationId xmlns:a16="http://schemas.microsoft.com/office/drawing/2014/main" id="{3F9A0E61-7B1B-4FE6-B6B6-5EE3BCC3C8F2}"/>
              </a:ext>
            </a:extLst>
          </p:cNvPr>
          <p:cNvSpPr>
            <a:spLocks xmlns:a="http://schemas.openxmlformats.org/drawingml/2006/main" noGrp="1"/>
          </p:cNvSpPr>
          <p:nvPr/>
        </p:nvSpPr>
        <p:spPr>
          <a:xfrm xmlns:a="http://schemas.openxmlformats.org/drawingml/2006/main" rot="0">
            <a:off x="609600" y="3914775"/>
            <a:ext cx="238125" cy="238125"/>
          </a:xfrm>
          <a:prstGeom xmlns:a="http://schemas.openxmlformats.org/drawingml/2006/main" prst="rect">
            <a:avLst/>
          </a:prstGeom>
          <a:solidFill xmlns:a="http://schemas.openxmlformats.org/drawingml/2006/main">
            <a:srgbClr val="FBFCFC"/>
          </a:solidFill>
          <a:ln xmlns:a="http://schemas.openxmlformats.org/drawingml/2006/main" w="0">
            <a:noFill/>
            <a:prstDash val="solid"/>
          </a:ln>
        </p:spPr>
      </p:sp>
      <p:sp>
        <p:nvSpPr>
          <p:cNvPr id="47" name="shape-886">
            <a:extLst xmlns:a="http://schemas.openxmlformats.org/drawingml/2006/main">
              <a:ext uri="{FF2B5EF4-FFF2-40B4-BE49-F238E27FC236}">
                <a16:creationId xmlns:a16="http://schemas.microsoft.com/office/drawing/2014/main" id="{7D91C2A7-AEDC-44A7-A018-EAAF871A84E3}"/>
              </a:ext>
            </a:extLst>
          </p:cNvPr>
          <p:cNvSpPr>
            <a:spLocks xmlns:a="http://schemas.openxmlformats.org/drawingml/2006/main" noGrp="1"/>
          </p:cNvSpPr>
          <p:nvPr/>
        </p:nvSpPr>
        <p:spPr>
          <a:xfrm xmlns:a="http://schemas.openxmlformats.org/drawingml/2006/main" rot="0">
            <a:off x="847725" y="3914775"/>
            <a:ext cx="238125" cy="238125"/>
          </a:xfrm>
          <a:prstGeom xmlns:a="http://schemas.openxmlformats.org/drawingml/2006/main" prst="rect">
            <a:avLst/>
          </a:prstGeom>
          <a:solidFill xmlns:a="http://schemas.openxmlformats.org/drawingml/2006/main">
            <a:srgbClr val="D9DEE3"/>
          </a:solidFill>
          <a:ln xmlns:a="http://schemas.openxmlformats.org/drawingml/2006/main" w="0">
            <a:noFill/>
            <a:prstDash val="solid"/>
          </a:ln>
        </p:spPr>
      </p:sp>
      <p:sp>
        <p:nvSpPr>
          <p:cNvPr id="48" name="shape-887">
            <a:extLst xmlns:a="http://schemas.openxmlformats.org/drawingml/2006/main">
              <a:ext uri="{FF2B5EF4-FFF2-40B4-BE49-F238E27FC236}">
                <a16:creationId xmlns:a16="http://schemas.microsoft.com/office/drawing/2014/main" id="{C714F096-FFBA-4197-A76F-204BD3698DF8}"/>
              </a:ext>
            </a:extLst>
          </p:cNvPr>
          <p:cNvSpPr>
            <a:spLocks xmlns:a="http://schemas.openxmlformats.org/drawingml/2006/main" noGrp="1"/>
          </p:cNvSpPr>
          <p:nvPr/>
        </p:nvSpPr>
        <p:spPr>
          <a:xfrm xmlns:a="http://schemas.openxmlformats.org/drawingml/2006/main" rot="0">
            <a:off x="1085850" y="3914775"/>
            <a:ext cx="238125" cy="238125"/>
          </a:xfrm>
          <a:prstGeom xmlns:a="http://schemas.openxmlformats.org/drawingml/2006/main" prst="rect">
            <a:avLst/>
          </a:prstGeom>
          <a:solidFill xmlns:a="http://schemas.openxmlformats.org/drawingml/2006/main">
            <a:srgbClr val="ADB8C3"/>
          </a:solidFill>
          <a:ln xmlns:a="http://schemas.openxmlformats.org/drawingml/2006/main" w="0">
            <a:noFill/>
            <a:prstDash val="solid"/>
          </a:ln>
        </p:spPr>
      </p:sp>
      <p:sp>
        <p:nvSpPr>
          <p:cNvPr id="49" name="shape-888">
            <a:extLst xmlns:a="http://schemas.openxmlformats.org/drawingml/2006/main">
              <a:ext uri="{FF2B5EF4-FFF2-40B4-BE49-F238E27FC236}">
                <a16:creationId xmlns:a16="http://schemas.microsoft.com/office/drawing/2014/main" id="{B8034B56-9093-466F-9936-0A8AA8EF9249}"/>
              </a:ext>
            </a:extLst>
          </p:cNvPr>
          <p:cNvSpPr>
            <a:spLocks xmlns:a="http://schemas.openxmlformats.org/drawingml/2006/main" noGrp="1"/>
          </p:cNvSpPr>
          <p:nvPr/>
        </p:nvSpPr>
        <p:spPr>
          <a:xfrm xmlns:a="http://schemas.openxmlformats.org/drawingml/2006/main" rot="0">
            <a:off x="1323975" y="3914775"/>
            <a:ext cx="238125" cy="238125"/>
          </a:xfrm>
          <a:prstGeom xmlns:a="http://schemas.openxmlformats.org/drawingml/2006/main" prst="rect">
            <a:avLst/>
          </a:prstGeom>
          <a:solidFill xmlns:a="http://schemas.openxmlformats.org/drawingml/2006/main">
            <a:srgbClr val="D9DEE3"/>
          </a:solidFill>
          <a:ln xmlns:a="http://schemas.openxmlformats.org/drawingml/2006/main" w="0">
            <a:noFill/>
            <a:prstDash val="solid"/>
          </a:ln>
        </p:spPr>
      </p:sp>
      <p:sp>
        <p:nvSpPr>
          <p:cNvPr id="50" name="shape-889">
            <a:extLst xmlns:a="http://schemas.openxmlformats.org/drawingml/2006/main">
              <a:ext uri="{FF2B5EF4-FFF2-40B4-BE49-F238E27FC236}">
                <a16:creationId xmlns:a16="http://schemas.microsoft.com/office/drawing/2014/main" id="{CEF8C17F-48A7-4116-8FDB-80F6521D4B6F}"/>
              </a:ext>
            </a:extLst>
          </p:cNvPr>
          <p:cNvSpPr>
            <a:spLocks xmlns:a="http://schemas.openxmlformats.org/drawingml/2006/main" noGrp="1"/>
          </p:cNvSpPr>
          <p:nvPr/>
        </p:nvSpPr>
        <p:spPr>
          <a:xfrm xmlns:a="http://schemas.openxmlformats.org/drawingml/2006/main" rot="0">
            <a:off x="1562100" y="3914775"/>
            <a:ext cx="238125" cy="238125"/>
          </a:xfrm>
          <a:prstGeom xmlns:a="http://schemas.openxmlformats.org/drawingml/2006/main" prst="rect">
            <a:avLst/>
          </a:prstGeom>
          <a:solidFill xmlns:a="http://schemas.openxmlformats.org/drawingml/2006/main">
            <a:srgbClr val="FBFCFC"/>
          </a:solidFill>
          <a:ln xmlns:a="http://schemas.openxmlformats.org/drawingml/2006/main" w="0">
            <a:noFill/>
            <a:prstDash val="solid"/>
          </a:ln>
        </p:spPr>
      </p:sp>
      <p:sp>
        <p:nvSpPr>
          <p:cNvPr id="51" name="shape-890">
            <a:extLst xmlns:a="http://schemas.openxmlformats.org/drawingml/2006/main">
              <a:ext uri="{FF2B5EF4-FFF2-40B4-BE49-F238E27FC236}">
                <a16:creationId xmlns:a16="http://schemas.microsoft.com/office/drawing/2014/main" id="{55F145D5-709E-427E-98AE-61241770D60C}"/>
              </a:ext>
            </a:extLst>
          </p:cNvPr>
          <p:cNvSpPr>
            <a:spLocks xmlns:a="http://schemas.openxmlformats.org/drawingml/2006/main" noGrp="1"/>
          </p:cNvSpPr>
          <p:nvPr/>
        </p:nvSpPr>
        <p:spPr>
          <a:xfrm xmlns:a="http://schemas.openxmlformats.org/drawingml/2006/main" rot="0">
            <a:off x="1800225" y="3914775"/>
            <a:ext cx="238125" cy="238125"/>
          </a:xfrm>
          <a:prstGeom xmlns:a="http://schemas.openxmlformats.org/drawingml/2006/main" prst="rect">
            <a:avLst/>
          </a:prstGeom>
          <a:solidFill xmlns:a="http://schemas.openxmlformats.org/drawingml/2006/main">
            <a:srgbClr val="F7F8F9"/>
          </a:solidFill>
          <a:ln xmlns:a="http://schemas.openxmlformats.org/drawingml/2006/main" w="0">
            <a:noFill/>
            <a:prstDash val="solid"/>
          </a:ln>
        </p:spPr>
      </p:sp>
      <p:sp>
        <p:nvSpPr>
          <p:cNvPr id="52" name="shape-891">
            <a:extLst xmlns:a="http://schemas.openxmlformats.org/drawingml/2006/main">
              <a:ext uri="{FF2B5EF4-FFF2-40B4-BE49-F238E27FC236}">
                <a16:creationId xmlns:a16="http://schemas.microsoft.com/office/drawing/2014/main" id="{CE554199-C463-4831-A0D0-B338168DDB38}"/>
              </a:ext>
            </a:extLst>
          </p:cNvPr>
          <p:cNvSpPr>
            <a:spLocks xmlns:a="http://schemas.openxmlformats.org/drawingml/2006/main" noGrp="1"/>
          </p:cNvSpPr>
          <p:nvPr/>
        </p:nvSpPr>
        <p:spPr>
          <a:xfrm xmlns:a="http://schemas.openxmlformats.org/drawingml/2006/main" rot="0">
            <a:off x="2038350" y="3914775"/>
            <a:ext cx="238125" cy="238125"/>
          </a:xfrm>
          <a:prstGeom xmlns:a="http://schemas.openxmlformats.org/drawingml/2006/main" prst="rect">
            <a:avLst/>
          </a:prstGeom>
          <a:solidFill xmlns:a="http://schemas.openxmlformats.org/drawingml/2006/main">
            <a:srgbClr val="ADB8C3"/>
          </a:solidFill>
          <a:ln xmlns:a="http://schemas.openxmlformats.org/drawingml/2006/main" w="0">
            <a:noFill/>
            <a:prstDash val="solid"/>
          </a:ln>
        </p:spPr>
      </p:sp>
      <p:sp>
        <p:nvSpPr>
          <p:cNvPr id="53" name="shape-892">
            <a:extLst xmlns:a="http://schemas.openxmlformats.org/drawingml/2006/main">
              <a:ext uri="{FF2B5EF4-FFF2-40B4-BE49-F238E27FC236}">
                <a16:creationId xmlns:a16="http://schemas.microsoft.com/office/drawing/2014/main" id="{F5C18006-A69F-44DD-9008-6FD34EB75F9A}"/>
              </a:ext>
            </a:extLst>
          </p:cNvPr>
          <p:cNvSpPr>
            <a:spLocks xmlns:a="http://schemas.openxmlformats.org/drawingml/2006/main" noGrp="1"/>
          </p:cNvSpPr>
          <p:nvPr/>
        </p:nvSpPr>
        <p:spPr>
          <a:xfrm xmlns:a="http://schemas.openxmlformats.org/drawingml/2006/main" rot="0">
            <a:off x="2276475" y="3914775"/>
            <a:ext cx="238125" cy="238125"/>
          </a:xfrm>
          <a:prstGeom xmlns:a="http://schemas.openxmlformats.org/drawingml/2006/main" prst="rect">
            <a:avLst/>
          </a:prstGeom>
          <a:solidFill xmlns:a="http://schemas.openxmlformats.org/drawingml/2006/main">
            <a:srgbClr val="4D657D"/>
          </a:solidFill>
          <a:ln xmlns:a="http://schemas.openxmlformats.org/drawingml/2006/main" w="0">
            <a:noFill/>
            <a:prstDash val="solid"/>
          </a:ln>
        </p:spPr>
      </p:sp>
      <p:sp>
        <p:nvSpPr>
          <p:cNvPr id="54" name="shape-893">
            <a:extLst xmlns:a="http://schemas.openxmlformats.org/drawingml/2006/main">
              <a:ext uri="{FF2B5EF4-FFF2-40B4-BE49-F238E27FC236}">
                <a16:creationId xmlns:a16="http://schemas.microsoft.com/office/drawing/2014/main" id="{03E0FA2A-6C29-4BAC-8EC9-0195763F0341}"/>
              </a:ext>
            </a:extLst>
          </p:cNvPr>
          <p:cNvSpPr>
            <a:spLocks xmlns:a="http://schemas.openxmlformats.org/drawingml/2006/main" noGrp="1"/>
          </p:cNvSpPr>
          <p:nvPr/>
        </p:nvSpPr>
        <p:spPr>
          <a:xfrm xmlns:a="http://schemas.openxmlformats.org/drawingml/2006/main" rot="0">
            <a:off x="2514600" y="3914775"/>
            <a:ext cx="238125" cy="238125"/>
          </a:xfrm>
          <a:prstGeom xmlns:a="http://schemas.openxmlformats.org/drawingml/2006/main" prst="rect">
            <a:avLst/>
          </a:prstGeom>
          <a:solidFill xmlns:a="http://schemas.openxmlformats.org/drawingml/2006/main">
            <a:srgbClr val="ADB8C3"/>
          </a:solidFill>
          <a:ln xmlns:a="http://schemas.openxmlformats.org/drawingml/2006/main" w="0">
            <a:noFill/>
            <a:prstDash val="solid"/>
          </a:ln>
        </p:spPr>
      </p:sp>
      <p:sp>
        <p:nvSpPr>
          <p:cNvPr id="55" name="shape-894">
            <a:extLst xmlns:a="http://schemas.openxmlformats.org/drawingml/2006/main">
              <a:ext uri="{FF2B5EF4-FFF2-40B4-BE49-F238E27FC236}">
                <a16:creationId xmlns:a16="http://schemas.microsoft.com/office/drawing/2014/main" id="{21F7907D-8D3C-48CE-938B-4DBA3C1EC496}"/>
              </a:ext>
            </a:extLst>
          </p:cNvPr>
          <p:cNvSpPr>
            <a:spLocks xmlns:a="http://schemas.openxmlformats.org/drawingml/2006/main" noGrp="1"/>
          </p:cNvSpPr>
          <p:nvPr/>
        </p:nvSpPr>
        <p:spPr>
          <a:xfrm xmlns:a="http://schemas.openxmlformats.org/drawingml/2006/main" rot="0">
            <a:off x="2752725" y="3914775"/>
            <a:ext cx="238125" cy="238125"/>
          </a:xfrm>
          <a:prstGeom xmlns:a="http://schemas.openxmlformats.org/drawingml/2006/main" prst="rect">
            <a:avLst/>
          </a:prstGeom>
          <a:solidFill xmlns:a="http://schemas.openxmlformats.org/drawingml/2006/main">
            <a:srgbClr val="F7F8F9"/>
          </a:solidFill>
          <a:ln xmlns:a="http://schemas.openxmlformats.org/drawingml/2006/main" w="0">
            <a:noFill/>
            <a:prstDash val="solid"/>
          </a:ln>
        </p:spPr>
      </p:sp>
      <p:sp>
        <p:nvSpPr>
          <p:cNvPr id="56" name="shape-895">
            <a:extLst xmlns:a="http://schemas.openxmlformats.org/drawingml/2006/main">
              <a:ext uri="{FF2B5EF4-FFF2-40B4-BE49-F238E27FC236}">
                <a16:creationId xmlns:a16="http://schemas.microsoft.com/office/drawing/2014/main" id="{0BEFD023-ED25-4639-8FA7-0950BA89954B}"/>
              </a:ext>
            </a:extLst>
          </p:cNvPr>
          <p:cNvSpPr>
            <a:spLocks xmlns:a="http://schemas.openxmlformats.org/drawingml/2006/main" noGrp="1"/>
          </p:cNvSpPr>
          <p:nvPr/>
        </p:nvSpPr>
        <p:spPr>
          <a:xfrm xmlns:a="http://schemas.openxmlformats.org/drawingml/2006/main" rot="0">
            <a:off x="609600" y="4152900"/>
            <a:ext cx="238125" cy="2381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57" name="shape-896">
            <a:extLst xmlns:a="http://schemas.openxmlformats.org/drawingml/2006/main">
              <a:ext uri="{FF2B5EF4-FFF2-40B4-BE49-F238E27FC236}">
                <a16:creationId xmlns:a16="http://schemas.microsoft.com/office/drawing/2014/main" id="{83B21CBD-927C-414C-98B4-459915DE744D}"/>
              </a:ext>
            </a:extLst>
          </p:cNvPr>
          <p:cNvSpPr>
            <a:spLocks xmlns:a="http://schemas.openxmlformats.org/drawingml/2006/main" noGrp="1"/>
          </p:cNvSpPr>
          <p:nvPr/>
        </p:nvSpPr>
        <p:spPr>
          <a:xfrm xmlns:a="http://schemas.openxmlformats.org/drawingml/2006/main" rot="0">
            <a:off x="847725" y="4152900"/>
            <a:ext cx="238125" cy="238125"/>
          </a:xfrm>
          <a:prstGeom xmlns:a="http://schemas.openxmlformats.org/drawingml/2006/main" prst="rect">
            <a:avLst/>
          </a:prstGeom>
          <a:solidFill xmlns:a="http://schemas.openxmlformats.org/drawingml/2006/main">
            <a:srgbClr val="FBFCFC"/>
          </a:solidFill>
          <a:ln xmlns:a="http://schemas.openxmlformats.org/drawingml/2006/main" w="0">
            <a:noFill/>
            <a:prstDash val="solid"/>
          </a:ln>
        </p:spPr>
      </p:sp>
      <p:sp>
        <p:nvSpPr>
          <p:cNvPr id="58" name="shape-897">
            <a:extLst xmlns:a="http://schemas.openxmlformats.org/drawingml/2006/main">
              <a:ext uri="{FF2B5EF4-FFF2-40B4-BE49-F238E27FC236}">
                <a16:creationId xmlns:a16="http://schemas.microsoft.com/office/drawing/2014/main" id="{D7F6C4B2-4B7A-471F-B9EC-8900A15B370E}"/>
              </a:ext>
            </a:extLst>
          </p:cNvPr>
          <p:cNvSpPr>
            <a:spLocks xmlns:a="http://schemas.openxmlformats.org/drawingml/2006/main" noGrp="1"/>
          </p:cNvSpPr>
          <p:nvPr/>
        </p:nvSpPr>
        <p:spPr>
          <a:xfrm xmlns:a="http://schemas.openxmlformats.org/drawingml/2006/main" rot="0">
            <a:off x="1085850" y="4152900"/>
            <a:ext cx="238125" cy="238125"/>
          </a:xfrm>
          <a:prstGeom xmlns:a="http://schemas.openxmlformats.org/drawingml/2006/main" prst="rect">
            <a:avLst/>
          </a:prstGeom>
          <a:solidFill xmlns:a="http://schemas.openxmlformats.org/drawingml/2006/main">
            <a:srgbClr val="F7F8F9"/>
          </a:solidFill>
          <a:ln xmlns:a="http://schemas.openxmlformats.org/drawingml/2006/main" w="0">
            <a:noFill/>
            <a:prstDash val="solid"/>
          </a:ln>
        </p:spPr>
      </p:sp>
      <p:sp>
        <p:nvSpPr>
          <p:cNvPr id="59" name="shape-898">
            <a:extLst xmlns:a="http://schemas.openxmlformats.org/drawingml/2006/main">
              <a:ext uri="{FF2B5EF4-FFF2-40B4-BE49-F238E27FC236}">
                <a16:creationId xmlns:a16="http://schemas.microsoft.com/office/drawing/2014/main" id="{10B700B8-8058-474C-B71F-0F18C8F42C57}"/>
              </a:ext>
            </a:extLst>
          </p:cNvPr>
          <p:cNvSpPr>
            <a:spLocks xmlns:a="http://schemas.openxmlformats.org/drawingml/2006/main" noGrp="1"/>
          </p:cNvSpPr>
          <p:nvPr/>
        </p:nvSpPr>
        <p:spPr>
          <a:xfrm xmlns:a="http://schemas.openxmlformats.org/drawingml/2006/main" rot="0">
            <a:off x="1323975" y="4152900"/>
            <a:ext cx="238125" cy="238125"/>
          </a:xfrm>
          <a:prstGeom xmlns:a="http://schemas.openxmlformats.org/drawingml/2006/main" prst="rect">
            <a:avLst/>
          </a:prstGeom>
          <a:solidFill xmlns:a="http://schemas.openxmlformats.org/drawingml/2006/main">
            <a:srgbClr val="FBFCFC"/>
          </a:solidFill>
          <a:ln xmlns:a="http://schemas.openxmlformats.org/drawingml/2006/main" w="0">
            <a:noFill/>
            <a:prstDash val="solid"/>
          </a:ln>
        </p:spPr>
      </p:sp>
      <p:sp>
        <p:nvSpPr>
          <p:cNvPr id="60" name="shape-899">
            <a:extLst xmlns:a="http://schemas.openxmlformats.org/drawingml/2006/main">
              <a:ext uri="{FF2B5EF4-FFF2-40B4-BE49-F238E27FC236}">
                <a16:creationId xmlns:a16="http://schemas.microsoft.com/office/drawing/2014/main" id="{62DA60E2-3C1E-4028-9DB2-AF22C4FDC11D}"/>
              </a:ext>
            </a:extLst>
          </p:cNvPr>
          <p:cNvSpPr>
            <a:spLocks xmlns:a="http://schemas.openxmlformats.org/drawingml/2006/main" noGrp="1"/>
          </p:cNvSpPr>
          <p:nvPr/>
        </p:nvSpPr>
        <p:spPr>
          <a:xfrm xmlns:a="http://schemas.openxmlformats.org/drawingml/2006/main" rot="0">
            <a:off x="1562100" y="4152900"/>
            <a:ext cx="238125" cy="238125"/>
          </a:xfrm>
          <a:prstGeom xmlns:a="http://schemas.openxmlformats.org/drawingml/2006/main" prst="rect">
            <a:avLst/>
          </a:prstGeom>
          <a:solidFill xmlns:a="http://schemas.openxmlformats.org/drawingml/2006/main">
            <a:srgbClr val="FBFCFC"/>
          </a:solidFill>
          <a:ln xmlns:a="http://schemas.openxmlformats.org/drawingml/2006/main" w="0">
            <a:noFill/>
            <a:prstDash val="solid"/>
          </a:ln>
        </p:spPr>
      </p:sp>
      <p:sp>
        <p:nvSpPr>
          <p:cNvPr id="61" name="shape-900">
            <a:extLst xmlns:a="http://schemas.openxmlformats.org/drawingml/2006/main">
              <a:ext uri="{FF2B5EF4-FFF2-40B4-BE49-F238E27FC236}">
                <a16:creationId xmlns:a16="http://schemas.microsoft.com/office/drawing/2014/main" id="{41CC221E-DA59-4E24-885D-089797FE03CE}"/>
              </a:ext>
            </a:extLst>
          </p:cNvPr>
          <p:cNvSpPr>
            <a:spLocks xmlns:a="http://schemas.openxmlformats.org/drawingml/2006/main" noGrp="1"/>
          </p:cNvSpPr>
          <p:nvPr/>
        </p:nvSpPr>
        <p:spPr>
          <a:xfrm xmlns:a="http://schemas.openxmlformats.org/drawingml/2006/main" rot="0">
            <a:off x="1800225" y="4152900"/>
            <a:ext cx="238125" cy="238125"/>
          </a:xfrm>
          <a:prstGeom xmlns:a="http://schemas.openxmlformats.org/drawingml/2006/main" prst="rect">
            <a:avLst/>
          </a:prstGeom>
          <a:solidFill xmlns:a="http://schemas.openxmlformats.org/drawingml/2006/main">
            <a:srgbClr val="F7F8F9"/>
          </a:solidFill>
          <a:ln xmlns:a="http://schemas.openxmlformats.org/drawingml/2006/main" w="0">
            <a:noFill/>
            <a:prstDash val="solid"/>
          </a:ln>
        </p:spPr>
      </p:sp>
      <p:sp>
        <p:nvSpPr>
          <p:cNvPr id="62" name="shape-901">
            <a:extLst xmlns:a="http://schemas.openxmlformats.org/drawingml/2006/main">
              <a:ext uri="{FF2B5EF4-FFF2-40B4-BE49-F238E27FC236}">
                <a16:creationId xmlns:a16="http://schemas.microsoft.com/office/drawing/2014/main" id="{1C163909-8CFF-4EB0-86A6-9A74597B1420}"/>
              </a:ext>
            </a:extLst>
          </p:cNvPr>
          <p:cNvSpPr>
            <a:spLocks xmlns:a="http://schemas.openxmlformats.org/drawingml/2006/main" noGrp="1"/>
          </p:cNvSpPr>
          <p:nvPr/>
        </p:nvSpPr>
        <p:spPr>
          <a:xfrm xmlns:a="http://schemas.openxmlformats.org/drawingml/2006/main" rot="0">
            <a:off x="2038350" y="4152900"/>
            <a:ext cx="238125" cy="238125"/>
          </a:xfrm>
          <a:prstGeom xmlns:a="http://schemas.openxmlformats.org/drawingml/2006/main" prst="rect">
            <a:avLst/>
          </a:prstGeom>
          <a:solidFill xmlns:a="http://schemas.openxmlformats.org/drawingml/2006/main">
            <a:srgbClr val="D9DEE3"/>
          </a:solidFill>
          <a:ln xmlns:a="http://schemas.openxmlformats.org/drawingml/2006/main" w="0">
            <a:noFill/>
            <a:prstDash val="solid"/>
          </a:ln>
        </p:spPr>
      </p:sp>
      <p:sp>
        <p:nvSpPr>
          <p:cNvPr id="63" name="shape-902">
            <a:extLst xmlns:a="http://schemas.openxmlformats.org/drawingml/2006/main">
              <a:ext uri="{FF2B5EF4-FFF2-40B4-BE49-F238E27FC236}">
                <a16:creationId xmlns:a16="http://schemas.microsoft.com/office/drawing/2014/main" id="{7F569AFF-51B7-459A-9505-B59B7A92E97A}"/>
              </a:ext>
            </a:extLst>
          </p:cNvPr>
          <p:cNvSpPr>
            <a:spLocks xmlns:a="http://schemas.openxmlformats.org/drawingml/2006/main" noGrp="1"/>
          </p:cNvSpPr>
          <p:nvPr/>
        </p:nvSpPr>
        <p:spPr>
          <a:xfrm xmlns:a="http://schemas.openxmlformats.org/drawingml/2006/main" rot="0">
            <a:off x="2276475" y="4152900"/>
            <a:ext cx="238125" cy="238125"/>
          </a:xfrm>
          <a:prstGeom xmlns:a="http://schemas.openxmlformats.org/drawingml/2006/main" prst="rect">
            <a:avLst/>
          </a:prstGeom>
          <a:solidFill xmlns:a="http://schemas.openxmlformats.org/drawingml/2006/main">
            <a:srgbClr val="ADB8C3"/>
          </a:solidFill>
          <a:ln xmlns:a="http://schemas.openxmlformats.org/drawingml/2006/main" w="0">
            <a:noFill/>
            <a:prstDash val="solid"/>
          </a:ln>
        </p:spPr>
      </p:sp>
      <p:sp>
        <p:nvSpPr>
          <p:cNvPr id="64" name="shape-903">
            <a:extLst xmlns:a="http://schemas.openxmlformats.org/drawingml/2006/main">
              <a:ext uri="{FF2B5EF4-FFF2-40B4-BE49-F238E27FC236}">
                <a16:creationId xmlns:a16="http://schemas.microsoft.com/office/drawing/2014/main" id="{53AB218C-D4AB-4A42-B747-F74E1F89AFC4}"/>
              </a:ext>
            </a:extLst>
          </p:cNvPr>
          <p:cNvSpPr>
            <a:spLocks xmlns:a="http://schemas.openxmlformats.org/drawingml/2006/main" noGrp="1"/>
          </p:cNvSpPr>
          <p:nvPr/>
        </p:nvSpPr>
        <p:spPr>
          <a:xfrm xmlns:a="http://schemas.openxmlformats.org/drawingml/2006/main" rot="0">
            <a:off x="2514600" y="4152900"/>
            <a:ext cx="238125" cy="238125"/>
          </a:xfrm>
          <a:prstGeom xmlns:a="http://schemas.openxmlformats.org/drawingml/2006/main" prst="rect">
            <a:avLst/>
          </a:prstGeom>
          <a:solidFill xmlns:a="http://schemas.openxmlformats.org/drawingml/2006/main">
            <a:srgbClr val="D9DEE3"/>
          </a:solidFill>
          <a:ln xmlns:a="http://schemas.openxmlformats.org/drawingml/2006/main" w="0">
            <a:noFill/>
            <a:prstDash val="solid"/>
          </a:ln>
        </p:spPr>
      </p:sp>
      <p:sp>
        <p:nvSpPr>
          <p:cNvPr id="65" name="shape-904">
            <a:extLst xmlns:a="http://schemas.openxmlformats.org/drawingml/2006/main">
              <a:ext uri="{FF2B5EF4-FFF2-40B4-BE49-F238E27FC236}">
                <a16:creationId xmlns:a16="http://schemas.microsoft.com/office/drawing/2014/main" id="{6D593CD4-8562-4215-BD2A-328DA160A472}"/>
              </a:ext>
            </a:extLst>
          </p:cNvPr>
          <p:cNvSpPr>
            <a:spLocks xmlns:a="http://schemas.openxmlformats.org/drawingml/2006/main" noGrp="1"/>
          </p:cNvSpPr>
          <p:nvPr/>
        </p:nvSpPr>
        <p:spPr>
          <a:xfrm xmlns:a="http://schemas.openxmlformats.org/drawingml/2006/main" rot="0">
            <a:off x="2752725" y="4152900"/>
            <a:ext cx="238125" cy="238125"/>
          </a:xfrm>
          <a:prstGeom xmlns:a="http://schemas.openxmlformats.org/drawingml/2006/main" prst="rect">
            <a:avLst/>
          </a:prstGeom>
          <a:solidFill xmlns:a="http://schemas.openxmlformats.org/drawingml/2006/main">
            <a:srgbClr val="FBFCFC"/>
          </a:solidFill>
          <a:ln xmlns:a="http://schemas.openxmlformats.org/drawingml/2006/main" w="0">
            <a:noFill/>
            <a:prstDash val="solid"/>
          </a:ln>
        </p:spPr>
      </p:sp>
      <p:sp>
        <p:nvSpPr>
          <p:cNvPr id="66" name="shape-905">
            <a:extLst xmlns:a="http://schemas.openxmlformats.org/drawingml/2006/main">
              <a:ext uri="{FF2B5EF4-FFF2-40B4-BE49-F238E27FC236}">
                <a16:creationId xmlns:a16="http://schemas.microsoft.com/office/drawing/2014/main" id="{1ADEAF40-A058-49B6-A210-9E741E49FB65}"/>
              </a:ext>
            </a:extLst>
          </p:cNvPr>
          <p:cNvSpPr>
            <a:spLocks xmlns:a="http://schemas.openxmlformats.org/drawingml/2006/main" noGrp="1"/>
          </p:cNvSpPr>
          <p:nvPr/>
        </p:nvSpPr>
        <p:spPr>
          <a:xfrm xmlns:a="http://schemas.openxmlformats.org/drawingml/2006/main" rot="0">
            <a:off x="609600" y="4391025"/>
            <a:ext cx="238125" cy="2381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67" name="shape-906">
            <a:extLst xmlns:a="http://schemas.openxmlformats.org/drawingml/2006/main">
              <a:ext uri="{FF2B5EF4-FFF2-40B4-BE49-F238E27FC236}">
                <a16:creationId xmlns:a16="http://schemas.microsoft.com/office/drawing/2014/main" id="{F313A22A-E8C2-49BD-86D6-19357D109DE3}"/>
              </a:ext>
            </a:extLst>
          </p:cNvPr>
          <p:cNvSpPr>
            <a:spLocks xmlns:a="http://schemas.openxmlformats.org/drawingml/2006/main" noGrp="1"/>
          </p:cNvSpPr>
          <p:nvPr/>
        </p:nvSpPr>
        <p:spPr>
          <a:xfrm xmlns:a="http://schemas.openxmlformats.org/drawingml/2006/main" rot="0">
            <a:off x="847725" y="4391025"/>
            <a:ext cx="238125" cy="2381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68" name="shape-907">
            <a:extLst xmlns:a="http://schemas.openxmlformats.org/drawingml/2006/main">
              <a:ext uri="{FF2B5EF4-FFF2-40B4-BE49-F238E27FC236}">
                <a16:creationId xmlns:a16="http://schemas.microsoft.com/office/drawing/2014/main" id="{65B5CC57-9025-40AB-8F08-ECBDA1EE876D}"/>
              </a:ext>
            </a:extLst>
          </p:cNvPr>
          <p:cNvSpPr>
            <a:spLocks xmlns:a="http://schemas.openxmlformats.org/drawingml/2006/main" noGrp="1"/>
          </p:cNvSpPr>
          <p:nvPr/>
        </p:nvSpPr>
        <p:spPr>
          <a:xfrm xmlns:a="http://schemas.openxmlformats.org/drawingml/2006/main" rot="0">
            <a:off x="1085850" y="4391025"/>
            <a:ext cx="238125" cy="2381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69" name="shape-908">
            <a:extLst xmlns:a="http://schemas.openxmlformats.org/drawingml/2006/main">
              <a:ext uri="{FF2B5EF4-FFF2-40B4-BE49-F238E27FC236}">
                <a16:creationId xmlns:a16="http://schemas.microsoft.com/office/drawing/2014/main" id="{FDD2F3D8-41B2-4C06-8205-8B8C4CE18DF6}"/>
              </a:ext>
            </a:extLst>
          </p:cNvPr>
          <p:cNvSpPr>
            <a:spLocks xmlns:a="http://schemas.openxmlformats.org/drawingml/2006/main" noGrp="1"/>
          </p:cNvSpPr>
          <p:nvPr/>
        </p:nvSpPr>
        <p:spPr>
          <a:xfrm xmlns:a="http://schemas.openxmlformats.org/drawingml/2006/main" rot="0">
            <a:off x="1323975" y="4391025"/>
            <a:ext cx="238125" cy="238125"/>
          </a:xfrm>
          <a:prstGeom xmlns:a="http://schemas.openxmlformats.org/drawingml/2006/main" prst="rect">
            <a:avLst/>
          </a:prstGeom>
          <a:solidFill xmlns:a="http://schemas.openxmlformats.org/drawingml/2006/main">
            <a:srgbClr val="FBFCFC"/>
          </a:solidFill>
          <a:ln xmlns:a="http://schemas.openxmlformats.org/drawingml/2006/main" w="0">
            <a:noFill/>
            <a:prstDash val="solid"/>
          </a:ln>
        </p:spPr>
      </p:sp>
      <p:sp>
        <p:nvSpPr>
          <p:cNvPr id="70" name="shape-909">
            <a:extLst xmlns:a="http://schemas.openxmlformats.org/drawingml/2006/main">
              <a:ext uri="{FF2B5EF4-FFF2-40B4-BE49-F238E27FC236}">
                <a16:creationId xmlns:a16="http://schemas.microsoft.com/office/drawing/2014/main" id="{E3C7702B-E8FF-4351-8ECA-67179415641C}"/>
              </a:ext>
            </a:extLst>
          </p:cNvPr>
          <p:cNvSpPr>
            <a:spLocks xmlns:a="http://schemas.openxmlformats.org/drawingml/2006/main" noGrp="1"/>
          </p:cNvSpPr>
          <p:nvPr/>
        </p:nvSpPr>
        <p:spPr>
          <a:xfrm xmlns:a="http://schemas.openxmlformats.org/drawingml/2006/main" rot="0">
            <a:off x="1562100" y="4391025"/>
            <a:ext cx="238125" cy="238125"/>
          </a:xfrm>
          <a:prstGeom xmlns:a="http://schemas.openxmlformats.org/drawingml/2006/main" prst="rect">
            <a:avLst/>
          </a:prstGeom>
          <a:solidFill xmlns:a="http://schemas.openxmlformats.org/drawingml/2006/main">
            <a:srgbClr val="D9DEE3"/>
          </a:solidFill>
          <a:ln xmlns:a="http://schemas.openxmlformats.org/drawingml/2006/main" w="0">
            <a:noFill/>
            <a:prstDash val="solid"/>
          </a:ln>
        </p:spPr>
      </p:sp>
      <p:sp>
        <p:nvSpPr>
          <p:cNvPr id="71" name="shape-910">
            <a:extLst xmlns:a="http://schemas.openxmlformats.org/drawingml/2006/main">
              <a:ext uri="{FF2B5EF4-FFF2-40B4-BE49-F238E27FC236}">
                <a16:creationId xmlns:a16="http://schemas.microsoft.com/office/drawing/2014/main" id="{212BDA65-FB50-4511-B5AB-8CE908F75C48}"/>
              </a:ext>
            </a:extLst>
          </p:cNvPr>
          <p:cNvSpPr>
            <a:spLocks xmlns:a="http://schemas.openxmlformats.org/drawingml/2006/main" noGrp="1"/>
          </p:cNvSpPr>
          <p:nvPr/>
        </p:nvSpPr>
        <p:spPr>
          <a:xfrm xmlns:a="http://schemas.openxmlformats.org/drawingml/2006/main" rot="0">
            <a:off x="1800225" y="4391025"/>
            <a:ext cx="238125" cy="238125"/>
          </a:xfrm>
          <a:prstGeom xmlns:a="http://schemas.openxmlformats.org/drawingml/2006/main" prst="rect">
            <a:avLst/>
          </a:prstGeom>
          <a:solidFill xmlns:a="http://schemas.openxmlformats.org/drawingml/2006/main">
            <a:srgbClr val="ADB8C3"/>
          </a:solidFill>
          <a:ln xmlns:a="http://schemas.openxmlformats.org/drawingml/2006/main" w="0">
            <a:noFill/>
            <a:prstDash val="solid"/>
          </a:ln>
        </p:spPr>
      </p:sp>
      <p:sp>
        <p:nvSpPr>
          <p:cNvPr id="72" name="shape-911">
            <a:extLst xmlns:a="http://schemas.openxmlformats.org/drawingml/2006/main">
              <a:ext uri="{FF2B5EF4-FFF2-40B4-BE49-F238E27FC236}">
                <a16:creationId xmlns:a16="http://schemas.microsoft.com/office/drawing/2014/main" id="{B68677E3-189C-46DC-A4A8-AF128E3239D3}"/>
              </a:ext>
            </a:extLst>
          </p:cNvPr>
          <p:cNvSpPr>
            <a:spLocks xmlns:a="http://schemas.openxmlformats.org/drawingml/2006/main" noGrp="1"/>
          </p:cNvSpPr>
          <p:nvPr/>
        </p:nvSpPr>
        <p:spPr>
          <a:xfrm xmlns:a="http://schemas.openxmlformats.org/drawingml/2006/main" rot="0">
            <a:off x="2038350" y="4391025"/>
            <a:ext cx="238125" cy="238125"/>
          </a:xfrm>
          <a:prstGeom xmlns:a="http://schemas.openxmlformats.org/drawingml/2006/main" prst="rect">
            <a:avLst/>
          </a:prstGeom>
          <a:solidFill xmlns:a="http://schemas.openxmlformats.org/drawingml/2006/main">
            <a:srgbClr val="D9DEE3"/>
          </a:solidFill>
          <a:ln xmlns:a="http://schemas.openxmlformats.org/drawingml/2006/main" w="0">
            <a:noFill/>
            <a:prstDash val="solid"/>
          </a:ln>
        </p:spPr>
      </p:sp>
      <p:sp>
        <p:nvSpPr>
          <p:cNvPr id="73" name="shape-912">
            <a:extLst xmlns:a="http://schemas.openxmlformats.org/drawingml/2006/main">
              <a:ext uri="{FF2B5EF4-FFF2-40B4-BE49-F238E27FC236}">
                <a16:creationId xmlns:a16="http://schemas.microsoft.com/office/drawing/2014/main" id="{61C2BB23-E59D-49C3-913E-3BEF4A916C5E}"/>
              </a:ext>
            </a:extLst>
          </p:cNvPr>
          <p:cNvSpPr>
            <a:spLocks xmlns:a="http://schemas.openxmlformats.org/drawingml/2006/main" noGrp="1"/>
          </p:cNvSpPr>
          <p:nvPr/>
        </p:nvSpPr>
        <p:spPr>
          <a:xfrm xmlns:a="http://schemas.openxmlformats.org/drawingml/2006/main" rot="0">
            <a:off x="2276475" y="4391025"/>
            <a:ext cx="238125" cy="238125"/>
          </a:xfrm>
          <a:prstGeom xmlns:a="http://schemas.openxmlformats.org/drawingml/2006/main" prst="rect">
            <a:avLst/>
          </a:prstGeom>
          <a:solidFill xmlns:a="http://schemas.openxmlformats.org/drawingml/2006/main">
            <a:srgbClr val="F7F8F9"/>
          </a:solidFill>
          <a:ln xmlns:a="http://schemas.openxmlformats.org/drawingml/2006/main" w="0">
            <a:noFill/>
            <a:prstDash val="solid"/>
          </a:ln>
        </p:spPr>
      </p:sp>
      <p:sp>
        <p:nvSpPr>
          <p:cNvPr id="74" name="shape-913">
            <a:extLst xmlns:a="http://schemas.openxmlformats.org/drawingml/2006/main">
              <a:ext uri="{FF2B5EF4-FFF2-40B4-BE49-F238E27FC236}">
                <a16:creationId xmlns:a16="http://schemas.microsoft.com/office/drawing/2014/main" id="{785F0810-B1FB-4750-9D7B-EA5E523BD1DA}"/>
              </a:ext>
            </a:extLst>
          </p:cNvPr>
          <p:cNvSpPr>
            <a:spLocks xmlns:a="http://schemas.openxmlformats.org/drawingml/2006/main" noGrp="1"/>
          </p:cNvSpPr>
          <p:nvPr/>
        </p:nvSpPr>
        <p:spPr>
          <a:xfrm xmlns:a="http://schemas.openxmlformats.org/drawingml/2006/main" rot="0">
            <a:off x="2514600" y="4391025"/>
            <a:ext cx="238125" cy="238125"/>
          </a:xfrm>
          <a:prstGeom xmlns:a="http://schemas.openxmlformats.org/drawingml/2006/main" prst="rect">
            <a:avLst/>
          </a:prstGeom>
          <a:solidFill xmlns:a="http://schemas.openxmlformats.org/drawingml/2006/main">
            <a:srgbClr val="FBFCFC"/>
          </a:solidFill>
          <a:ln xmlns:a="http://schemas.openxmlformats.org/drawingml/2006/main" w="0">
            <a:noFill/>
            <a:prstDash val="solid"/>
          </a:ln>
        </p:spPr>
      </p:sp>
      <p:sp>
        <p:nvSpPr>
          <p:cNvPr id="75" name="shape-914">
            <a:extLst xmlns:a="http://schemas.openxmlformats.org/drawingml/2006/main">
              <a:ext uri="{FF2B5EF4-FFF2-40B4-BE49-F238E27FC236}">
                <a16:creationId xmlns:a16="http://schemas.microsoft.com/office/drawing/2014/main" id="{24BF7626-2CB5-452D-A839-CE525BA4ADC4}"/>
              </a:ext>
            </a:extLst>
          </p:cNvPr>
          <p:cNvSpPr>
            <a:spLocks xmlns:a="http://schemas.openxmlformats.org/drawingml/2006/main" noGrp="1"/>
          </p:cNvSpPr>
          <p:nvPr/>
        </p:nvSpPr>
        <p:spPr>
          <a:xfrm xmlns:a="http://schemas.openxmlformats.org/drawingml/2006/main" rot="0">
            <a:off x="2752725" y="4391025"/>
            <a:ext cx="238125" cy="2381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76" name="shape-915">
            <a:extLst xmlns:a="http://schemas.openxmlformats.org/drawingml/2006/main">
              <a:ext uri="{FF2B5EF4-FFF2-40B4-BE49-F238E27FC236}">
                <a16:creationId xmlns:a16="http://schemas.microsoft.com/office/drawing/2014/main" id="{1AC08314-4D85-412A-95FD-CA63C6650C7A}"/>
              </a:ext>
            </a:extLst>
          </p:cNvPr>
          <p:cNvSpPr>
            <a:spLocks xmlns:a="http://schemas.openxmlformats.org/drawingml/2006/main" noGrp="1"/>
          </p:cNvSpPr>
          <p:nvPr/>
        </p:nvSpPr>
        <p:spPr>
          <a:xfrm xmlns:a="http://schemas.openxmlformats.org/drawingml/2006/main" rot="0">
            <a:off x="609600" y="4629150"/>
            <a:ext cx="238125" cy="2381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77" name="shape-916">
            <a:extLst xmlns:a="http://schemas.openxmlformats.org/drawingml/2006/main">
              <a:ext uri="{FF2B5EF4-FFF2-40B4-BE49-F238E27FC236}">
                <a16:creationId xmlns:a16="http://schemas.microsoft.com/office/drawing/2014/main" id="{66A2CFBA-7A89-4272-932B-641EFF26A160}"/>
              </a:ext>
            </a:extLst>
          </p:cNvPr>
          <p:cNvSpPr>
            <a:spLocks xmlns:a="http://schemas.openxmlformats.org/drawingml/2006/main" noGrp="1"/>
          </p:cNvSpPr>
          <p:nvPr/>
        </p:nvSpPr>
        <p:spPr>
          <a:xfrm xmlns:a="http://schemas.openxmlformats.org/drawingml/2006/main" rot="0">
            <a:off x="847725" y="4629150"/>
            <a:ext cx="238125" cy="2381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78" name="shape-917">
            <a:extLst xmlns:a="http://schemas.openxmlformats.org/drawingml/2006/main">
              <a:ext uri="{FF2B5EF4-FFF2-40B4-BE49-F238E27FC236}">
                <a16:creationId xmlns:a16="http://schemas.microsoft.com/office/drawing/2014/main" id="{AD006449-D645-4D68-A380-51F4236CABBE}"/>
              </a:ext>
            </a:extLst>
          </p:cNvPr>
          <p:cNvSpPr>
            <a:spLocks xmlns:a="http://schemas.openxmlformats.org/drawingml/2006/main" noGrp="1"/>
          </p:cNvSpPr>
          <p:nvPr/>
        </p:nvSpPr>
        <p:spPr>
          <a:xfrm xmlns:a="http://schemas.openxmlformats.org/drawingml/2006/main" rot="0">
            <a:off x="1085850" y="4629150"/>
            <a:ext cx="238125" cy="2381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79" name="shape-918">
            <a:extLst xmlns:a="http://schemas.openxmlformats.org/drawingml/2006/main">
              <a:ext uri="{FF2B5EF4-FFF2-40B4-BE49-F238E27FC236}">
                <a16:creationId xmlns:a16="http://schemas.microsoft.com/office/drawing/2014/main" id="{55CA2994-2814-4E38-8345-A6AE3515483B}"/>
              </a:ext>
            </a:extLst>
          </p:cNvPr>
          <p:cNvSpPr>
            <a:spLocks xmlns:a="http://schemas.openxmlformats.org/drawingml/2006/main" noGrp="1"/>
          </p:cNvSpPr>
          <p:nvPr/>
        </p:nvSpPr>
        <p:spPr>
          <a:xfrm xmlns:a="http://schemas.openxmlformats.org/drawingml/2006/main" rot="0">
            <a:off x="1323975" y="4629150"/>
            <a:ext cx="238125" cy="238125"/>
          </a:xfrm>
          <a:prstGeom xmlns:a="http://schemas.openxmlformats.org/drawingml/2006/main" prst="rect">
            <a:avLst/>
          </a:prstGeom>
          <a:solidFill xmlns:a="http://schemas.openxmlformats.org/drawingml/2006/main">
            <a:srgbClr val="F7F8F9"/>
          </a:solidFill>
          <a:ln xmlns:a="http://schemas.openxmlformats.org/drawingml/2006/main" w="0">
            <a:noFill/>
            <a:prstDash val="solid"/>
          </a:ln>
        </p:spPr>
      </p:sp>
      <p:sp>
        <p:nvSpPr>
          <p:cNvPr id="80" name="shape-919">
            <a:extLst xmlns:a="http://schemas.openxmlformats.org/drawingml/2006/main">
              <a:ext uri="{FF2B5EF4-FFF2-40B4-BE49-F238E27FC236}">
                <a16:creationId xmlns:a16="http://schemas.microsoft.com/office/drawing/2014/main" id="{D3120931-00A2-4627-905E-57D738018A3A}"/>
              </a:ext>
            </a:extLst>
          </p:cNvPr>
          <p:cNvSpPr>
            <a:spLocks xmlns:a="http://schemas.openxmlformats.org/drawingml/2006/main" noGrp="1"/>
          </p:cNvSpPr>
          <p:nvPr/>
        </p:nvSpPr>
        <p:spPr>
          <a:xfrm xmlns:a="http://schemas.openxmlformats.org/drawingml/2006/main" rot="0">
            <a:off x="1562100" y="4629150"/>
            <a:ext cx="238125" cy="238125"/>
          </a:xfrm>
          <a:prstGeom xmlns:a="http://schemas.openxmlformats.org/drawingml/2006/main" prst="rect">
            <a:avLst/>
          </a:prstGeom>
          <a:solidFill xmlns:a="http://schemas.openxmlformats.org/drawingml/2006/main">
            <a:srgbClr val="ADB8C3"/>
          </a:solidFill>
          <a:ln xmlns:a="http://schemas.openxmlformats.org/drawingml/2006/main" w="0">
            <a:noFill/>
            <a:prstDash val="solid"/>
          </a:ln>
        </p:spPr>
      </p:sp>
      <p:sp>
        <p:nvSpPr>
          <p:cNvPr id="81" name="shape-920">
            <a:extLst xmlns:a="http://schemas.openxmlformats.org/drawingml/2006/main">
              <a:ext uri="{FF2B5EF4-FFF2-40B4-BE49-F238E27FC236}">
                <a16:creationId xmlns:a16="http://schemas.microsoft.com/office/drawing/2014/main" id="{4B1C2BF6-3CAC-4E98-8FF1-998222D31DE2}"/>
              </a:ext>
            </a:extLst>
          </p:cNvPr>
          <p:cNvSpPr>
            <a:spLocks xmlns:a="http://schemas.openxmlformats.org/drawingml/2006/main" noGrp="1"/>
          </p:cNvSpPr>
          <p:nvPr/>
        </p:nvSpPr>
        <p:spPr>
          <a:xfrm xmlns:a="http://schemas.openxmlformats.org/drawingml/2006/main" rot="0">
            <a:off x="1800225" y="4629150"/>
            <a:ext cx="238125" cy="238125"/>
          </a:xfrm>
          <a:prstGeom xmlns:a="http://schemas.openxmlformats.org/drawingml/2006/main" prst="rect">
            <a:avLst/>
          </a:prstGeom>
          <a:solidFill xmlns:a="http://schemas.openxmlformats.org/drawingml/2006/main">
            <a:srgbClr val="4D657D"/>
          </a:solidFill>
          <a:ln xmlns:a="http://schemas.openxmlformats.org/drawingml/2006/main" w="0">
            <a:noFill/>
            <a:prstDash val="solid"/>
          </a:ln>
        </p:spPr>
      </p:sp>
      <p:sp>
        <p:nvSpPr>
          <p:cNvPr id="82" name="shape-921">
            <a:extLst xmlns:a="http://schemas.openxmlformats.org/drawingml/2006/main">
              <a:ext uri="{FF2B5EF4-FFF2-40B4-BE49-F238E27FC236}">
                <a16:creationId xmlns:a16="http://schemas.microsoft.com/office/drawing/2014/main" id="{2D71501E-A469-4CF7-AAAC-1C8D0DEA0CB7}"/>
              </a:ext>
            </a:extLst>
          </p:cNvPr>
          <p:cNvSpPr>
            <a:spLocks xmlns:a="http://schemas.openxmlformats.org/drawingml/2006/main" noGrp="1"/>
          </p:cNvSpPr>
          <p:nvPr/>
        </p:nvSpPr>
        <p:spPr>
          <a:xfrm xmlns:a="http://schemas.openxmlformats.org/drawingml/2006/main" rot="0">
            <a:off x="2038350" y="4629150"/>
            <a:ext cx="238125" cy="238125"/>
          </a:xfrm>
          <a:prstGeom xmlns:a="http://schemas.openxmlformats.org/drawingml/2006/main" prst="rect">
            <a:avLst/>
          </a:prstGeom>
          <a:solidFill xmlns:a="http://schemas.openxmlformats.org/drawingml/2006/main">
            <a:srgbClr val="ADB8C3"/>
          </a:solidFill>
          <a:ln xmlns:a="http://schemas.openxmlformats.org/drawingml/2006/main" w="0">
            <a:noFill/>
            <a:prstDash val="solid"/>
          </a:ln>
        </p:spPr>
      </p:sp>
      <p:sp>
        <p:nvSpPr>
          <p:cNvPr id="83" name="shape-922">
            <a:extLst xmlns:a="http://schemas.openxmlformats.org/drawingml/2006/main">
              <a:ext uri="{FF2B5EF4-FFF2-40B4-BE49-F238E27FC236}">
                <a16:creationId xmlns:a16="http://schemas.microsoft.com/office/drawing/2014/main" id="{E8E6F8A9-6633-469F-8D9E-358DD13EFE93}"/>
              </a:ext>
            </a:extLst>
          </p:cNvPr>
          <p:cNvSpPr>
            <a:spLocks xmlns:a="http://schemas.openxmlformats.org/drawingml/2006/main" noGrp="1"/>
          </p:cNvSpPr>
          <p:nvPr/>
        </p:nvSpPr>
        <p:spPr>
          <a:xfrm xmlns:a="http://schemas.openxmlformats.org/drawingml/2006/main" rot="0">
            <a:off x="2276475" y="4629150"/>
            <a:ext cx="238125" cy="238125"/>
          </a:xfrm>
          <a:prstGeom xmlns:a="http://schemas.openxmlformats.org/drawingml/2006/main" prst="rect">
            <a:avLst/>
          </a:prstGeom>
          <a:solidFill xmlns:a="http://schemas.openxmlformats.org/drawingml/2006/main">
            <a:srgbClr val="F7F8F9"/>
          </a:solidFill>
          <a:ln xmlns:a="http://schemas.openxmlformats.org/drawingml/2006/main" w="0">
            <a:noFill/>
            <a:prstDash val="solid"/>
          </a:ln>
        </p:spPr>
      </p:sp>
      <p:sp>
        <p:nvSpPr>
          <p:cNvPr id="84" name="shape-923">
            <a:extLst xmlns:a="http://schemas.openxmlformats.org/drawingml/2006/main">
              <a:ext uri="{FF2B5EF4-FFF2-40B4-BE49-F238E27FC236}">
                <a16:creationId xmlns:a16="http://schemas.microsoft.com/office/drawing/2014/main" id="{D38E0B91-4C85-408C-B896-CAD2BE113C7D}"/>
              </a:ext>
            </a:extLst>
          </p:cNvPr>
          <p:cNvSpPr>
            <a:spLocks xmlns:a="http://schemas.openxmlformats.org/drawingml/2006/main" noGrp="1"/>
          </p:cNvSpPr>
          <p:nvPr/>
        </p:nvSpPr>
        <p:spPr>
          <a:xfrm xmlns:a="http://schemas.openxmlformats.org/drawingml/2006/main" rot="0">
            <a:off x="2514600" y="4629150"/>
            <a:ext cx="238125" cy="2381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85" name="shape-924">
            <a:extLst xmlns:a="http://schemas.openxmlformats.org/drawingml/2006/main">
              <a:ext uri="{FF2B5EF4-FFF2-40B4-BE49-F238E27FC236}">
                <a16:creationId xmlns:a16="http://schemas.microsoft.com/office/drawing/2014/main" id="{699583B5-8334-4F55-8856-5BACDCCBD08D}"/>
              </a:ext>
            </a:extLst>
          </p:cNvPr>
          <p:cNvSpPr>
            <a:spLocks xmlns:a="http://schemas.openxmlformats.org/drawingml/2006/main" noGrp="1"/>
          </p:cNvSpPr>
          <p:nvPr/>
        </p:nvSpPr>
        <p:spPr>
          <a:xfrm xmlns:a="http://schemas.openxmlformats.org/drawingml/2006/main" rot="0">
            <a:off x="2752725" y="4629150"/>
            <a:ext cx="238125" cy="2381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86" name="shape-925">
            <a:extLst xmlns:a="http://schemas.openxmlformats.org/drawingml/2006/main">
              <a:ext uri="{FF2B5EF4-FFF2-40B4-BE49-F238E27FC236}">
                <a16:creationId xmlns:a16="http://schemas.microsoft.com/office/drawing/2014/main" id="{F4AA36F0-4F62-4405-82AA-F1DEE378F310}"/>
              </a:ext>
            </a:extLst>
          </p:cNvPr>
          <p:cNvSpPr>
            <a:spLocks xmlns:a="http://schemas.openxmlformats.org/drawingml/2006/main" noGrp="1"/>
          </p:cNvSpPr>
          <p:nvPr/>
        </p:nvSpPr>
        <p:spPr>
          <a:xfrm xmlns:a="http://schemas.openxmlformats.org/drawingml/2006/main" rot="0">
            <a:off x="609600" y="4867275"/>
            <a:ext cx="238125" cy="2381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87" name="shape-926">
            <a:extLst xmlns:a="http://schemas.openxmlformats.org/drawingml/2006/main">
              <a:ext uri="{FF2B5EF4-FFF2-40B4-BE49-F238E27FC236}">
                <a16:creationId xmlns:a16="http://schemas.microsoft.com/office/drawing/2014/main" id="{41DFB8D5-5B3C-4F9A-917F-ABD533476A40}"/>
              </a:ext>
            </a:extLst>
          </p:cNvPr>
          <p:cNvSpPr>
            <a:spLocks xmlns:a="http://schemas.openxmlformats.org/drawingml/2006/main" noGrp="1"/>
          </p:cNvSpPr>
          <p:nvPr/>
        </p:nvSpPr>
        <p:spPr>
          <a:xfrm xmlns:a="http://schemas.openxmlformats.org/drawingml/2006/main" rot="0">
            <a:off x="847725" y="4867275"/>
            <a:ext cx="238125" cy="2381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88" name="shape-927">
            <a:extLst xmlns:a="http://schemas.openxmlformats.org/drawingml/2006/main">
              <a:ext uri="{FF2B5EF4-FFF2-40B4-BE49-F238E27FC236}">
                <a16:creationId xmlns:a16="http://schemas.microsoft.com/office/drawing/2014/main" id="{DF8D3435-8808-469B-928F-5EB8ADDC3AE4}"/>
              </a:ext>
            </a:extLst>
          </p:cNvPr>
          <p:cNvSpPr>
            <a:spLocks xmlns:a="http://schemas.openxmlformats.org/drawingml/2006/main" noGrp="1"/>
          </p:cNvSpPr>
          <p:nvPr/>
        </p:nvSpPr>
        <p:spPr>
          <a:xfrm xmlns:a="http://schemas.openxmlformats.org/drawingml/2006/main" rot="0">
            <a:off x="1085850" y="4867275"/>
            <a:ext cx="238125" cy="2381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89" name="shape-928">
            <a:extLst xmlns:a="http://schemas.openxmlformats.org/drawingml/2006/main">
              <a:ext uri="{FF2B5EF4-FFF2-40B4-BE49-F238E27FC236}">
                <a16:creationId xmlns:a16="http://schemas.microsoft.com/office/drawing/2014/main" id="{33A86DD3-B545-43CC-977E-D5777F86D517}"/>
              </a:ext>
            </a:extLst>
          </p:cNvPr>
          <p:cNvSpPr>
            <a:spLocks xmlns:a="http://schemas.openxmlformats.org/drawingml/2006/main" noGrp="1"/>
          </p:cNvSpPr>
          <p:nvPr/>
        </p:nvSpPr>
        <p:spPr>
          <a:xfrm xmlns:a="http://schemas.openxmlformats.org/drawingml/2006/main" rot="0">
            <a:off x="1323975" y="4867275"/>
            <a:ext cx="238125" cy="238125"/>
          </a:xfrm>
          <a:prstGeom xmlns:a="http://schemas.openxmlformats.org/drawingml/2006/main" prst="rect">
            <a:avLst/>
          </a:prstGeom>
          <a:solidFill xmlns:a="http://schemas.openxmlformats.org/drawingml/2006/main">
            <a:srgbClr val="FBFCFC"/>
          </a:solidFill>
          <a:ln xmlns:a="http://schemas.openxmlformats.org/drawingml/2006/main" w="0">
            <a:noFill/>
            <a:prstDash val="solid"/>
          </a:ln>
        </p:spPr>
      </p:sp>
      <p:sp>
        <p:nvSpPr>
          <p:cNvPr id="90" name="shape-929">
            <a:extLst xmlns:a="http://schemas.openxmlformats.org/drawingml/2006/main">
              <a:ext uri="{FF2B5EF4-FFF2-40B4-BE49-F238E27FC236}">
                <a16:creationId xmlns:a16="http://schemas.microsoft.com/office/drawing/2014/main" id="{1EE71FD3-9AF5-4883-9495-7DA82901755A}"/>
              </a:ext>
            </a:extLst>
          </p:cNvPr>
          <p:cNvSpPr>
            <a:spLocks xmlns:a="http://schemas.openxmlformats.org/drawingml/2006/main" noGrp="1"/>
          </p:cNvSpPr>
          <p:nvPr/>
        </p:nvSpPr>
        <p:spPr>
          <a:xfrm xmlns:a="http://schemas.openxmlformats.org/drawingml/2006/main" rot="0">
            <a:off x="1562100" y="4867275"/>
            <a:ext cx="238125" cy="238125"/>
          </a:xfrm>
          <a:prstGeom xmlns:a="http://schemas.openxmlformats.org/drawingml/2006/main" prst="rect">
            <a:avLst/>
          </a:prstGeom>
          <a:solidFill xmlns:a="http://schemas.openxmlformats.org/drawingml/2006/main">
            <a:srgbClr val="D9DEE3"/>
          </a:solidFill>
          <a:ln xmlns:a="http://schemas.openxmlformats.org/drawingml/2006/main" w="0">
            <a:noFill/>
            <a:prstDash val="solid"/>
          </a:ln>
        </p:spPr>
      </p:sp>
      <p:sp>
        <p:nvSpPr>
          <p:cNvPr id="91" name="shape-930">
            <a:extLst xmlns:a="http://schemas.openxmlformats.org/drawingml/2006/main">
              <a:ext uri="{FF2B5EF4-FFF2-40B4-BE49-F238E27FC236}">
                <a16:creationId xmlns:a16="http://schemas.microsoft.com/office/drawing/2014/main" id="{F7875E9E-42D4-47F0-9C11-3D499F1CFE8B}"/>
              </a:ext>
            </a:extLst>
          </p:cNvPr>
          <p:cNvSpPr>
            <a:spLocks xmlns:a="http://schemas.openxmlformats.org/drawingml/2006/main" noGrp="1"/>
          </p:cNvSpPr>
          <p:nvPr/>
        </p:nvSpPr>
        <p:spPr>
          <a:xfrm xmlns:a="http://schemas.openxmlformats.org/drawingml/2006/main" rot="0">
            <a:off x="1800225" y="4867275"/>
            <a:ext cx="238125" cy="238125"/>
          </a:xfrm>
          <a:prstGeom xmlns:a="http://schemas.openxmlformats.org/drawingml/2006/main" prst="rect">
            <a:avLst/>
          </a:prstGeom>
          <a:solidFill xmlns:a="http://schemas.openxmlformats.org/drawingml/2006/main">
            <a:srgbClr val="ADB8C3"/>
          </a:solidFill>
          <a:ln xmlns:a="http://schemas.openxmlformats.org/drawingml/2006/main" w="0">
            <a:noFill/>
            <a:prstDash val="solid"/>
          </a:ln>
        </p:spPr>
      </p:sp>
      <p:sp>
        <p:nvSpPr>
          <p:cNvPr id="92" name="shape-931">
            <a:extLst xmlns:a="http://schemas.openxmlformats.org/drawingml/2006/main">
              <a:ext uri="{FF2B5EF4-FFF2-40B4-BE49-F238E27FC236}">
                <a16:creationId xmlns:a16="http://schemas.microsoft.com/office/drawing/2014/main" id="{1035725E-671A-4C1E-91DD-2E1BFA7D9B95}"/>
              </a:ext>
            </a:extLst>
          </p:cNvPr>
          <p:cNvSpPr>
            <a:spLocks xmlns:a="http://schemas.openxmlformats.org/drawingml/2006/main" noGrp="1"/>
          </p:cNvSpPr>
          <p:nvPr/>
        </p:nvSpPr>
        <p:spPr>
          <a:xfrm xmlns:a="http://schemas.openxmlformats.org/drawingml/2006/main" rot="0">
            <a:off x="2038350" y="4867275"/>
            <a:ext cx="238125" cy="238125"/>
          </a:xfrm>
          <a:prstGeom xmlns:a="http://schemas.openxmlformats.org/drawingml/2006/main" prst="rect">
            <a:avLst/>
          </a:prstGeom>
          <a:solidFill xmlns:a="http://schemas.openxmlformats.org/drawingml/2006/main">
            <a:srgbClr val="D9DEE3"/>
          </a:solidFill>
          <a:ln xmlns:a="http://schemas.openxmlformats.org/drawingml/2006/main" w="0">
            <a:noFill/>
            <a:prstDash val="solid"/>
          </a:ln>
        </p:spPr>
      </p:sp>
      <p:sp>
        <p:nvSpPr>
          <p:cNvPr id="93" name="shape-932">
            <a:extLst xmlns:a="http://schemas.openxmlformats.org/drawingml/2006/main">
              <a:ext uri="{FF2B5EF4-FFF2-40B4-BE49-F238E27FC236}">
                <a16:creationId xmlns:a16="http://schemas.microsoft.com/office/drawing/2014/main" id="{3A10C34D-23E9-4491-8D0C-0CFABA0B5644}"/>
              </a:ext>
            </a:extLst>
          </p:cNvPr>
          <p:cNvSpPr>
            <a:spLocks xmlns:a="http://schemas.openxmlformats.org/drawingml/2006/main" noGrp="1"/>
          </p:cNvSpPr>
          <p:nvPr/>
        </p:nvSpPr>
        <p:spPr>
          <a:xfrm xmlns:a="http://schemas.openxmlformats.org/drawingml/2006/main" rot="0">
            <a:off x="2276475" y="4867275"/>
            <a:ext cx="238125" cy="238125"/>
          </a:xfrm>
          <a:prstGeom xmlns:a="http://schemas.openxmlformats.org/drawingml/2006/main" prst="rect">
            <a:avLst/>
          </a:prstGeom>
          <a:solidFill xmlns:a="http://schemas.openxmlformats.org/drawingml/2006/main">
            <a:srgbClr val="FBFCFC"/>
          </a:solidFill>
          <a:ln xmlns:a="http://schemas.openxmlformats.org/drawingml/2006/main" w="0">
            <a:noFill/>
            <a:prstDash val="solid"/>
          </a:ln>
        </p:spPr>
      </p:sp>
      <p:sp>
        <p:nvSpPr>
          <p:cNvPr id="94" name="shape-933">
            <a:extLst xmlns:a="http://schemas.openxmlformats.org/drawingml/2006/main">
              <a:ext uri="{FF2B5EF4-FFF2-40B4-BE49-F238E27FC236}">
                <a16:creationId xmlns:a16="http://schemas.microsoft.com/office/drawing/2014/main" id="{CBC5E1CA-A5FF-40DD-9DF6-B4A0D914C64E}"/>
              </a:ext>
            </a:extLst>
          </p:cNvPr>
          <p:cNvSpPr>
            <a:spLocks xmlns:a="http://schemas.openxmlformats.org/drawingml/2006/main" noGrp="1"/>
          </p:cNvSpPr>
          <p:nvPr/>
        </p:nvSpPr>
        <p:spPr>
          <a:xfrm xmlns:a="http://schemas.openxmlformats.org/drawingml/2006/main" rot="0">
            <a:off x="2514600" y="4867275"/>
            <a:ext cx="238125" cy="2381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95" name="shape-934">
            <a:extLst xmlns:a="http://schemas.openxmlformats.org/drawingml/2006/main">
              <a:ext uri="{FF2B5EF4-FFF2-40B4-BE49-F238E27FC236}">
                <a16:creationId xmlns:a16="http://schemas.microsoft.com/office/drawing/2014/main" id="{8446A14A-0E0A-4E83-89FE-600002A1DD08}"/>
              </a:ext>
            </a:extLst>
          </p:cNvPr>
          <p:cNvSpPr>
            <a:spLocks xmlns:a="http://schemas.openxmlformats.org/drawingml/2006/main" noGrp="1"/>
          </p:cNvSpPr>
          <p:nvPr/>
        </p:nvSpPr>
        <p:spPr>
          <a:xfrm xmlns:a="http://schemas.openxmlformats.org/drawingml/2006/main" rot="0">
            <a:off x="2752725" y="4867275"/>
            <a:ext cx="238125" cy="23812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96" name="path-935">
            <a:extLst xmlns:a="http://schemas.openxmlformats.org/drawingml/2006/main">
              <a:ext uri="{FF2B5EF4-FFF2-40B4-BE49-F238E27FC236}">
                <a16:creationId xmlns:a16="http://schemas.microsoft.com/office/drawing/2014/main" id="{57A5EB82-DAF8-4357-8F2E-89A15AB62257}"/>
              </a:ext>
            </a:extLst>
          </p:cNvPr>
          <p:cNvSpPr>
            <a:spLocks xmlns:a="http://schemas.openxmlformats.org/drawingml/2006/main" noGrp="1"/>
          </p:cNvSpPr>
          <p:nvPr/>
        </p:nvSpPr>
        <p:spPr>
          <a:xfrm xmlns:a="http://schemas.openxmlformats.org/drawingml/2006/main">
            <a:off x="847725" y="3200400"/>
            <a:ext cx="953" cy="1905000"/>
          </a:xfrm>
          <a:custGeom xmlns:a="http://schemas.openxmlformats.org/drawingml/2006/main">
            <a:pathLst>
              <a:path w="953" h="1905000">
                <a:moveTo>
                  <a:pt x="0" y="0"/>
                </a:moveTo>
                <a:lnTo>
                  <a:pt x="0" y="1905000"/>
                </a:lnTo>
              </a:path>
            </a:pathLst>
          </a:custGeom>
          <a:noFill xmlns:a="http://schemas.openxmlformats.org/drawingml/2006/main"/>
          <a:ln xmlns:a="http://schemas.openxmlformats.org/drawingml/2006/main" w="7620">
            <a:solidFill>
              <a:srgbClr val="DFE5ED"/>
            </a:solidFill>
            <a:prstDash val="solid"/>
          </a:ln>
        </p:spPr>
      </p:sp>
      <p:sp>
        <p:nvSpPr>
          <p:cNvPr id="97" name="path-936">
            <a:extLst xmlns:a="http://schemas.openxmlformats.org/drawingml/2006/main">
              <a:ext uri="{FF2B5EF4-FFF2-40B4-BE49-F238E27FC236}">
                <a16:creationId xmlns:a16="http://schemas.microsoft.com/office/drawing/2014/main" id="{A21ED25C-8F8D-4F65-8864-3625CA3832A4}"/>
              </a:ext>
            </a:extLst>
          </p:cNvPr>
          <p:cNvSpPr>
            <a:spLocks xmlns:a="http://schemas.openxmlformats.org/drawingml/2006/main" noGrp="1"/>
          </p:cNvSpPr>
          <p:nvPr/>
        </p:nvSpPr>
        <p:spPr>
          <a:xfrm xmlns:a="http://schemas.openxmlformats.org/drawingml/2006/main">
            <a:off x="1085850" y="3200400"/>
            <a:ext cx="953" cy="1905000"/>
          </a:xfrm>
          <a:custGeom xmlns:a="http://schemas.openxmlformats.org/drawingml/2006/main">
            <a:pathLst>
              <a:path w="953" h="1905000">
                <a:moveTo>
                  <a:pt x="0" y="0"/>
                </a:moveTo>
                <a:lnTo>
                  <a:pt x="0" y="1905000"/>
                </a:lnTo>
              </a:path>
            </a:pathLst>
          </a:custGeom>
          <a:noFill xmlns:a="http://schemas.openxmlformats.org/drawingml/2006/main"/>
          <a:ln xmlns:a="http://schemas.openxmlformats.org/drawingml/2006/main" w="7620">
            <a:solidFill>
              <a:srgbClr val="DFE5ED"/>
            </a:solidFill>
            <a:prstDash val="solid"/>
          </a:ln>
        </p:spPr>
      </p:sp>
      <p:sp>
        <p:nvSpPr>
          <p:cNvPr id="98" name="path-937">
            <a:extLst xmlns:a="http://schemas.openxmlformats.org/drawingml/2006/main">
              <a:ext uri="{FF2B5EF4-FFF2-40B4-BE49-F238E27FC236}">
                <a16:creationId xmlns:a16="http://schemas.microsoft.com/office/drawing/2014/main" id="{45FA3F94-EF71-4677-AB83-6F4565128296}"/>
              </a:ext>
            </a:extLst>
          </p:cNvPr>
          <p:cNvSpPr>
            <a:spLocks xmlns:a="http://schemas.openxmlformats.org/drawingml/2006/main" noGrp="1"/>
          </p:cNvSpPr>
          <p:nvPr/>
        </p:nvSpPr>
        <p:spPr>
          <a:xfrm xmlns:a="http://schemas.openxmlformats.org/drawingml/2006/main">
            <a:off x="1323975" y="3200400"/>
            <a:ext cx="953" cy="1905000"/>
          </a:xfrm>
          <a:custGeom xmlns:a="http://schemas.openxmlformats.org/drawingml/2006/main">
            <a:pathLst>
              <a:path w="953" h="1905000">
                <a:moveTo>
                  <a:pt x="0" y="0"/>
                </a:moveTo>
                <a:lnTo>
                  <a:pt x="0" y="1905000"/>
                </a:lnTo>
              </a:path>
            </a:pathLst>
          </a:custGeom>
          <a:noFill xmlns:a="http://schemas.openxmlformats.org/drawingml/2006/main"/>
          <a:ln xmlns:a="http://schemas.openxmlformats.org/drawingml/2006/main" w="7620">
            <a:solidFill>
              <a:srgbClr val="DFE5ED"/>
            </a:solidFill>
            <a:prstDash val="solid"/>
          </a:ln>
        </p:spPr>
      </p:sp>
      <p:sp>
        <p:nvSpPr>
          <p:cNvPr id="99" name="path-938">
            <a:extLst xmlns:a="http://schemas.openxmlformats.org/drawingml/2006/main">
              <a:ext uri="{FF2B5EF4-FFF2-40B4-BE49-F238E27FC236}">
                <a16:creationId xmlns:a16="http://schemas.microsoft.com/office/drawing/2014/main" id="{ADA8EBE8-D33F-484F-AEDF-6EB897BDBDE6}"/>
              </a:ext>
            </a:extLst>
          </p:cNvPr>
          <p:cNvSpPr>
            <a:spLocks xmlns:a="http://schemas.openxmlformats.org/drawingml/2006/main" noGrp="1"/>
          </p:cNvSpPr>
          <p:nvPr/>
        </p:nvSpPr>
        <p:spPr>
          <a:xfrm xmlns:a="http://schemas.openxmlformats.org/drawingml/2006/main">
            <a:off x="1562100" y="3200400"/>
            <a:ext cx="953" cy="1905000"/>
          </a:xfrm>
          <a:custGeom xmlns:a="http://schemas.openxmlformats.org/drawingml/2006/main">
            <a:pathLst>
              <a:path w="953" h="1905000">
                <a:moveTo>
                  <a:pt x="0" y="0"/>
                </a:moveTo>
                <a:lnTo>
                  <a:pt x="0" y="1905000"/>
                </a:lnTo>
              </a:path>
            </a:pathLst>
          </a:custGeom>
          <a:noFill xmlns:a="http://schemas.openxmlformats.org/drawingml/2006/main"/>
          <a:ln xmlns:a="http://schemas.openxmlformats.org/drawingml/2006/main" w="7620">
            <a:solidFill>
              <a:srgbClr val="DFE5ED"/>
            </a:solidFill>
            <a:prstDash val="solid"/>
          </a:ln>
        </p:spPr>
      </p:sp>
      <p:sp>
        <p:nvSpPr>
          <p:cNvPr id="100" name="path-939">
            <a:extLst xmlns:a="http://schemas.openxmlformats.org/drawingml/2006/main">
              <a:ext uri="{FF2B5EF4-FFF2-40B4-BE49-F238E27FC236}">
                <a16:creationId xmlns:a16="http://schemas.microsoft.com/office/drawing/2014/main" id="{D0357569-0CD5-4342-83E1-A73975E28800}"/>
              </a:ext>
            </a:extLst>
          </p:cNvPr>
          <p:cNvSpPr>
            <a:spLocks xmlns:a="http://schemas.openxmlformats.org/drawingml/2006/main" noGrp="1"/>
          </p:cNvSpPr>
          <p:nvPr/>
        </p:nvSpPr>
        <p:spPr>
          <a:xfrm xmlns:a="http://schemas.openxmlformats.org/drawingml/2006/main">
            <a:off x="1800225" y="3200400"/>
            <a:ext cx="953" cy="1905000"/>
          </a:xfrm>
          <a:custGeom xmlns:a="http://schemas.openxmlformats.org/drawingml/2006/main">
            <a:pathLst>
              <a:path w="953" h="1905000">
                <a:moveTo>
                  <a:pt x="0" y="0"/>
                </a:moveTo>
                <a:lnTo>
                  <a:pt x="0" y="1905000"/>
                </a:lnTo>
              </a:path>
            </a:pathLst>
          </a:custGeom>
          <a:noFill xmlns:a="http://schemas.openxmlformats.org/drawingml/2006/main"/>
          <a:ln xmlns:a="http://schemas.openxmlformats.org/drawingml/2006/main" w="7620">
            <a:solidFill>
              <a:srgbClr val="DFE5ED"/>
            </a:solidFill>
            <a:prstDash val="solid"/>
          </a:ln>
        </p:spPr>
      </p:sp>
      <p:sp>
        <p:nvSpPr>
          <p:cNvPr id="101" name="path-940">
            <a:extLst xmlns:a="http://schemas.openxmlformats.org/drawingml/2006/main">
              <a:ext uri="{FF2B5EF4-FFF2-40B4-BE49-F238E27FC236}">
                <a16:creationId xmlns:a16="http://schemas.microsoft.com/office/drawing/2014/main" id="{D74F1BD0-0EEE-438A-A167-5E558C7DE31C}"/>
              </a:ext>
            </a:extLst>
          </p:cNvPr>
          <p:cNvSpPr>
            <a:spLocks xmlns:a="http://schemas.openxmlformats.org/drawingml/2006/main" noGrp="1"/>
          </p:cNvSpPr>
          <p:nvPr/>
        </p:nvSpPr>
        <p:spPr>
          <a:xfrm xmlns:a="http://schemas.openxmlformats.org/drawingml/2006/main">
            <a:off x="2038350" y="3200400"/>
            <a:ext cx="953" cy="1905000"/>
          </a:xfrm>
          <a:custGeom xmlns:a="http://schemas.openxmlformats.org/drawingml/2006/main">
            <a:pathLst>
              <a:path w="953" h="1905000">
                <a:moveTo>
                  <a:pt x="0" y="0"/>
                </a:moveTo>
                <a:lnTo>
                  <a:pt x="0" y="1905000"/>
                </a:lnTo>
              </a:path>
            </a:pathLst>
          </a:custGeom>
          <a:noFill xmlns:a="http://schemas.openxmlformats.org/drawingml/2006/main"/>
          <a:ln xmlns:a="http://schemas.openxmlformats.org/drawingml/2006/main" w="7620">
            <a:solidFill>
              <a:srgbClr val="DFE5ED"/>
            </a:solidFill>
            <a:prstDash val="solid"/>
          </a:ln>
        </p:spPr>
      </p:sp>
      <p:sp>
        <p:nvSpPr>
          <p:cNvPr id="102" name="path-941">
            <a:extLst xmlns:a="http://schemas.openxmlformats.org/drawingml/2006/main">
              <a:ext uri="{FF2B5EF4-FFF2-40B4-BE49-F238E27FC236}">
                <a16:creationId xmlns:a16="http://schemas.microsoft.com/office/drawing/2014/main" id="{B476C81E-4106-4A33-BBF8-30F234E82A3D}"/>
              </a:ext>
            </a:extLst>
          </p:cNvPr>
          <p:cNvSpPr>
            <a:spLocks xmlns:a="http://schemas.openxmlformats.org/drawingml/2006/main" noGrp="1"/>
          </p:cNvSpPr>
          <p:nvPr/>
        </p:nvSpPr>
        <p:spPr>
          <a:xfrm xmlns:a="http://schemas.openxmlformats.org/drawingml/2006/main">
            <a:off x="2276475" y="3200400"/>
            <a:ext cx="953" cy="1905000"/>
          </a:xfrm>
          <a:custGeom xmlns:a="http://schemas.openxmlformats.org/drawingml/2006/main">
            <a:pathLst>
              <a:path w="953" h="1905000">
                <a:moveTo>
                  <a:pt x="0" y="0"/>
                </a:moveTo>
                <a:lnTo>
                  <a:pt x="0" y="1905000"/>
                </a:lnTo>
              </a:path>
            </a:pathLst>
          </a:custGeom>
          <a:noFill xmlns:a="http://schemas.openxmlformats.org/drawingml/2006/main"/>
          <a:ln xmlns:a="http://schemas.openxmlformats.org/drawingml/2006/main" w="7620">
            <a:solidFill>
              <a:srgbClr val="DFE5ED"/>
            </a:solidFill>
            <a:prstDash val="solid"/>
          </a:ln>
        </p:spPr>
      </p:sp>
      <p:sp>
        <p:nvSpPr>
          <p:cNvPr id="103" name="path-942">
            <a:extLst xmlns:a="http://schemas.openxmlformats.org/drawingml/2006/main">
              <a:ext uri="{FF2B5EF4-FFF2-40B4-BE49-F238E27FC236}">
                <a16:creationId xmlns:a16="http://schemas.microsoft.com/office/drawing/2014/main" id="{D5D2C725-7015-4039-A46C-B21EE3717903}"/>
              </a:ext>
            </a:extLst>
          </p:cNvPr>
          <p:cNvSpPr>
            <a:spLocks xmlns:a="http://schemas.openxmlformats.org/drawingml/2006/main" noGrp="1"/>
          </p:cNvSpPr>
          <p:nvPr/>
        </p:nvSpPr>
        <p:spPr>
          <a:xfrm xmlns:a="http://schemas.openxmlformats.org/drawingml/2006/main">
            <a:off x="2514600" y="3200400"/>
            <a:ext cx="953" cy="1905000"/>
          </a:xfrm>
          <a:custGeom xmlns:a="http://schemas.openxmlformats.org/drawingml/2006/main">
            <a:pathLst>
              <a:path w="953" h="1905000">
                <a:moveTo>
                  <a:pt x="0" y="0"/>
                </a:moveTo>
                <a:lnTo>
                  <a:pt x="0" y="1905000"/>
                </a:lnTo>
              </a:path>
            </a:pathLst>
          </a:custGeom>
          <a:noFill xmlns:a="http://schemas.openxmlformats.org/drawingml/2006/main"/>
          <a:ln xmlns:a="http://schemas.openxmlformats.org/drawingml/2006/main" w="7620">
            <a:solidFill>
              <a:srgbClr val="DFE5ED"/>
            </a:solidFill>
            <a:prstDash val="solid"/>
          </a:ln>
        </p:spPr>
      </p:sp>
      <p:sp>
        <p:nvSpPr>
          <p:cNvPr id="104" name="path-943">
            <a:extLst xmlns:a="http://schemas.openxmlformats.org/drawingml/2006/main">
              <a:ext uri="{FF2B5EF4-FFF2-40B4-BE49-F238E27FC236}">
                <a16:creationId xmlns:a16="http://schemas.microsoft.com/office/drawing/2014/main" id="{A9DEE6E9-6B48-4410-A264-564BFBF9467F}"/>
              </a:ext>
            </a:extLst>
          </p:cNvPr>
          <p:cNvSpPr>
            <a:spLocks xmlns:a="http://schemas.openxmlformats.org/drawingml/2006/main" noGrp="1"/>
          </p:cNvSpPr>
          <p:nvPr/>
        </p:nvSpPr>
        <p:spPr>
          <a:xfrm xmlns:a="http://schemas.openxmlformats.org/drawingml/2006/main">
            <a:off x="2752725" y="3200400"/>
            <a:ext cx="953" cy="1905000"/>
          </a:xfrm>
          <a:custGeom xmlns:a="http://schemas.openxmlformats.org/drawingml/2006/main">
            <a:pathLst>
              <a:path w="953" h="1905000">
                <a:moveTo>
                  <a:pt x="0" y="0"/>
                </a:moveTo>
                <a:lnTo>
                  <a:pt x="0" y="1905000"/>
                </a:lnTo>
              </a:path>
            </a:pathLst>
          </a:custGeom>
          <a:noFill xmlns:a="http://schemas.openxmlformats.org/drawingml/2006/main"/>
          <a:ln xmlns:a="http://schemas.openxmlformats.org/drawingml/2006/main" w="7620">
            <a:solidFill>
              <a:srgbClr val="DFE5ED"/>
            </a:solidFill>
            <a:prstDash val="solid"/>
          </a:ln>
        </p:spPr>
      </p:sp>
      <p:sp>
        <p:nvSpPr>
          <p:cNvPr id="105" name="path-944">
            <a:extLst xmlns:a="http://schemas.openxmlformats.org/drawingml/2006/main">
              <a:ext uri="{FF2B5EF4-FFF2-40B4-BE49-F238E27FC236}">
                <a16:creationId xmlns:a16="http://schemas.microsoft.com/office/drawing/2014/main" id="{56596480-1515-4101-BD28-CA61B14B0817}"/>
              </a:ext>
            </a:extLst>
          </p:cNvPr>
          <p:cNvSpPr>
            <a:spLocks xmlns:a="http://schemas.openxmlformats.org/drawingml/2006/main" noGrp="1"/>
          </p:cNvSpPr>
          <p:nvPr/>
        </p:nvSpPr>
        <p:spPr>
          <a:xfrm xmlns:a="http://schemas.openxmlformats.org/drawingml/2006/main">
            <a:off x="609600" y="3438525"/>
            <a:ext cx="2381250" cy="953"/>
          </a:xfrm>
          <a:custGeom xmlns:a="http://schemas.openxmlformats.org/drawingml/2006/main">
            <a:pathLst>
              <a:path w="2381250" h="953">
                <a:moveTo>
                  <a:pt x="0" y="0"/>
                </a:moveTo>
                <a:lnTo>
                  <a:pt x="2381250" y="0"/>
                </a:lnTo>
              </a:path>
            </a:pathLst>
          </a:custGeom>
          <a:noFill xmlns:a="http://schemas.openxmlformats.org/drawingml/2006/main"/>
          <a:ln xmlns:a="http://schemas.openxmlformats.org/drawingml/2006/main" w="7620">
            <a:solidFill>
              <a:srgbClr val="DFE5ED"/>
            </a:solidFill>
            <a:prstDash val="solid"/>
          </a:ln>
        </p:spPr>
      </p:sp>
      <p:sp>
        <p:nvSpPr>
          <p:cNvPr id="106" name="path-945">
            <a:extLst xmlns:a="http://schemas.openxmlformats.org/drawingml/2006/main">
              <a:ext uri="{FF2B5EF4-FFF2-40B4-BE49-F238E27FC236}">
                <a16:creationId xmlns:a16="http://schemas.microsoft.com/office/drawing/2014/main" id="{5066DBA6-FC23-4525-8692-21782A596A7D}"/>
              </a:ext>
            </a:extLst>
          </p:cNvPr>
          <p:cNvSpPr>
            <a:spLocks xmlns:a="http://schemas.openxmlformats.org/drawingml/2006/main" noGrp="1"/>
          </p:cNvSpPr>
          <p:nvPr/>
        </p:nvSpPr>
        <p:spPr>
          <a:xfrm xmlns:a="http://schemas.openxmlformats.org/drawingml/2006/main">
            <a:off x="609600" y="3676650"/>
            <a:ext cx="2381250" cy="953"/>
          </a:xfrm>
          <a:custGeom xmlns:a="http://schemas.openxmlformats.org/drawingml/2006/main">
            <a:pathLst>
              <a:path w="2381250" h="953">
                <a:moveTo>
                  <a:pt x="0" y="0"/>
                </a:moveTo>
                <a:lnTo>
                  <a:pt x="2381250" y="0"/>
                </a:lnTo>
              </a:path>
            </a:pathLst>
          </a:custGeom>
          <a:noFill xmlns:a="http://schemas.openxmlformats.org/drawingml/2006/main"/>
          <a:ln xmlns:a="http://schemas.openxmlformats.org/drawingml/2006/main" w="7620">
            <a:solidFill>
              <a:srgbClr val="DFE5ED"/>
            </a:solidFill>
            <a:prstDash val="solid"/>
          </a:ln>
        </p:spPr>
      </p:sp>
      <p:sp>
        <p:nvSpPr>
          <p:cNvPr id="107" name="path-946">
            <a:extLst xmlns:a="http://schemas.openxmlformats.org/drawingml/2006/main">
              <a:ext uri="{FF2B5EF4-FFF2-40B4-BE49-F238E27FC236}">
                <a16:creationId xmlns:a16="http://schemas.microsoft.com/office/drawing/2014/main" id="{CAF32903-2E54-4C59-AE8A-FFDF31BEF05B}"/>
              </a:ext>
            </a:extLst>
          </p:cNvPr>
          <p:cNvSpPr>
            <a:spLocks xmlns:a="http://schemas.openxmlformats.org/drawingml/2006/main" noGrp="1"/>
          </p:cNvSpPr>
          <p:nvPr/>
        </p:nvSpPr>
        <p:spPr>
          <a:xfrm xmlns:a="http://schemas.openxmlformats.org/drawingml/2006/main">
            <a:off x="609600" y="3914775"/>
            <a:ext cx="2381250" cy="953"/>
          </a:xfrm>
          <a:custGeom xmlns:a="http://schemas.openxmlformats.org/drawingml/2006/main">
            <a:pathLst>
              <a:path w="2381250" h="953">
                <a:moveTo>
                  <a:pt x="0" y="0"/>
                </a:moveTo>
                <a:lnTo>
                  <a:pt x="2381250" y="0"/>
                </a:lnTo>
              </a:path>
            </a:pathLst>
          </a:custGeom>
          <a:noFill xmlns:a="http://schemas.openxmlformats.org/drawingml/2006/main"/>
          <a:ln xmlns:a="http://schemas.openxmlformats.org/drawingml/2006/main" w="7620">
            <a:solidFill>
              <a:srgbClr val="DFE5ED"/>
            </a:solidFill>
            <a:prstDash val="solid"/>
          </a:ln>
        </p:spPr>
      </p:sp>
      <p:sp>
        <p:nvSpPr>
          <p:cNvPr id="108" name="path-947">
            <a:extLst xmlns:a="http://schemas.openxmlformats.org/drawingml/2006/main">
              <a:ext uri="{FF2B5EF4-FFF2-40B4-BE49-F238E27FC236}">
                <a16:creationId xmlns:a16="http://schemas.microsoft.com/office/drawing/2014/main" id="{A714E0D6-700E-4C7F-B5A4-05BDEE19B189}"/>
              </a:ext>
            </a:extLst>
          </p:cNvPr>
          <p:cNvSpPr>
            <a:spLocks xmlns:a="http://schemas.openxmlformats.org/drawingml/2006/main" noGrp="1"/>
          </p:cNvSpPr>
          <p:nvPr/>
        </p:nvSpPr>
        <p:spPr>
          <a:xfrm xmlns:a="http://schemas.openxmlformats.org/drawingml/2006/main">
            <a:off x="609600" y="4152900"/>
            <a:ext cx="2381250" cy="953"/>
          </a:xfrm>
          <a:custGeom xmlns:a="http://schemas.openxmlformats.org/drawingml/2006/main">
            <a:pathLst>
              <a:path w="2381250" h="953">
                <a:moveTo>
                  <a:pt x="0" y="0"/>
                </a:moveTo>
                <a:lnTo>
                  <a:pt x="2381250" y="0"/>
                </a:lnTo>
              </a:path>
            </a:pathLst>
          </a:custGeom>
          <a:noFill xmlns:a="http://schemas.openxmlformats.org/drawingml/2006/main"/>
          <a:ln xmlns:a="http://schemas.openxmlformats.org/drawingml/2006/main" w="7620">
            <a:solidFill>
              <a:srgbClr val="DFE5ED"/>
            </a:solidFill>
            <a:prstDash val="solid"/>
          </a:ln>
        </p:spPr>
      </p:sp>
      <p:sp>
        <p:nvSpPr>
          <p:cNvPr id="109" name="path-948">
            <a:extLst xmlns:a="http://schemas.openxmlformats.org/drawingml/2006/main">
              <a:ext uri="{FF2B5EF4-FFF2-40B4-BE49-F238E27FC236}">
                <a16:creationId xmlns:a16="http://schemas.microsoft.com/office/drawing/2014/main" id="{8D3D787D-B20A-4487-83AD-D8FD02A44201}"/>
              </a:ext>
            </a:extLst>
          </p:cNvPr>
          <p:cNvSpPr>
            <a:spLocks xmlns:a="http://schemas.openxmlformats.org/drawingml/2006/main" noGrp="1"/>
          </p:cNvSpPr>
          <p:nvPr/>
        </p:nvSpPr>
        <p:spPr>
          <a:xfrm xmlns:a="http://schemas.openxmlformats.org/drawingml/2006/main">
            <a:off x="609600" y="4391025"/>
            <a:ext cx="2381250" cy="953"/>
          </a:xfrm>
          <a:custGeom xmlns:a="http://schemas.openxmlformats.org/drawingml/2006/main">
            <a:pathLst>
              <a:path w="2381250" h="953">
                <a:moveTo>
                  <a:pt x="0" y="0"/>
                </a:moveTo>
                <a:lnTo>
                  <a:pt x="2381250" y="0"/>
                </a:lnTo>
              </a:path>
            </a:pathLst>
          </a:custGeom>
          <a:noFill xmlns:a="http://schemas.openxmlformats.org/drawingml/2006/main"/>
          <a:ln xmlns:a="http://schemas.openxmlformats.org/drawingml/2006/main" w="7620">
            <a:solidFill>
              <a:srgbClr val="DFE5ED"/>
            </a:solidFill>
            <a:prstDash val="solid"/>
          </a:ln>
        </p:spPr>
      </p:sp>
      <p:sp>
        <p:nvSpPr>
          <p:cNvPr id="110" name="path-949">
            <a:extLst xmlns:a="http://schemas.openxmlformats.org/drawingml/2006/main">
              <a:ext uri="{FF2B5EF4-FFF2-40B4-BE49-F238E27FC236}">
                <a16:creationId xmlns:a16="http://schemas.microsoft.com/office/drawing/2014/main" id="{44912A12-53DE-4F32-978F-17B6C31BB6A4}"/>
              </a:ext>
            </a:extLst>
          </p:cNvPr>
          <p:cNvSpPr>
            <a:spLocks xmlns:a="http://schemas.openxmlformats.org/drawingml/2006/main" noGrp="1"/>
          </p:cNvSpPr>
          <p:nvPr/>
        </p:nvSpPr>
        <p:spPr>
          <a:xfrm xmlns:a="http://schemas.openxmlformats.org/drawingml/2006/main">
            <a:off x="609600" y="4629150"/>
            <a:ext cx="2381250" cy="953"/>
          </a:xfrm>
          <a:custGeom xmlns:a="http://schemas.openxmlformats.org/drawingml/2006/main">
            <a:pathLst>
              <a:path w="2381250" h="953">
                <a:moveTo>
                  <a:pt x="0" y="0"/>
                </a:moveTo>
                <a:lnTo>
                  <a:pt x="2381250" y="0"/>
                </a:lnTo>
              </a:path>
            </a:pathLst>
          </a:custGeom>
          <a:noFill xmlns:a="http://schemas.openxmlformats.org/drawingml/2006/main"/>
          <a:ln xmlns:a="http://schemas.openxmlformats.org/drawingml/2006/main" w="7620">
            <a:solidFill>
              <a:srgbClr val="DFE5ED"/>
            </a:solidFill>
            <a:prstDash val="solid"/>
          </a:ln>
        </p:spPr>
      </p:sp>
      <p:sp>
        <p:nvSpPr>
          <p:cNvPr id="111" name="path-950">
            <a:extLst xmlns:a="http://schemas.openxmlformats.org/drawingml/2006/main">
              <a:ext uri="{FF2B5EF4-FFF2-40B4-BE49-F238E27FC236}">
                <a16:creationId xmlns:a16="http://schemas.microsoft.com/office/drawing/2014/main" id="{10485802-94A5-41FF-A0E0-DA6D48275B0E}"/>
              </a:ext>
            </a:extLst>
          </p:cNvPr>
          <p:cNvSpPr>
            <a:spLocks xmlns:a="http://schemas.openxmlformats.org/drawingml/2006/main" noGrp="1"/>
          </p:cNvSpPr>
          <p:nvPr/>
        </p:nvSpPr>
        <p:spPr>
          <a:xfrm xmlns:a="http://schemas.openxmlformats.org/drawingml/2006/main">
            <a:off x="609600" y="4867275"/>
            <a:ext cx="2381250" cy="953"/>
          </a:xfrm>
          <a:custGeom xmlns:a="http://schemas.openxmlformats.org/drawingml/2006/main">
            <a:pathLst>
              <a:path w="2381250" h="953">
                <a:moveTo>
                  <a:pt x="0" y="0"/>
                </a:moveTo>
                <a:lnTo>
                  <a:pt x="2381250" y="0"/>
                </a:lnTo>
              </a:path>
            </a:pathLst>
          </a:custGeom>
          <a:noFill xmlns:a="http://schemas.openxmlformats.org/drawingml/2006/main"/>
          <a:ln xmlns:a="http://schemas.openxmlformats.org/drawingml/2006/main" w="7620">
            <a:solidFill>
              <a:srgbClr val="DFE5ED"/>
            </a:solidFill>
            <a:prstDash val="solid"/>
          </a:ln>
        </p:spPr>
      </p:sp>
      <p:sp>
        <p:nvSpPr>
          <p:cNvPr id="112" name="shape-951">
            <a:extLst xmlns:a="http://schemas.openxmlformats.org/drawingml/2006/main">
              <a:ext uri="{FF2B5EF4-FFF2-40B4-BE49-F238E27FC236}">
                <a16:creationId xmlns:a16="http://schemas.microsoft.com/office/drawing/2014/main" id="{21435327-83AA-4519-8514-EC77BEC4AAA7}"/>
              </a:ext>
            </a:extLst>
          </p:cNvPr>
          <p:cNvSpPr>
            <a:spLocks xmlns:a="http://schemas.openxmlformats.org/drawingml/2006/main" noGrp="1"/>
          </p:cNvSpPr>
          <p:nvPr/>
        </p:nvSpPr>
        <p:spPr>
          <a:xfrm xmlns:a="http://schemas.openxmlformats.org/drawingml/2006/main" rot="0">
            <a:off x="1085850" y="3676650"/>
            <a:ext cx="238125" cy="238125"/>
          </a:xfrm>
          <a:prstGeom xmlns:a="http://schemas.openxmlformats.org/drawingml/2006/main" prst="rect">
            <a:avLst/>
          </a:prstGeom>
          <a:noFill xmlns:a="http://schemas.openxmlformats.org/drawingml/2006/main"/>
          <a:ln xmlns:a="http://schemas.openxmlformats.org/drawingml/2006/main" w="28575">
            <a:solidFill>
              <a:srgbClr val="7351C7"/>
            </a:solidFill>
            <a:prstDash val="solid"/>
          </a:ln>
        </p:spPr>
      </p:sp>
      <p:sp>
        <p:nvSpPr>
          <p:cNvPr id="113" name="shape-952">
            <a:extLst xmlns:a="http://schemas.openxmlformats.org/drawingml/2006/main">
              <a:ext uri="{FF2B5EF4-FFF2-40B4-BE49-F238E27FC236}">
                <a16:creationId xmlns:a16="http://schemas.microsoft.com/office/drawing/2014/main" id="{9BAC0F5D-6B9B-4879-9120-5AF9BC500FAE}"/>
              </a:ext>
            </a:extLst>
          </p:cNvPr>
          <p:cNvSpPr>
            <a:spLocks xmlns:a="http://schemas.openxmlformats.org/drawingml/2006/main" noGrp="1"/>
          </p:cNvSpPr>
          <p:nvPr/>
        </p:nvSpPr>
        <p:spPr>
          <a:xfrm xmlns:a="http://schemas.openxmlformats.org/drawingml/2006/main" rot="0">
            <a:off x="2276475" y="3914775"/>
            <a:ext cx="238125" cy="238125"/>
          </a:xfrm>
          <a:prstGeom xmlns:a="http://schemas.openxmlformats.org/drawingml/2006/main" prst="rect">
            <a:avLst/>
          </a:prstGeom>
          <a:noFill xmlns:a="http://schemas.openxmlformats.org/drawingml/2006/main"/>
          <a:ln xmlns:a="http://schemas.openxmlformats.org/drawingml/2006/main" w="28575">
            <a:solidFill>
              <a:srgbClr val="7351C7"/>
            </a:solidFill>
            <a:prstDash val="solid"/>
          </a:ln>
        </p:spPr>
      </p:sp>
      <p:sp>
        <p:nvSpPr>
          <p:cNvPr id="114" name="shape-953">
            <a:extLst xmlns:a="http://schemas.openxmlformats.org/drawingml/2006/main">
              <a:ext uri="{FF2B5EF4-FFF2-40B4-BE49-F238E27FC236}">
                <a16:creationId xmlns:a16="http://schemas.microsoft.com/office/drawing/2014/main" id="{A382291F-8E76-4305-A7F3-33404783181E}"/>
              </a:ext>
            </a:extLst>
          </p:cNvPr>
          <p:cNvSpPr>
            <a:spLocks xmlns:a="http://schemas.openxmlformats.org/drawingml/2006/main" noGrp="1"/>
          </p:cNvSpPr>
          <p:nvPr/>
        </p:nvSpPr>
        <p:spPr>
          <a:xfrm xmlns:a="http://schemas.openxmlformats.org/drawingml/2006/main" rot="0">
            <a:off x="1800225" y="4629150"/>
            <a:ext cx="238125" cy="238125"/>
          </a:xfrm>
          <a:prstGeom xmlns:a="http://schemas.openxmlformats.org/drawingml/2006/main" prst="rect">
            <a:avLst/>
          </a:prstGeom>
          <a:noFill xmlns:a="http://schemas.openxmlformats.org/drawingml/2006/main"/>
          <a:ln xmlns:a="http://schemas.openxmlformats.org/drawingml/2006/main" w="28575">
            <a:solidFill>
              <a:srgbClr val="7351C7"/>
            </a:solidFill>
            <a:prstDash val="solid"/>
          </a:ln>
        </p:spPr>
      </p:sp>
      <p:sp>
        <p:nvSpPr>
          <p:cNvPr id="115" name="label-954">
            <a:extLst xmlns:a="http://schemas.openxmlformats.org/drawingml/2006/main">
              <a:ext uri="{FF2B5EF4-FFF2-40B4-BE49-F238E27FC236}">
                <a16:creationId xmlns:a16="http://schemas.microsoft.com/office/drawing/2014/main" id="{4FF53240-C701-474F-A3B1-C93497F68572}"/>
              </a:ext>
            </a:extLst>
          </p:cNvPr>
          <p:cNvSpPr>
            <a:spLocks xmlns:a="http://schemas.openxmlformats.org/drawingml/2006/main" noGrp="1"/>
          </p:cNvSpPr>
          <p:nvPr/>
        </p:nvSpPr>
        <p:spPr>
          <a:xfrm xmlns:a="http://schemas.openxmlformats.org/drawingml/2006/main">
            <a:off x="542925" y="5267325"/>
            <a:ext cx="2590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304C68"/>
                </a:solidFill>
                <a:latin typeface="DejaVu Sans"/>
                <a:ea typeface="DejaVu Sans"/>
                <a:cs typeface="DejaVu Sans"/>
              </a:defRPr>
            </a:defPPr>
            <a:lvl1pPr algn="ctr">
              <a:defRPr sz="1725" b="0">
                <a:solidFill>
                  <a:srgbClr val="304C68"/>
                </a:solidFill>
                <a:latin typeface="DejaVu Sans"/>
                <a:ea typeface="DejaVu Sans"/>
                <a:cs typeface="DejaVu Sans"/>
              </a:defRPr>
            </a:lvl1pPr>
            <a:lvl2pPr algn="ctr">
              <a:defRPr sz="1725" b="0">
                <a:solidFill>
                  <a:srgbClr val="304C68"/>
                </a:solidFill>
                <a:latin typeface="DejaVu Sans"/>
                <a:ea typeface="DejaVu Sans"/>
                <a:cs typeface="DejaVu Sans"/>
              </a:defRPr>
            </a:lvl2pPr>
            <a:lvl3pPr algn="ctr">
              <a:defRPr sz="1725" b="0">
                <a:solidFill>
                  <a:srgbClr val="304C68"/>
                </a:solidFill>
                <a:latin typeface="DejaVu Sans"/>
                <a:ea typeface="DejaVu Sans"/>
                <a:cs typeface="DejaVu Sans"/>
              </a:defRPr>
            </a:lvl3pPr>
            <a:lvl4pPr algn="ctr">
              <a:defRPr sz="1725" b="0">
                <a:solidFill>
                  <a:srgbClr val="304C68"/>
                </a:solidFill>
                <a:latin typeface="DejaVu Sans"/>
                <a:ea typeface="DejaVu Sans"/>
                <a:cs typeface="DejaVu Sans"/>
              </a:defRPr>
            </a:lvl4pPr>
            <a:lvl5pPr algn="ctr">
              <a:defRPr sz="1725" b="0">
                <a:solidFill>
                  <a:srgbClr val="304C68"/>
                </a:solidFill>
                <a:latin typeface="DejaVu Sans"/>
                <a:ea typeface="DejaVu Sans"/>
                <a:cs typeface="DejaVu Sans"/>
              </a:defRPr>
            </a:lvl5pPr>
            <a:lvl6pPr algn="ctr">
              <a:defRPr sz="1725" b="0">
                <a:solidFill>
                  <a:srgbClr val="304C68"/>
                </a:solidFill>
                <a:latin typeface="DejaVu Sans"/>
                <a:ea typeface="DejaVu Sans"/>
                <a:cs typeface="DejaVu Sans"/>
              </a:defRPr>
            </a:lvl6pPr>
            <a:lvl7pPr algn="ctr">
              <a:defRPr sz="1725" b="0">
                <a:solidFill>
                  <a:srgbClr val="304C68"/>
                </a:solidFill>
                <a:latin typeface="DejaVu Sans"/>
                <a:ea typeface="DejaVu Sans"/>
                <a:cs typeface="DejaVu Sans"/>
              </a:defRPr>
            </a:lvl7pPr>
            <a:lvl8pPr algn="ctr">
              <a:defRPr sz="1725" b="0">
                <a:solidFill>
                  <a:srgbClr val="304C68"/>
                </a:solidFill>
                <a:latin typeface="DejaVu Sans"/>
                <a:ea typeface="DejaVu Sans"/>
                <a:cs typeface="DejaVu Sans"/>
              </a:defRPr>
            </a:lvl8pPr>
            <a:lvl9pPr algn="ctr">
              <a:defRPr sz="1725" b="0">
                <a:solidFill>
                  <a:srgbClr val="304C68"/>
                </a:solidFill>
                <a:latin typeface="DejaVu Sans"/>
                <a:ea typeface="DejaVu Sans"/>
                <a:cs typeface="DejaVu Sans"/>
              </a:defRPr>
            </a:lvl9pPr>
          </a:lstStyle>
          <a:p xmlns:a="http://schemas.openxmlformats.org/drawingml/2006/main">
            <a:pPr algn="ctr">
              <a:defRPr sz="1725" b="0">
                <a:solidFill>
                  <a:srgbClr val="304C68"/>
                </a:solidFill>
                <a:latin typeface="DejaVu Sans"/>
                <a:ea typeface="DejaVu Sans"/>
                <a:cs typeface="DejaVu Sans"/>
              </a:defRPr>
            </a:pPr>
            <a:r>
              <a:rPr sz="1725" b="0">
                <a:solidFill>
                  <a:srgbClr val="304C68"/>
                </a:solidFill>
                <a:latin typeface="DejaVu Sans"/>
                <a:ea typeface="DejaVu Sans"/>
                <a:cs typeface="DejaVu Sans"/>
              </a:rPr>
              <a:t>10 class heatmaps</a:t>
            </a:r>
          </a:p>
        </p:txBody>
      </p:sp>
      <p:sp>
        <p:nvSpPr>
          <p:cNvPr id="116" name="shape-955">
            <a:extLst xmlns:a="http://schemas.openxmlformats.org/drawingml/2006/main">
              <a:ext uri="{FF2B5EF4-FFF2-40B4-BE49-F238E27FC236}">
                <a16:creationId xmlns:a16="http://schemas.microsoft.com/office/drawing/2014/main" id="{93C96D08-E3AD-4F71-800D-5B94CC0300B5}"/>
              </a:ext>
            </a:extLst>
          </p:cNvPr>
          <p:cNvSpPr>
            <a:spLocks xmlns:a="http://schemas.openxmlformats.org/drawingml/2006/main" noGrp="1"/>
          </p:cNvSpPr>
          <p:nvPr/>
        </p:nvSpPr>
        <p:spPr>
          <a:xfrm xmlns:a="http://schemas.openxmlformats.org/drawingml/2006/main" rot="0">
            <a:off x="3590925" y="3629025"/>
            <a:ext cx="2152650" cy="876300"/>
          </a:xfrm>
          <a:prstGeom xmlns:a="http://schemas.openxmlformats.org/drawingml/2006/main" prst="rect">
            <a:avLst/>
          </a:prstGeom>
          <a:solidFill xmlns:a="http://schemas.openxmlformats.org/drawingml/2006/main">
            <a:srgbClr val="E5EBF2"/>
          </a:solidFill>
          <a:ln xmlns:a="http://schemas.openxmlformats.org/drawingml/2006/main" w="15240">
            <a:solidFill>
              <a:srgbClr val="304C68"/>
            </a:solidFill>
            <a:prstDash val="solid"/>
          </a:ln>
        </p:spPr>
      </p:sp>
      <p:sp>
        <p:nvSpPr>
          <p:cNvPr id="117" name="label-956">
            <a:extLst xmlns:a="http://schemas.openxmlformats.org/drawingml/2006/main">
              <a:ext uri="{FF2B5EF4-FFF2-40B4-BE49-F238E27FC236}">
                <a16:creationId xmlns:a16="http://schemas.microsoft.com/office/drawing/2014/main" id="{AD655B5E-7FA7-4992-8940-75B937A0725F}"/>
              </a:ext>
            </a:extLst>
          </p:cNvPr>
          <p:cNvSpPr>
            <a:spLocks xmlns:a="http://schemas.openxmlformats.org/drawingml/2006/main" noGrp="1"/>
          </p:cNvSpPr>
          <p:nvPr/>
        </p:nvSpPr>
        <p:spPr>
          <a:xfrm xmlns:a="http://schemas.openxmlformats.org/drawingml/2006/main">
            <a:off x="3667125" y="3676650"/>
            <a:ext cx="20002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950" b="1">
                <a:solidFill>
                  <a:srgbClr val="304C68"/>
                </a:solidFill>
                <a:latin typeface="DejaVu Sans"/>
                <a:ea typeface="DejaVu Sans"/>
                <a:cs typeface="DejaVu Sans"/>
              </a:defRPr>
            </a:defPPr>
            <a:lvl1pPr algn="ctr">
              <a:defRPr sz="1950" b="1">
                <a:solidFill>
                  <a:srgbClr val="304C68"/>
                </a:solidFill>
                <a:latin typeface="DejaVu Sans"/>
                <a:ea typeface="DejaVu Sans"/>
                <a:cs typeface="DejaVu Sans"/>
              </a:defRPr>
            </a:lvl1pPr>
            <a:lvl2pPr algn="ctr">
              <a:defRPr sz="1950" b="1">
                <a:solidFill>
                  <a:srgbClr val="304C68"/>
                </a:solidFill>
                <a:latin typeface="DejaVu Sans"/>
                <a:ea typeface="DejaVu Sans"/>
                <a:cs typeface="DejaVu Sans"/>
              </a:defRPr>
            </a:lvl2pPr>
            <a:lvl3pPr algn="ctr">
              <a:defRPr sz="1950" b="1">
                <a:solidFill>
                  <a:srgbClr val="304C68"/>
                </a:solidFill>
                <a:latin typeface="DejaVu Sans"/>
                <a:ea typeface="DejaVu Sans"/>
                <a:cs typeface="DejaVu Sans"/>
              </a:defRPr>
            </a:lvl3pPr>
            <a:lvl4pPr algn="ctr">
              <a:defRPr sz="1950" b="1">
                <a:solidFill>
                  <a:srgbClr val="304C68"/>
                </a:solidFill>
                <a:latin typeface="DejaVu Sans"/>
                <a:ea typeface="DejaVu Sans"/>
                <a:cs typeface="DejaVu Sans"/>
              </a:defRPr>
            </a:lvl4pPr>
            <a:lvl5pPr algn="ctr">
              <a:defRPr sz="1950" b="1">
                <a:solidFill>
                  <a:srgbClr val="304C68"/>
                </a:solidFill>
                <a:latin typeface="DejaVu Sans"/>
                <a:ea typeface="DejaVu Sans"/>
                <a:cs typeface="DejaVu Sans"/>
              </a:defRPr>
            </a:lvl5pPr>
            <a:lvl6pPr algn="ctr">
              <a:defRPr sz="1950" b="1">
                <a:solidFill>
                  <a:srgbClr val="304C68"/>
                </a:solidFill>
                <a:latin typeface="DejaVu Sans"/>
                <a:ea typeface="DejaVu Sans"/>
                <a:cs typeface="DejaVu Sans"/>
              </a:defRPr>
            </a:lvl6pPr>
            <a:lvl7pPr algn="ctr">
              <a:defRPr sz="1950" b="1">
                <a:solidFill>
                  <a:srgbClr val="304C68"/>
                </a:solidFill>
                <a:latin typeface="DejaVu Sans"/>
                <a:ea typeface="DejaVu Sans"/>
                <a:cs typeface="DejaVu Sans"/>
              </a:defRPr>
            </a:lvl7pPr>
            <a:lvl8pPr algn="ctr">
              <a:defRPr sz="1950" b="1">
                <a:solidFill>
                  <a:srgbClr val="304C68"/>
                </a:solidFill>
                <a:latin typeface="DejaVu Sans"/>
                <a:ea typeface="DejaVu Sans"/>
                <a:cs typeface="DejaVu Sans"/>
              </a:defRPr>
            </a:lvl8pPr>
            <a:lvl9pPr algn="ctr">
              <a:defRPr sz="1950" b="1">
                <a:solidFill>
                  <a:srgbClr val="304C68"/>
                </a:solidFill>
                <a:latin typeface="DejaVu Sans"/>
                <a:ea typeface="DejaVu Sans"/>
                <a:cs typeface="DejaVu Sans"/>
              </a:defRPr>
            </a:lvl9pPr>
          </a:lstStyle>
          <a:p xmlns:a="http://schemas.openxmlformats.org/drawingml/2006/main">
            <a:pPr algn="ctr">
              <a:defRPr sz="1950" b="1">
                <a:solidFill>
                  <a:srgbClr val="304C68"/>
                </a:solidFill>
                <a:latin typeface="DejaVu Sans"/>
                <a:ea typeface="DejaVu Sans"/>
                <a:cs typeface="DejaVu Sans"/>
              </a:defRPr>
            </a:pPr>
            <a:r>
              <a:rPr sz="1950" b="1">
                <a:solidFill>
                  <a:srgbClr val="304C68"/>
                </a:solidFill>
                <a:latin typeface="DejaVu Sans"/>
                <a:ea typeface="DejaVu Sans"/>
                <a:cs typeface="DejaVu Sans"/>
              </a:rPr>
              <a:t>Local maxima</a:t>
            </a:r>
          </a:p>
          <a:p xmlns:a="http://schemas.openxmlformats.org/drawingml/2006/main">
            <a:pPr algn="ctr">
              <a:defRPr sz="1950" b="1">
                <a:solidFill>
                  <a:srgbClr val="304C68"/>
                </a:solidFill>
                <a:latin typeface="DejaVu Sans"/>
                <a:ea typeface="DejaVu Sans"/>
                <a:cs typeface="DejaVu Sans"/>
              </a:defRPr>
            </a:pPr>
            <a:r>
              <a:rPr sz="1950" b="1">
                <a:solidFill>
                  <a:srgbClr val="304C68"/>
                </a:solidFill>
                <a:latin typeface="DejaVu Sans"/>
                <a:ea typeface="DejaVu Sans"/>
                <a:cs typeface="DejaVu Sans"/>
              </a:rPr>
              <a:t>+ top 200</a:t>
            </a:r>
          </a:p>
        </p:txBody>
      </p:sp>
      <p:sp>
        <p:nvSpPr>
          <p:cNvPr id="118" name="path-957">
            <a:extLst xmlns:a="http://schemas.openxmlformats.org/drawingml/2006/main">
              <a:ext uri="{FF2B5EF4-FFF2-40B4-BE49-F238E27FC236}">
                <a16:creationId xmlns:a16="http://schemas.microsoft.com/office/drawing/2014/main" id="{3EC1C8B9-083F-4ECC-95E8-8D6A53394997}"/>
              </a:ext>
            </a:extLst>
          </p:cNvPr>
          <p:cNvSpPr>
            <a:spLocks xmlns:a="http://schemas.openxmlformats.org/drawingml/2006/main" noGrp="1"/>
          </p:cNvSpPr>
          <p:nvPr/>
        </p:nvSpPr>
        <p:spPr>
          <a:xfrm xmlns:a="http://schemas.openxmlformats.org/drawingml/2006/main">
            <a:off x="2990850" y="4057650"/>
            <a:ext cx="600075" cy="953"/>
          </a:xfrm>
          <a:custGeom xmlns:a="http://schemas.openxmlformats.org/drawingml/2006/main">
            <a:pathLst>
              <a:path w="600075" h="953">
                <a:moveTo>
                  <a:pt x="0" y="0"/>
                </a:moveTo>
                <a:lnTo>
                  <a:pt x="600075" y="0"/>
                </a:lnTo>
              </a:path>
            </a:pathLst>
          </a:custGeom>
          <a:noFill xmlns:a="http://schemas.openxmlformats.org/drawingml/2006/main"/>
          <a:ln xmlns:a="http://schemas.openxmlformats.org/drawingml/2006/main" w="22860">
            <a:solidFill>
              <a:srgbClr val="304C68"/>
            </a:solidFill>
            <a:prstDash val="solid"/>
          </a:ln>
        </p:spPr>
      </p:sp>
      <p:sp>
        <p:nvSpPr>
          <p:cNvPr id="119" name="path-958">
            <a:extLst xmlns:a="http://schemas.openxmlformats.org/drawingml/2006/main">
              <a:ext uri="{FF2B5EF4-FFF2-40B4-BE49-F238E27FC236}">
                <a16:creationId xmlns:a16="http://schemas.microsoft.com/office/drawing/2014/main" id="{83468A93-254C-4217-9D07-42FDA9F137C3}"/>
              </a:ext>
            </a:extLst>
          </p:cNvPr>
          <p:cNvSpPr>
            <a:spLocks xmlns:a="http://schemas.openxmlformats.org/drawingml/2006/main" noGrp="1"/>
          </p:cNvSpPr>
          <p:nvPr/>
        </p:nvSpPr>
        <p:spPr>
          <a:xfrm xmlns:a="http://schemas.openxmlformats.org/drawingml/2006/main">
            <a:off x="3495675" y="4013835"/>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304C68"/>
          </a:solidFill>
          <a:ln xmlns:a="http://schemas.openxmlformats.org/drawingml/2006/main" w="0">
            <a:solidFill>
              <a:srgbClr val="304C68"/>
            </a:solidFill>
            <a:prstDash val="solid"/>
          </a:ln>
        </p:spPr>
      </p:sp>
      <p:sp>
        <p:nvSpPr>
          <p:cNvPr id="120" name="shape-959">
            <a:extLst xmlns:a="http://schemas.openxmlformats.org/drawingml/2006/main">
              <a:ext uri="{FF2B5EF4-FFF2-40B4-BE49-F238E27FC236}">
                <a16:creationId xmlns:a16="http://schemas.microsoft.com/office/drawing/2014/main" id="{B0317CD7-0E21-42B1-BA02-60A2795FD66E}"/>
              </a:ext>
            </a:extLst>
          </p:cNvPr>
          <p:cNvSpPr>
            <a:spLocks xmlns:a="http://schemas.openxmlformats.org/drawingml/2006/main" noGrp="1"/>
          </p:cNvSpPr>
          <p:nvPr/>
        </p:nvSpPr>
        <p:spPr>
          <a:xfrm xmlns:a="http://schemas.openxmlformats.org/drawingml/2006/main" rot="0">
            <a:off x="6372225" y="3629025"/>
            <a:ext cx="2333625" cy="876300"/>
          </a:xfrm>
          <a:prstGeom xmlns:a="http://schemas.openxmlformats.org/drawingml/2006/main" prst="rect">
            <a:avLst/>
          </a:prstGeom>
          <a:solidFill xmlns:a="http://schemas.openxmlformats.org/drawingml/2006/main">
            <a:srgbClr val="E5EBF2"/>
          </a:solidFill>
          <a:ln xmlns:a="http://schemas.openxmlformats.org/drawingml/2006/main" w="15240">
            <a:solidFill>
              <a:srgbClr val="304C68"/>
            </a:solidFill>
            <a:prstDash val="solid"/>
          </a:ln>
        </p:spPr>
      </p:sp>
      <p:sp>
        <p:nvSpPr>
          <p:cNvPr id="121" name="label-960">
            <a:extLst xmlns:a="http://schemas.openxmlformats.org/drawingml/2006/main">
              <a:ext uri="{FF2B5EF4-FFF2-40B4-BE49-F238E27FC236}">
                <a16:creationId xmlns:a16="http://schemas.microsoft.com/office/drawing/2014/main" id="{F544F3C9-FF27-4ADC-BB6D-EFF577D314E6}"/>
              </a:ext>
            </a:extLst>
          </p:cNvPr>
          <p:cNvSpPr>
            <a:spLocks xmlns:a="http://schemas.openxmlformats.org/drawingml/2006/main" noGrp="1"/>
          </p:cNvSpPr>
          <p:nvPr/>
        </p:nvSpPr>
        <p:spPr>
          <a:xfrm xmlns:a="http://schemas.openxmlformats.org/drawingml/2006/main">
            <a:off x="6448425" y="3676650"/>
            <a:ext cx="2181225"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75" b="1">
                <a:solidFill>
                  <a:srgbClr val="304C68"/>
                </a:solidFill>
                <a:latin typeface="DejaVu Sans"/>
                <a:ea typeface="DejaVu Sans"/>
                <a:cs typeface="DejaVu Sans"/>
              </a:defRPr>
            </a:defPPr>
            <a:lvl1pPr algn="ctr">
              <a:defRPr sz="1875" b="1">
                <a:solidFill>
                  <a:srgbClr val="304C68"/>
                </a:solidFill>
                <a:latin typeface="DejaVu Sans"/>
                <a:ea typeface="DejaVu Sans"/>
                <a:cs typeface="DejaVu Sans"/>
              </a:defRPr>
            </a:lvl1pPr>
            <a:lvl2pPr algn="ctr">
              <a:defRPr sz="1875" b="1">
                <a:solidFill>
                  <a:srgbClr val="304C68"/>
                </a:solidFill>
                <a:latin typeface="DejaVu Sans"/>
                <a:ea typeface="DejaVu Sans"/>
                <a:cs typeface="DejaVu Sans"/>
              </a:defRPr>
            </a:lvl2pPr>
            <a:lvl3pPr algn="ctr">
              <a:defRPr sz="1875" b="1">
                <a:solidFill>
                  <a:srgbClr val="304C68"/>
                </a:solidFill>
                <a:latin typeface="DejaVu Sans"/>
                <a:ea typeface="DejaVu Sans"/>
                <a:cs typeface="DejaVu Sans"/>
              </a:defRPr>
            </a:lvl3pPr>
            <a:lvl4pPr algn="ctr">
              <a:defRPr sz="1875" b="1">
                <a:solidFill>
                  <a:srgbClr val="304C68"/>
                </a:solidFill>
                <a:latin typeface="DejaVu Sans"/>
                <a:ea typeface="DejaVu Sans"/>
                <a:cs typeface="DejaVu Sans"/>
              </a:defRPr>
            </a:lvl4pPr>
            <a:lvl5pPr algn="ctr">
              <a:defRPr sz="1875" b="1">
                <a:solidFill>
                  <a:srgbClr val="304C68"/>
                </a:solidFill>
                <a:latin typeface="DejaVu Sans"/>
                <a:ea typeface="DejaVu Sans"/>
                <a:cs typeface="DejaVu Sans"/>
              </a:defRPr>
            </a:lvl5pPr>
            <a:lvl6pPr algn="ctr">
              <a:defRPr sz="1875" b="1">
                <a:solidFill>
                  <a:srgbClr val="304C68"/>
                </a:solidFill>
                <a:latin typeface="DejaVu Sans"/>
                <a:ea typeface="DejaVu Sans"/>
                <a:cs typeface="DejaVu Sans"/>
              </a:defRPr>
            </a:lvl6pPr>
            <a:lvl7pPr algn="ctr">
              <a:defRPr sz="1875" b="1">
                <a:solidFill>
                  <a:srgbClr val="304C68"/>
                </a:solidFill>
                <a:latin typeface="DejaVu Sans"/>
                <a:ea typeface="DejaVu Sans"/>
                <a:cs typeface="DejaVu Sans"/>
              </a:defRPr>
            </a:lvl7pPr>
            <a:lvl8pPr algn="ctr">
              <a:defRPr sz="1875" b="1">
                <a:solidFill>
                  <a:srgbClr val="304C68"/>
                </a:solidFill>
                <a:latin typeface="DejaVu Sans"/>
                <a:ea typeface="DejaVu Sans"/>
                <a:cs typeface="DejaVu Sans"/>
              </a:defRPr>
            </a:lvl8pPr>
            <a:lvl9pPr algn="ctr">
              <a:defRPr sz="1875" b="1">
                <a:solidFill>
                  <a:srgbClr val="304C68"/>
                </a:solidFill>
                <a:latin typeface="DejaVu Sans"/>
                <a:ea typeface="DejaVu Sans"/>
                <a:cs typeface="DejaVu Sans"/>
              </a:defRPr>
            </a:lvl9pPr>
          </a:lstStyle>
          <a:p xmlns:a="http://schemas.openxmlformats.org/drawingml/2006/main">
            <a:pPr algn="ctr">
              <a:defRPr sz="1875" b="1">
                <a:solidFill>
                  <a:srgbClr val="304C68"/>
                </a:solidFill>
                <a:latin typeface="DejaVu Sans"/>
                <a:ea typeface="DejaVu Sans"/>
                <a:cs typeface="DejaVu Sans"/>
              </a:defRPr>
            </a:pPr>
            <a:r>
              <a:rPr sz="1875" b="1">
                <a:solidFill>
                  <a:srgbClr val="304C68"/>
                </a:solidFill>
                <a:latin typeface="DejaVu Sans"/>
                <a:ea typeface="DejaVu Sans"/>
                <a:cs typeface="DejaVu Sans"/>
              </a:rPr>
              <a:t>Gather 128-dim</a:t>
            </a:r>
          </a:p>
          <a:p xmlns:a="http://schemas.openxmlformats.org/drawingml/2006/main">
            <a:pPr algn="ctr">
              <a:defRPr sz="1875" b="1">
                <a:solidFill>
                  <a:srgbClr val="304C68"/>
                </a:solidFill>
                <a:latin typeface="DejaVu Sans"/>
                <a:ea typeface="DejaVu Sans"/>
                <a:cs typeface="DejaVu Sans"/>
              </a:defRPr>
            </a:pPr>
            <a:r>
              <a:rPr sz="1875" b="1">
                <a:solidFill>
                  <a:srgbClr val="304C68"/>
                </a:solidFill>
                <a:latin typeface="DejaVu Sans"/>
                <a:ea typeface="DejaVu Sans"/>
                <a:cs typeface="DejaVu Sans"/>
              </a:rPr>
              <a:t>BEV features</a:t>
            </a:r>
          </a:p>
        </p:txBody>
      </p:sp>
      <p:sp>
        <p:nvSpPr>
          <p:cNvPr id="122" name="path-961">
            <a:extLst xmlns:a="http://schemas.openxmlformats.org/drawingml/2006/main">
              <a:ext uri="{FF2B5EF4-FFF2-40B4-BE49-F238E27FC236}">
                <a16:creationId xmlns:a16="http://schemas.microsoft.com/office/drawing/2014/main" id="{A338BC05-0895-45B8-96B8-6FECD5CFF037}"/>
              </a:ext>
            </a:extLst>
          </p:cNvPr>
          <p:cNvSpPr>
            <a:spLocks xmlns:a="http://schemas.openxmlformats.org/drawingml/2006/main" noGrp="1"/>
          </p:cNvSpPr>
          <p:nvPr/>
        </p:nvSpPr>
        <p:spPr>
          <a:xfrm xmlns:a="http://schemas.openxmlformats.org/drawingml/2006/main">
            <a:off x="5743575" y="4057650"/>
            <a:ext cx="628650" cy="953"/>
          </a:xfrm>
          <a:custGeom xmlns:a="http://schemas.openxmlformats.org/drawingml/2006/main">
            <a:pathLst>
              <a:path w="628650" h="953">
                <a:moveTo>
                  <a:pt x="0" y="0"/>
                </a:moveTo>
                <a:lnTo>
                  <a:pt x="628650" y="0"/>
                </a:lnTo>
              </a:path>
            </a:pathLst>
          </a:custGeom>
          <a:noFill xmlns:a="http://schemas.openxmlformats.org/drawingml/2006/main"/>
          <a:ln xmlns:a="http://schemas.openxmlformats.org/drawingml/2006/main" w="22860">
            <a:solidFill>
              <a:srgbClr val="304C68"/>
            </a:solidFill>
            <a:prstDash val="solid"/>
          </a:ln>
        </p:spPr>
      </p:sp>
      <p:sp>
        <p:nvSpPr>
          <p:cNvPr id="123" name="path-962">
            <a:extLst xmlns:a="http://schemas.openxmlformats.org/drawingml/2006/main">
              <a:ext uri="{FF2B5EF4-FFF2-40B4-BE49-F238E27FC236}">
                <a16:creationId xmlns:a16="http://schemas.microsoft.com/office/drawing/2014/main" id="{DE569BE6-D04F-4C63-95C5-EE3EDBEA8848}"/>
              </a:ext>
            </a:extLst>
          </p:cNvPr>
          <p:cNvSpPr>
            <a:spLocks xmlns:a="http://schemas.openxmlformats.org/drawingml/2006/main" noGrp="1"/>
          </p:cNvSpPr>
          <p:nvPr/>
        </p:nvSpPr>
        <p:spPr>
          <a:xfrm xmlns:a="http://schemas.openxmlformats.org/drawingml/2006/main">
            <a:off x="6276975" y="4013835"/>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304C68"/>
          </a:solidFill>
          <a:ln xmlns:a="http://schemas.openxmlformats.org/drawingml/2006/main" w="0">
            <a:solidFill>
              <a:srgbClr val="304C68"/>
            </a:solidFill>
            <a:prstDash val="solid"/>
          </a:ln>
        </p:spPr>
      </p:sp>
      <p:sp>
        <p:nvSpPr>
          <p:cNvPr id="124" name="path-963">
            <a:extLst xmlns:a="http://schemas.openxmlformats.org/drawingml/2006/main">
              <a:ext uri="{FF2B5EF4-FFF2-40B4-BE49-F238E27FC236}">
                <a16:creationId xmlns:a16="http://schemas.microsoft.com/office/drawing/2014/main" id="{F3178D39-185E-401E-886B-73EC349DB6F6}"/>
              </a:ext>
            </a:extLst>
          </p:cNvPr>
          <p:cNvSpPr>
            <a:spLocks xmlns:a="http://schemas.openxmlformats.org/drawingml/2006/main" noGrp="1"/>
          </p:cNvSpPr>
          <p:nvPr/>
        </p:nvSpPr>
        <p:spPr>
          <a:xfrm xmlns:a="http://schemas.openxmlformats.org/drawingml/2006/main">
            <a:off x="7524750" y="1895475"/>
            <a:ext cx="1685925" cy="1733550"/>
          </a:xfrm>
          <a:custGeom xmlns:a="http://schemas.openxmlformats.org/drawingml/2006/main">
            <a:pathLst>
              <a:path w="1685925" h="1733550">
                <a:moveTo>
                  <a:pt x="1381125" y="0"/>
                </a:moveTo>
                <a:lnTo>
                  <a:pt x="1685925" y="0"/>
                </a:lnTo>
                <a:lnTo>
                  <a:pt x="1685925" y="1047750"/>
                </a:lnTo>
                <a:lnTo>
                  <a:pt x="0" y="1047750"/>
                </a:lnTo>
                <a:lnTo>
                  <a:pt x="0" y="1733550"/>
                </a:lnTo>
              </a:path>
            </a:pathLst>
          </a:custGeom>
          <a:noFill xmlns:a="http://schemas.openxmlformats.org/drawingml/2006/main"/>
          <a:ln xmlns:a="http://schemas.openxmlformats.org/drawingml/2006/main" w="22860">
            <a:solidFill>
              <a:srgbClr val="304C68"/>
            </a:solidFill>
            <a:prstDash val="solid"/>
          </a:ln>
        </p:spPr>
      </p:sp>
      <p:sp>
        <p:nvSpPr>
          <p:cNvPr id="125" name="path-964">
            <a:extLst xmlns:a="http://schemas.openxmlformats.org/drawingml/2006/main">
              <a:ext uri="{FF2B5EF4-FFF2-40B4-BE49-F238E27FC236}">
                <a16:creationId xmlns:a16="http://schemas.microsoft.com/office/drawing/2014/main" id="{94FA73B5-071E-40F5-92DD-3A8344D099AE}"/>
              </a:ext>
            </a:extLst>
          </p:cNvPr>
          <p:cNvSpPr>
            <a:spLocks xmlns:a="http://schemas.openxmlformats.org/drawingml/2006/main" noGrp="1"/>
          </p:cNvSpPr>
          <p:nvPr/>
        </p:nvSpPr>
        <p:spPr>
          <a:xfrm xmlns:a="http://schemas.openxmlformats.org/drawingml/2006/main">
            <a:off x="7480935" y="3533775"/>
            <a:ext cx="87630" cy="95250"/>
          </a:xfrm>
          <a:custGeom xmlns:a="http://schemas.openxmlformats.org/drawingml/2006/main">
            <a:pathLst>
              <a:path w="87630" h="95250">
                <a:moveTo>
                  <a:pt x="43815" y="95250"/>
                </a:moveTo>
                <a:lnTo>
                  <a:pt x="87630" y="0"/>
                </a:lnTo>
                <a:lnTo>
                  <a:pt x="0" y="0"/>
                </a:lnTo>
                <a:close/>
              </a:path>
            </a:pathLst>
          </a:custGeom>
          <a:solidFill xmlns:a="http://schemas.openxmlformats.org/drawingml/2006/main">
            <a:srgbClr val="304C68"/>
          </a:solidFill>
          <a:ln xmlns:a="http://schemas.openxmlformats.org/drawingml/2006/main" w="0">
            <a:solidFill>
              <a:srgbClr val="304C68"/>
            </a:solidFill>
            <a:prstDash val="solid"/>
          </a:ln>
        </p:spPr>
      </p:sp>
      <p:sp>
        <p:nvSpPr>
          <p:cNvPr id="126" name="label-965">
            <a:extLst xmlns:a="http://schemas.openxmlformats.org/drawingml/2006/main">
              <a:ext uri="{FF2B5EF4-FFF2-40B4-BE49-F238E27FC236}">
                <a16:creationId xmlns:a16="http://schemas.microsoft.com/office/drawing/2014/main" id="{C58ABDE4-7759-4A90-89D1-F6CEB6DDA16A}"/>
              </a:ext>
            </a:extLst>
          </p:cNvPr>
          <p:cNvSpPr>
            <a:spLocks xmlns:a="http://schemas.openxmlformats.org/drawingml/2006/main" noGrp="1"/>
          </p:cNvSpPr>
          <p:nvPr/>
        </p:nvSpPr>
        <p:spPr>
          <a:xfrm xmlns:a="http://schemas.openxmlformats.org/drawingml/2006/main">
            <a:off x="9448800" y="2333625"/>
            <a:ext cx="21336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304C68"/>
                </a:solidFill>
                <a:latin typeface="DejaVu Sans"/>
                <a:ea typeface="DejaVu Sans"/>
                <a:cs typeface="DejaVu Sans"/>
              </a:defRPr>
            </a:defPPr>
            <a:lvl1pPr algn="l">
              <a:defRPr sz="1575" b="0">
                <a:solidFill>
                  <a:srgbClr val="304C68"/>
                </a:solidFill>
                <a:latin typeface="DejaVu Sans"/>
                <a:ea typeface="DejaVu Sans"/>
                <a:cs typeface="DejaVu Sans"/>
              </a:defRPr>
            </a:lvl1pPr>
            <a:lvl2pPr algn="l">
              <a:defRPr sz="1575" b="0">
                <a:solidFill>
                  <a:srgbClr val="304C68"/>
                </a:solidFill>
                <a:latin typeface="DejaVu Sans"/>
                <a:ea typeface="DejaVu Sans"/>
                <a:cs typeface="DejaVu Sans"/>
              </a:defRPr>
            </a:lvl2pPr>
            <a:lvl3pPr algn="l">
              <a:defRPr sz="1575" b="0">
                <a:solidFill>
                  <a:srgbClr val="304C68"/>
                </a:solidFill>
                <a:latin typeface="DejaVu Sans"/>
                <a:ea typeface="DejaVu Sans"/>
                <a:cs typeface="DejaVu Sans"/>
              </a:defRPr>
            </a:lvl3pPr>
            <a:lvl4pPr algn="l">
              <a:defRPr sz="1575" b="0">
                <a:solidFill>
                  <a:srgbClr val="304C68"/>
                </a:solidFill>
                <a:latin typeface="DejaVu Sans"/>
                <a:ea typeface="DejaVu Sans"/>
                <a:cs typeface="DejaVu Sans"/>
              </a:defRPr>
            </a:lvl4pPr>
            <a:lvl5pPr algn="l">
              <a:defRPr sz="1575" b="0">
                <a:solidFill>
                  <a:srgbClr val="304C68"/>
                </a:solidFill>
                <a:latin typeface="DejaVu Sans"/>
                <a:ea typeface="DejaVu Sans"/>
                <a:cs typeface="DejaVu Sans"/>
              </a:defRPr>
            </a:lvl5pPr>
            <a:lvl6pPr algn="l">
              <a:defRPr sz="1575" b="0">
                <a:solidFill>
                  <a:srgbClr val="304C68"/>
                </a:solidFill>
                <a:latin typeface="DejaVu Sans"/>
                <a:ea typeface="DejaVu Sans"/>
                <a:cs typeface="DejaVu Sans"/>
              </a:defRPr>
            </a:lvl6pPr>
            <a:lvl7pPr algn="l">
              <a:defRPr sz="1575" b="0">
                <a:solidFill>
                  <a:srgbClr val="304C68"/>
                </a:solidFill>
                <a:latin typeface="DejaVu Sans"/>
                <a:ea typeface="DejaVu Sans"/>
                <a:cs typeface="DejaVu Sans"/>
              </a:defRPr>
            </a:lvl7pPr>
            <a:lvl8pPr algn="l">
              <a:defRPr sz="1575" b="0">
                <a:solidFill>
                  <a:srgbClr val="304C68"/>
                </a:solidFill>
                <a:latin typeface="DejaVu Sans"/>
                <a:ea typeface="DejaVu Sans"/>
                <a:cs typeface="DejaVu Sans"/>
              </a:defRPr>
            </a:lvl8pPr>
            <a:lvl9pPr algn="l">
              <a:defRPr sz="1575" b="0">
                <a:solidFill>
                  <a:srgbClr val="304C68"/>
                </a:solidFill>
                <a:latin typeface="DejaVu Sans"/>
                <a:ea typeface="DejaVu Sans"/>
                <a:cs typeface="DejaVu Sans"/>
              </a:defRPr>
            </a:lvl9pPr>
          </a:lstStyle>
          <a:p xmlns:a="http://schemas.openxmlformats.org/drawingml/2006/main">
            <a:pPr algn="l">
              <a:defRPr sz="1575" b="0">
                <a:solidFill>
                  <a:srgbClr val="304C68"/>
                </a:solidFill>
                <a:latin typeface="DejaVu Sans"/>
                <a:ea typeface="DejaVu Sans"/>
                <a:cs typeface="DejaVu Sans"/>
              </a:defRPr>
            </a:pPr>
            <a:r>
              <a:rPr sz="1575" b="0">
                <a:solidFill>
                  <a:srgbClr val="304C68"/>
                </a:solidFill>
                <a:latin typeface="DejaVu Sans"/>
                <a:ea typeface="DejaVu Sans"/>
                <a:cs typeface="DejaVu Sans"/>
              </a:rPr>
              <a:t>Feature lookup</a:t>
            </a:r>
          </a:p>
        </p:txBody>
      </p:sp>
      <p:sp>
        <p:nvSpPr>
          <p:cNvPr id="127" name="shape-966">
            <a:extLst xmlns:a="http://schemas.openxmlformats.org/drawingml/2006/main">
              <a:ext uri="{FF2B5EF4-FFF2-40B4-BE49-F238E27FC236}">
                <a16:creationId xmlns:a16="http://schemas.microsoft.com/office/drawing/2014/main" id="{BD7C58C4-75B6-4D54-A217-D6851C62C24F}"/>
              </a:ext>
            </a:extLst>
          </p:cNvPr>
          <p:cNvSpPr>
            <a:spLocks xmlns:a="http://schemas.openxmlformats.org/drawingml/2006/main" noGrp="1"/>
          </p:cNvSpPr>
          <p:nvPr/>
        </p:nvSpPr>
        <p:spPr>
          <a:xfrm xmlns:a="http://schemas.openxmlformats.org/drawingml/2006/main" rot="0">
            <a:off x="9277350" y="3838575"/>
            <a:ext cx="438150" cy="438150"/>
          </a:xfrm>
          <a:prstGeom xmlns:a="http://schemas.openxmlformats.org/drawingml/2006/main" prst="ellipse">
            <a:avLst/>
          </a:prstGeom>
          <a:solidFill xmlns:a="http://schemas.openxmlformats.org/drawingml/2006/main">
            <a:srgbClr val="FFFFFF"/>
          </a:solidFill>
          <a:ln xmlns:a="http://schemas.openxmlformats.org/drawingml/2006/main" w="19050">
            <a:solidFill>
              <a:srgbClr val="7351C7"/>
            </a:solidFill>
            <a:prstDash val="solid"/>
          </a:ln>
        </p:spPr>
      </p:sp>
      <p:sp>
        <p:nvSpPr>
          <p:cNvPr id="128" name="label-967">
            <a:extLst xmlns:a="http://schemas.openxmlformats.org/drawingml/2006/main">
              <a:ext uri="{FF2B5EF4-FFF2-40B4-BE49-F238E27FC236}">
                <a16:creationId xmlns:a16="http://schemas.microsoft.com/office/drawing/2014/main" id="{002E474C-9AA2-407F-BBD4-000A3CC017DA}"/>
              </a:ext>
            </a:extLst>
          </p:cNvPr>
          <p:cNvSpPr>
            <a:spLocks xmlns:a="http://schemas.openxmlformats.org/drawingml/2006/main" noGrp="1"/>
          </p:cNvSpPr>
          <p:nvPr/>
        </p:nvSpPr>
        <p:spPr>
          <a:xfrm xmlns:a="http://schemas.openxmlformats.org/drawingml/2006/main">
            <a:off x="9277350" y="3838575"/>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2025" b="1">
                <a:solidFill>
                  <a:srgbClr val="7351C7"/>
                </a:solidFill>
                <a:latin typeface="DejaVu Sans"/>
                <a:ea typeface="DejaVu Sans"/>
                <a:cs typeface="DejaVu Sans"/>
              </a:defRPr>
            </a:defPPr>
            <a:lvl1pPr algn="ctr">
              <a:defRPr sz="2025" b="1">
                <a:solidFill>
                  <a:srgbClr val="7351C7"/>
                </a:solidFill>
                <a:latin typeface="DejaVu Sans"/>
                <a:ea typeface="DejaVu Sans"/>
                <a:cs typeface="DejaVu Sans"/>
              </a:defRPr>
            </a:lvl1pPr>
            <a:lvl2pPr algn="ctr">
              <a:defRPr sz="2025" b="1">
                <a:solidFill>
                  <a:srgbClr val="7351C7"/>
                </a:solidFill>
                <a:latin typeface="DejaVu Sans"/>
                <a:ea typeface="DejaVu Sans"/>
                <a:cs typeface="DejaVu Sans"/>
              </a:defRPr>
            </a:lvl2pPr>
            <a:lvl3pPr algn="ctr">
              <a:defRPr sz="2025" b="1">
                <a:solidFill>
                  <a:srgbClr val="7351C7"/>
                </a:solidFill>
                <a:latin typeface="DejaVu Sans"/>
                <a:ea typeface="DejaVu Sans"/>
                <a:cs typeface="DejaVu Sans"/>
              </a:defRPr>
            </a:lvl3pPr>
            <a:lvl4pPr algn="ctr">
              <a:defRPr sz="2025" b="1">
                <a:solidFill>
                  <a:srgbClr val="7351C7"/>
                </a:solidFill>
                <a:latin typeface="DejaVu Sans"/>
                <a:ea typeface="DejaVu Sans"/>
                <a:cs typeface="DejaVu Sans"/>
              </a:defRPr>
            </a:lvl4pPr>
            <a:lvl5pPr algn="ctr">
              <a:defRPr sz="2025" b="1">
                <a:solidFill>
                  <a:srgbClr val="7351C7"/>
                </a:solidFill>
                <a:latin typeface="DejaVu Sans"/>
                <a:ea typeface="DejaVu Sans"/>
                <a:cs typeface="DejaVu Sans"/>
              </a:defRPr>
            </a:lvl5pPr>
            <a:lvl6pPr algn="ctr">
              <a:defRPr sz="2025" b="1">
                <a:solidFill>
                  <a:srgbClr val="7351C7"/>
                </a:solidFill>
                <a:latin typeface="DejaVu Sans"/>
                <a:ea typeface="DejaVu Sans"/>
                <a:cs typeface="DejaVu Sans"/>
              </a:defRPr>
            </a:lvl6pPr>
            <a:lvl7pPr algn="ctr">
              <a:defRPr sz="2025" b="1">
                <a:solidFill>
                  <a:srgbClr val="7351C7"/>
                </a:solidFill>
                <a:latin typeface="DejaVu Sans"/>
                <a:ea typeface="DejaVu Sans"/>
                <a:cs typeface="DejaVu Sans"/>
              </a:defRPr>
            </a:lvl7pPr>
            <a:lvl8pPr algn="ctr">
              <a:defRPr sz="2025" b="1">
                <a:solidFill>
                  <a:srgbClr val="7351C7"/>
                </a:solidFill>
                <a:latin typeface="DejaVu Sans"/>
                <a:ea typeface="DejaVu Sans"/>
                <a:cs typeface="DejaVu Sans"/>
              </a:defRPr>
            </a:lvl8pPr>
            <a:lvl9pPr algn="ctr">
              <a:defRPr sz="2025" b="1">
                <a:solidFill>
                  <a:srgbClr val="7351C7"/>
                </a:solidFill>
                <a:latin typeface="DejaVu Sans"/>
                <a:ea typeface="DejaVu Sans"/>
                <a:cs typeface="DejaVu Sans"/>
              </a:defRPr>
            </a:lvl9pPr>
          </a:lstStyle>
          <a:p xmlns:a="http://schemas.openxmlformats.org/drawingml/2006/main">
            <a:pPr algn="ctr">
              <a:defRPr sz="2025" b="1">
                <a:solidFill>
                  <a:srgbClr val="7351C7"/>
                </a:solidFill>
                <a:latin typeface="DejaVu Sans"/>
                <a:ea typeface="DejaVu Sans"/>
                <a:cs typeface="DejaVu Sans"/>
              </a:defRPr>
            </a:pPr>
            <a:r>
              <a:rPr sz="2025" b="1">
                <a:solidFill>
                  <a:srgbClr val="7351C7"/>
                </a:solidFill>
                <a:latin typeface="DejaVu Sans"/>
                <a:ea typeface="DejaVu Sans"/>
                <a:cs typeface="DejaVu Sans"/>
              </a:rPr>
              <a:t>+</a:t>
            </a:r>
          </a:p>
        </p:txBody>
      </p:sp>
      <p:sp>
        <p:nvSpPr>
          <p:cNvPr id="129" name="path-968">
            <a:extLst xmlns:a="http://schemas.openxmlformats.org/drawingml/2006/main">
              <a:ext uri="{FF2B5EF4-FFF2-40B4-BE49-F238E27FC236}">
                <a16:creationId xmlns:a16="http://schemas.microsoft.com/office/drawing/2014/main" id="{D026F48C-1AE6-40F9-AB86-8E3FC4E708AD}"/>
              </a:ext>
            </a:extLst>
          </p:cNvPr>
          <p:cNvSpPr>
            <a:spLocks xmlns:a="http://schemas.openxmlformats.org/drawingml/2006/main" noGrp="1"/>
          </p:cNvSpPr>
          <p:nvPr/>
        </p:nvSpPr>
        <p:spPr>
          <a:xfrm xmlns:a="http://schemas.openxmlformats.org/drawingml/2006/main">
            <a:off x="8705850" y="4057650"/>
            <a:ext cx="571500" cy="953"/>
          </a:xfrm>
          <a:custGeom xmlns:a="http://schemas.openxmlformats.org/drawingml/2006/main">
            <a:pathLst>
              <a:path w="571500" h="953">
                <a:moveTo>
                  <a:pt x="0" y="0"/>
                </a:moveTo>
                <a:lnTo>
                  <a:pt x="571500" y="0"/>
                </a:lnTo>
              </a:path>
            </a:pathLst>
          </a:custGeom>
          <a:noFill xmlns:a="http://schemas.openxmlformats.org/drawingml/2006/main"/>
          <a:ln xmlns:a="http://schemas.openxmlformats.org/drawingml/2006/main" w="22860">
            <a:solidFill>
              <a:srgbClr val="304C68"/>
            </a:solidFill>
            <a:prstDash val="solid"/>
          </a:ln>
        </p:spPr>
      </p:sp>
      <p:sp>
        <p:nvSpPr>
          <p:cNvPr id="130" name="path-969">
            <a:extLst xmlns:a="http://schemas.openxmlformats.org/drawingml/2006/main">
              <a:ext uri="{FF2B5EF4-FFF2-40B4-BE49-F238E27FC236}">
                <a16:creationId xmlns:a16="http://schemas.microsoft.com/office/drawing/2014/main" id="{1159F683-B4C3-436B-B010-0074847ED66D}"/>
              </a:ext>
            </a:extLst>
          </p:cNvPr>
          <p:cNvSpPr>
            <a:spLocks xmlns:a="http://schemas.openxmlformats.org/drawingml/2006/main" noGrp="1"/>
          </p:cNvSpPr>
          <p:nvPr/>
        </p:nvSpPr>
        <p:spPr>
          <a:xfrm xmlns:a="http://schemas.openxmlformats.org/drawingml/2006/main">
            <a:off x="9182100" y="4013835"/>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304C68"/>
          </a:solidFill>
          <a:ln xmlns:a="http://schemas.openxmlformats.org/drawingml/2006/main" w="0">
            <a:solidFill>
              <a:srgbClr val="304C68"/>
            </a:solidFill>
            <a:prstDash val="solid"/>
          </a:ln>
        </p:spPr>
      </p:sp>
      <p:sp>
        <p:nvSpPr>
          <p:cNvPr id="131" name="shape-970">
            <a:extLst xmlns:a="http://schemas.openxmlformats.org/drawingml/2006/main">
              <a:ext uri="{FF2B5EF4-FFF2-40B4-BE49-F238E27FC236}">
                <a16:creationId xmlns:a16="http://schemas.microsoft.com/office/drawing/2014/main" id="{E378DC04-049A-48E0-9258-B2023F65E48F}"/>
              </a:ext>
            </a:extLst>
          </p:cNvPr>
          <p:cNvSpPr>
            <a:spLocks xmlns:a="http://schemas.openxmlformats.org/drawingml/2006/main" noGrp="1"/>
          </p:cNvSpPr>
          <p:nvPr/>
        </p:nvSpPr>
        <p:spPr>
          <a:xfrm xmlns:a="http://schemas.openxmlformats.org/drawingml/2006/main" rot="0">
            <a:off x="8820150" y="5029200"/>
            <a:ext cx="1514475" cy="647700"/>
          </a:xfrm>
          <a:prstGeom xmlns:a="http://schemas.openxmlformats.org/drawingml/2006/main" prst="rect">
            <a:avLst/>
          </a:prstGeom>
          <a:solidFill xmlns:a="http://schemas.openxmlformats.org/drawingml/2006/main">
            <a:srgbClr val="EEE7FA"/>
          </a:solidFill>
          <a:ln xmlns:a="http://schemas.openxmlformats.org/drawingml/2006/main" w="15240">
            <a:solidFill>
              <a:srgbClr val="7351C7"/>
            </a:solidFill>
            <a:prstDash val="solid"/>
          </a:ln>
        </p:spPr>
      </p:sp>
      <p:sp>
        <p:nvSpPr>
          <p:cNvPr id="132" name="label-971">
            <a:extLst xmlns:a="http://schemas.openxmlformats.org/drawingml/2006/main">
              <a:ext uri="{FF2B5EF4-FFF2-40B4-BE49-F238E27FC236}">
                <a16:creationId xmlns:a16="http://schemas.microsoft.com/office/drawing/2014/main" id="{26C36C5D-841D-405B-A1B8-7800BBE8DD3F}"/>
              </a:ext>
            </a:extLst>
          </p:cNvPr>
          <p:cNvSpPr>
            <a:spLocks xmlns:a="http://schemas.openxmlformats.org/drawingml/2006/main" noGrp="1"/>
          </p:cNvSpPr>
          <p:nvPr/>
        </p:nvSpPr>
        <p:spPr>
          <a:xfrm xmlns:a="http://schemas.openxmlformats.org/drawingml/2006/main">
            <a:off x="8896350" y="5076825"/>
            <a:ext cx="13620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650" b="1">
                <a:solidFill>
                  <a:srgbClr val="7351C7"/>
                </a:solidFill>
                <a:latin typeface="DejaVu Sans"/>
                <a:ea typeface="DejaVu Sans"/>
                <a:cs typeface="DejaVu Sans"/>
              </a:defRPr>
            </a:defPPr>
            <a:lvl1pPr algn="ctr">
              <a:defRPr sz="1650" b="1">
                <a:solidFill>
                  <a:srgbClr val="7351C7"/>
                </a:solidFill>
                <a:latin typeface="DejaVu Sans"/>
                <a:ea typeface="DejaVu Sans"/>
                <a:cs typeface="DejaVu Sans"/>
              </a:defRPr>
            </a:lvl1pPr>
            <a:lvl2pPr algn="ctr">
              <a:defRPr sz="1650" b="1">
                <a:solidFill>
                  <a:srgbClr val="7351C7"/>
                </a:solidFill>
                <a:latin typeface="DejaVu Sans"/>
                <a:ea typeface="DejaVu Sans"/>
                <a:cs typeface="DejaVu Sans"/>
              </a:defRPr>
            </a:lvl2pPr>
            <a:lvl3pPr algn="ctr">
              <a:defRPr sz="1650" b="1">
                <a:solidFill>
                  <a:srgbClr val="7351C7"/>
                </a:solidFill>
                <a:latin typeface="DejaVu Sans"/>
                <a:ea typeface="DejaVu Sans"/>
                <a:cs typeface="DejaVu Sans"/>
              </a:defRPr>
            </a:lvl3pPr>
            <a:lvl4pPr algn="ctr">
              <a:defRPr sz="1650" b="1">
                <a:solidFill>
                  <a:srgbClr val="7351C7"/>
                </a:solidFill>
                <a:latin typeface="DejaVu Sans"/>
                <a:ea typeface="DejaVu Sans"/>
                <a:cs typeface="DejaVu Sans"/>
              </a:defRPr>
            </a:lvl4pPr>
            <a:lvl5pPr algn="ctr">
              <a:defRPr sz="1650" b="1">
                <a:solidFill>
                  <a:srgbClr val="7351C7"/>
                </a:solidFill>
                <a:latin typeface="DejaVu Sans"/>
                <a:ea typeface="DejaVu Sans"/>
                <a:cs typeface="DejaVu Sans"/>
              </a:defRPr>
            </a:lvl5pPr>
            <a:lvl6pPr algn="ctr">
              <a:defRPr sz="1650" b="1">
                <a:solidFill>
                  <a:srgbClr val="7351C7"/>
                </a:solidFill>
                <a:latin typeface="DejaVu Sans"/>
                <a:ea typeface="DejaVu Sans"/>
                <a:cs typeface="DejaVu Sans"/>
              </a:defRPr>
            </a:lvl6pPr>
            <a:lvl7pPr algn="ctr">
              <a:defRPr sz="1650" b="1">
                <a:solidFill>
                  <a:srgbClr val="7351C7"/>
                </a:solidFill>
                <a:latin typeface="DejaVu Sans"/>
                <a:ea typeface="DejaVu Sans"/>
                <a:cs typeface="DejaVu Sans"/>
              </a:defRPr>
            </a:lvl7pPr>
            <a:lvl8pPr algn="ctr">
              <a:defRPr sz="1650" b="1">
                <a:solidFill>
                  <a:srgbClr val="7351C7"/>
                </a:solidFill>
                <a:latin typeface="DejaVu Sans"/>
                <a:ea typeface="DejaVu Sans"/>
                <a:cs typeface="DejaVu Sans"/>
              </a:defRPr>
            </a:lvl8pPr>
            <a:lvl9pPr algn="ctr">
              <a:defRPr sz="1650" b="1">
                <a:solidFill>
                  <a:srgbClr val="7351C7"/>
                </a:solidFill>
                <a:latin typeface="DejaVu Sans"/>
                <a:ea typeface="DejaVu Sans"/>
                <a:cs typeface="DejaVu Sans"/>
              </a:defRPr>
            </a:lvl9pPr>
          </a:lstStyle>
          <a:p xmlns:a="http://schemas.openxmlformats.org/drawingml/2006/main">
            <a:pPr algn="ctr">
              <a:defRPr sz="1650" b="1">
                <a:solidFill>
                  <a:srgbClr val="7351C7"/>
                </a:solidFill>
                <a:latin typeface="DejaVu Sans"/>
                <a:ea typeface="DejaVu Sans"/>
                <a:cs typeface="DejaVu Sans"/>
              </a:defRPr>
            </a:pPr>
            <a:r>
              <a:rPr sz="1650" b="1">
                <a:solidFill>
                  <a:srgbClr val="7351C7"/>
                </a:solidFill>
                <a:latin typeface="DejaVu Sans"/>
                <a:ea typeface="DejaVu Sans"/>
                <a:cs typeface="DejaVu Sans"/>
              </a:rPr>
              <a:t>Class</a:t>
            </a:r>
          </a:p>
          <a:p xmlns:a="http://schemas.openxmlformats.org/drawingml/2006/main">
            <a:pPr algn="ctr">
              <a:defRPr sz="1650" b="1">
                <a:solidFill>
                  <a:srgbClr val="7351C7"/>
                </a:solidFill>
                <a:latin typeface="DejaVu Sans"/>
                <a:ea typeface="DejaVu Sans"/>
                <a:cs typeface="DejaVu Sans"/>
              </a:defRPr>
            </a:pPr>
            <a:r>
              <a:rPr sz="1650" b="1">
                <a:solidFill>
                  <a:srgbClr val="7351C7"/>
                </a:solidFill>
                <a:latin typeface="DejaVu Sans"/>
                <a:ea typeface="DejaVu Sans"/>
                <a:cs typeface="DejaVu Sans"/>
              </a:rPr>
              <a:t>embedding</a:t>
            </a:r>
          </a:p>
        </p:txBody>
      </p:sp>
      <p:sp>
        <p:nvSpPr>
          <p:cNvPr id="133" name="path-972">
            <a:extLst xmlns:a="http://schemas.openxmlformats.org/drawingml/2006/main">
              <a:ext uri="{FF2B5EF4-FFF2-40B4-BE49-F238E27FC236}">
                <a16:creationId xmlns:a16="http://schemas.microsoft.com/office/drawing/2014/main" id="{D0F724CA-25FB-435B-BA46-6821FA7FBE06}"/>
              </a:ext>
            </a:extLst>
          </p:cNvPr>
          <p:cNvSpPr>
            <a:spLocks xmlns:a="http://schemas.openxmlformats.org/drawingml/2006/main" noGrp="1"/>
          </p:cNvSpPr>
          <p:nvPr/>
        </p:nvSpPr>
        <p:spPr>
          <a:xfrm xmlns:a="http://schemas.openxmlformats.org/drawingml/2006/main">
            <a:off x="9572625" y="4276725"/>
            <a:ext cx="953" cy="752475"/>
          </a:xfrm>
          <a:custGeom xmlns:a="http://schemas.openxmlformats.org/drawingml/2006/main">
            <a:pathLst>
              <a:path w="953" h="752475">
                <a:moveTo>
                  <a:pt x="0" y="752475"/>
                </a:moveTo>
                <a:lnTo>
                  <a:pt x="0" y="0"/>
                </a:lnTo>
              </a:path>
            </a:pathLst>
          </a:custGeom>
          <a:noFill xmlns:a="http://schemas.openxmlformats.org/drawingml/2006/main"/>
          <a:ln xmlns:a="http://schemas.openxmlformats.org/drawingml/2006/main" w="22860">
            <a:solidFill>
              <a:srgbClr val="7351C7"/>
            </a:solidFill>
            <a:prstDash val="solid"/>
          </a:ln>
        </p:spPr>
      </p:sp>
      <p:sp>
        <p:nvSpPr>
          <p:cNvPr id="134" name="path-973">
            <a:extLst xmlns:a="http://schemas.openxmlformats.org/drawingml/2006/main">
              <a:ext uri="{FF2B5EF4-FFF2-40B4-BE49-F238E27FC236}">
                <a16:creationId xmlns:a16="http://schemas.microsoft.com/office/drawing/2014/main" id="{0D86A962-D5E8-41B6-8AC7-22776BF5D98F}"/>
              </a:ext>
            </a:extLst>
          </p:cNvPr>
          <p:cNvSpPr>
            <a:spLocks xmlns:a="http://schemas.openxmlformats.org/drawingml/2006/main" noGrp="1"/>
          </p:cNvSpPr>
          <p:nvPr/>
        </p:nvSpPr>
        <p:spPr>
          <a:xfrm xmlns:a="http://schemas.openxmlformats.org/drawingml/2006/main">
            <a:off x="9528810" y="4276725"/>
            <a:ext cx="87630" cy="95250"/>
          </a:xfrm>
          <a:custGeom xmlns:a="http://schemas.openxmlformats.org/drawingml/2006/main">
            <a:pathLst>
              <a:path w="87630" h="95250">
                <a:moveTo>
                  <a:pt x="43815" y="0"/>
                </a:moveTo>
                <a:lnTo>
                  <a:pt x="0" y="95250"/>
                </a:lnTo>
                <a:lnTo>
                  <a:pt x="87630" y="95250"/>
                </a:lnTo>
                <a:close/>
              </a:path>
            </a:pathLst>
          </a:custGeom>
          <a:solidFill xmlns:a="http://schemas.openxmlformats.org/drawingml/2006/main">
            <a:srgbClr val="7351C7"/>
          </a:solidFill>
          <a:ln xmlns:a="http://schemas.openxmlformats.org/drawingml/2006/main" w="0">
            <a:solidFill>
              <a:srgbClr val="7351C7"/>
            </a:solidFill>
            <a:prstDash val="solid"/>
          </a:ln>
        </p:spPr>
      </p:sp>
      <p:sp>
        <p:nvSpPr>
          <p:cNvPr id="135" name="path-974">
            <a:extLst xmlns:a="http://schemas.openxmlformats.org/drawingml/2006/main">
              <a:ext uri="{FF2B5EF4-FFF2-40B4-BE49-F238E27FC236}">
                <a16:creationId xmlns:a16="http://schemas.microsoft.com/office/drawing/2014/main" id="{F8DDB44A-997E-405D-8BD4-B872FACC7685}"/>
              </a:ext>
            </a:extLst>
          </p:cNvPr>
          <p:cNvSpPr>
            <a:spLocks xmlns:a="http://schemas.openxmlformats.org/drawingml/2006/main" noGrp="1"/>
          </p:cNvSpPr>
          <p:nvPr/>
        </p:nvSpPr>
        <p:spPr>
          <a:xfrm xmlns:a="http://schemas.openxmlformats.org/drawingml/2006/main">
            <a:off x="10477500" y="3524250"/>
            <a:ext cx="1171575" cy="104775"/>
          </a:xfrm>
          <a:custGeom xmlns:a="http://schemas.openxmlformats.org/drawingml/2006/main">
            <a:pathLst>
              <a:path w="1171575" h="104775">
                <a:moveTo>
                  <a:pt x="0" y="104775"/>
                </a:moveTo>
                <a:lnTo>
                  <a:pt x="104775" y="0"/>
                </a:lnTo>
                <a:lnTo>
                  <a:pt x="1171575" y="0"/>
                </a:lnTo>
                <a:lnTo>
                  <a:pt x="1066800" y="104775"/>
                </a:lnTo>
                <a:close/>
              </a:path>
            </a:pathLst>
          </a:custGeom>
          <a:solidFill xmlns:a="http://schemas.openxmlformats.org/drawingml/2006/main">
            <a:srgbClr val="304C68">
              <a:lumMod val="35000"/>
              <a:lumOff val="65000"/>
            </a:srgbClr>
          </a:solidFill>
          <a:ln xmlns:a="http://schemas.openxmlformats.org/drawingml/2006/main" w="13335">
            <a:solidFill>
              <a:srgbClr val="304C68"/>
            </a:solidFill>
            <a:prstDash val="solid"/>
          </a:ln>
        </p:spPr>
      </p:sp>
      <p:sp>
        <p:nvSpPr>
          <p:cNvPr id="136" name="path-975">
            <a:extLst xmlns:a="http://schemas.openxmlformats.org/drawingml/2006/main">
              <a:ext uri="{FF2B5EF4-FFF2-40B4-BE49-F238E27FC236}">
                <a16:creationId xmlns:a16="http://schemas.microsoft.com/office/drawing/2014/main" id="{2F7A2C27-32D1-4E5E-A124-43EDD4F01F79}"/>
              </a:ext>
            </a:extLst>
          </p:cNvPr>
          <p:cNvSpPr>
            <a:spLocks xmlns:a="http://schemas.openxmlformats.org/drawingml/2006/main" noGrp="1"/>
          </p:cNvSpPr>
          <p:nvPr/>
        </p:nvSpPr>
        <p:spPr>
          <a:xfrm xmlns:a="http://schemas.openxmlformats.org/drawingml/2006/main">
            <a:off x="11544300" y="3524250"/>
            <a:ext cx="104775" cy="981075"/>
          </a:xfrm>
          <a:custGeom xmlns:a="http://schemas.openxmlformats.org/drawingml/2006/main">
            <a:pathLst>
              <a:path w="104775" h="981075">
                <a:moveTo>
                  <a:pt x="0" y="104775"/>
                </a:moveTo>
                <a:lnTo>
                  <a:pt x="104775" y="0"/>
                </a:lnTo>
                <a:lnTo>
                  <a:pt x="104775" y="876300"/>
                </a:lnTo>
                <a:lnTo>
                  <a:pt x="0" y="981075"/>
                </a:lnTo>
                <a:close/>
              </a:path>
            </a:pathLst>
          </a:custGeom>
          <a:solidFill xmlns:a="http://schemas.openxmlformats.org/drawingml/2006/main">
            <a:srgbClr val="304C68">
              <a:lumMod val="65000"/>
              <a:lumOff val="35000"/>
            </a:srgbClr>
          </a:solidFill>
          <a:ln xmlns:a="http://schemas.openxmlformats.org/drawingml/2006/main" w="13335">
            <a:solidFill>
              <a:srgbClr val="304C68"/>
            </a:solidFill>
            <a:prstDash val="solid"/>
          </a:ln>
        </p:spPr>
      </p:sp>
      <p:sp>
        <p:nvSpPr>
          <p:cNvPr id="137" name="shape-976">
            <a:extLst xmlns:a="http://schemas.openxmlformats.org/drawingml/2006/main">
              <a:ext uri="{FF2B5EF4-FFF2-40B4-BE49-F238E27FC236}">
                <a16:creationId xmlns:a16="http://schemas.microsoft.com/office/drawing/2014/main" id="{B469FB65-ECBF-47BE-925D-CB36AC2C9B37}"/>
              </a:ext>
            </a:extLst>
          </p:cNvPr>
          <p:cNvSpPr>
            <a:spLocks xmlns:a="http://schemas.openxmlformats.org/drawingml/2006/main" noGrp="1"/>
          </p:cNvSpPr>
          <p:nvPr/>
        </p:nvSpPr>
        <p:spPr>
          <a:xfrm xmlns:a="http://schemas.openxmlformats.org/drawingml/2006/main" rot="0">
            <a:off x="10477500" y="3629025"/>
            <a:ext cx="1066800" cy="876300"/>
          </a:xfrm>
          <a:prstGeom xmlns:a="http://schemas.openxmlformats.org/drawingml/2006/main" prst="rect">
            <a:avLst/>
          </a:prstGeom>
          <a:solidFill xmlns:a="http://schemas.openxmlformats.org/drawingml/2006/main">
            <a:srgbClr val="304C68">
              <a:lumMod val="18000"/>
              <a:lumOff val="82000"/>
            </a:srgbClr>
          </a:solidFill>
          <a:ln xmlns:a="http://schemas.openxmlformats.org/drawingml/2006/main" w="15240">
            <a:solidFill>
              <a:srgbClr val="304C68"/>
            </a:solidFill>
            <a:prstDash val="solid"/>
          </a:ln>
        </p:spPr>
      </p:sp>
      <p:sp>
        <p:nvSpPr>
          <p:cNvPr id="138" name="path-977">
            <a:extLst xmlns:a="http://schemas.openxmlformats.org/drawingml/2006/main">
              <a:ext uri="{FF2B5EF4-FFF2-40B4-BE49-F238E27FC236}">
                <a16:creationId xmlns:a16="http://schemas.microsoft.com/office/drawing/2014/main" id="{C0AC37E8-F039-40C0-88C1-E1B192F11D62}"/>
              </a:ext>
            </a:extLst>
          </p:cNvPr>
          <p:cNvSpPr>
            <a:spLocks xmlns:a="http://schemas.openxmlformats.org/drawingml/2006/main" noGrp="1"/>
          </p:cNvSpPr>
          <p:nvPr/>
        </p:nvSpPr>
        <p:spPr>
          <a:xfrm xmlns:a="http://schemas.openxmlformats.org/drawingml/2006/main">
            <a:off x="10744200" y="3629025"/>
            <a:ext cx="953" cy="876300"/>
          </a:xfrm>
          <a:custGeom xmlns:a="http://schemas.openxmlformats.org/drawingml/2006/main">
            <a:pathLst>
              <a:path w="953" h="876300">
                <a:moveTo>
                  <a:pt x="0" y="0"/>
                </a:moveTo>
                <a:lnTo>
                  <a:pt x="0" y="876300"/>
                </a:lnTo>
              </a:path>
            </a:pathLst>
          </a:custGeom>
          <a:noFill xmlns:a="http://schemas.openxmlformats.org/drawingml/2006/main"/>
          <a:ln xmlns:a="http://schemas.openxmlformats.org/drawingml/2006/main" w="6668">
            <a:solidFill>
              <a:srgbClr val="304C68">
                <a:lumMod val="45000"/>
                <a:lumOff val="55000"/>
              </a:srgbClr>
            </a:solidFill>
            <a:prstDash val="solid"/>
          </a:ln>
        </p:spPr>
      </p:sp>
      <p:sp>
        <p:nvSpPr>
          <p:cNvPr id="139" name="path-978">
            <a:extLst xmlns:a="http://schemas.openxmlformats.org/drawingml/2006/main">
              <a:ext uri="{FF2B5EF4-FFF2-40B4-BE49-F238E27FC236}">
                <a16:creationId xmlns:a16="http://schemas.microsoft.com/office/drawing/2014/main" id="{D82B58A5-EDF8-4BE7-B3B9-1106EBA0693C}"/>
              </a:ext>
            </a:extLst>
          </p:cNvPr>
          <p:cNvSpPr>
            <a:spLocks xmlns:a="http://schemas.openxmlformats.org/drawingml/2006/main" noGrp="1"/>
          </p:cNvSpPr>
          <p:nvPr/>
        </p:nvSpPr>
        <p:spPr>
          <a:xfrm xmlns:a="http://schemas.openxmlformats.org/drawingml/2006/main">
            <a:off x="11010900" y="3629025"/>
            <a:ext cx="953" cy="876300"/>
          </a:xfrm>
          <a:custGeom xmlns:a="http://schemas.openxmlformats.org/drawingml/2006/main">
            <a:pathLst>
              <a:path w="953" h="876300">
                <a:moveTo>
                  <a:pt x="0" y="0"/>
                </a:moveTo>
                <a:lnTo>
                  <a:pt x="0" y="876300"/>
                </a:lnTo>
              </a:path>
            </a:pathLst>
          </a:custGeom>
          <a:noFill xmlns:a="http://schemas.openxmlformats.org/drawingml/2006/main"/>
          <a:ln xmlns:a="http://schemas.openxmlformats.org/drawingml/2006/main" w="6668">
            <a:solidFill>
              <a:srgbClr val="304C68">
                <a:lumMod val="45000"/>
                <a:lumOff val="55000"/>
              </a:srgbClr>
            </a:solidFill>
            <a:prstDash val="solid"/>
          </a:ln>
        </p:spPr>
      </p:sp>
      <p:sp>
        <p:nvSpPr>
          <p:cNvPr id="140" name="path-979">
            <a:extLst xmlns:a="http://schemas.openxmlformats.org/drawingml/2006/main">
              <a:ext uri="{FF2B5EF4-FFF2-40B4-BE49-F238E27FC236}">
                <a16:creationId xmlns:a16="http://schemas.microsoft.com/office/drawing/2014/main" id="{4EAE072B-C220-44C1-A8D6-91A7BEBA6F61}"/>
              </a:ext>
            </a:extLst>
          </p:cNvPr>
          <p:cNvSpPr>
            <a:spLocks xmlns:a="http://schemas.openxmlformats.org/drawingml/2006/main" noGrp="1"/>
          </p:cNvSpPr>
          <p:nvPr/>
        </p:nvSpPr>
        <p:spPr>
          <a:xfrm xmlns:a="http://schemas.openxmlformats.org/drawingml/2006/main">
            <a:off x="11277600" y="3629025"/>
            <a:ext cx="953" cy="876300"/>
          </a:xfrm>
          <a:custGeom xmlns:a="http://schemas.openxmlformats.org/drawingml/2006/main">
            <a:pathLst>
              <a:path w="953" h="876300">
                <a:moveTo>
                  <a:pt x="0" y="0"/>
                </a:moveTo>
                <a:lnTo>
                  <a:pt x="0" y="876300"/>
                </a:lnTo>
              </a:path>
            </a:pathLst>
          </a:custGeom>
          <a:noFill xmlns:a="http://schemas.openxmlformats.org/drawingml/2006/main"/>
          <a:ln xmlns:a="http://schemas.openxmlformats.org/drawingml/2006/main" w="6668">
            <a:solidFill>
              <a:srgbClr val="304C68">
                <a:lumMod val="45000"/>
                <a:lumOff val="55000"/>
              </a:srgbClr>
            </a:solidFill>
            <a:prstDash val="solid"/>
          </a:ln>
        </p:spPr>
      </p:sp>
      <p:sp>
        <p:nvSpPr>
          <p:cNvPr id="141" name="path-980">
            <a:extLst xmlns:a="http://schemas.openxmlformats.org/drawingml/2006/main">
              <a:ext uri="{FF2B5EF4-FFF2-40B4-BE49-F238E27FC236}">
                <a16:creationId xmlns:a16="http://schemas.microsoft.com/office/drawing/2014/main" id="{45A422C2-8C2C-4205-8F13-7C73DB74B7F0}"/>
              </a:ext>
            </a:extLst>
          </p:cNvPr>
          <p:cNvSpPr>
            <a:spLocks xmlns:a="http://schemas.openxmlformats.org/drawingml/2006/main" noGrp="1"/>
          </p:cNvSpPr>
          <p:nvPr/>
        </p:nvSpPr>
        <p:spPr>
          <a:xfrm xmlns:a="http://schemas.openxmlformats.org/drawingml/2006/main">
            <a:off x="10477500" y="3848100"/>
            <a:ext cx="1066800" cy="953"/>
          </a:xfrm>
          <a:custGeom xmlns:a="http://schemas.openxmlformats.org/drawingml/2006/main">
            <a:pathLst>
              <a:path w="1066800" h="953">
                <a:moveTo>
                  <a:pt x="0" y="0"/>
                </a:moveTo>
                <a:lnTo>
                  <a:pt x="1066800" y="0"/>
                </a:lnTo>
              </a:path>
            </a:pathLst>
          </a:custGeom>
          <a:noFill xmlns:a="http://schemas.openxmlformats.org/drawingml/2006/main"/>
          <a:ln xmlns:a="http://schemas.openxmlformats.org/drawingml/2006/main" w="6668">
            <a:solidFill>
              <a:srgbClr val="304C68">
                <a:lumMod val="45000"/>
                <a:lumOff val="55000"/>
              </a:srgbClr>
            </a:solidFill>
            <a:prstDash val="solid"/>
          </a:ln>
        </p:spPr>
      </p:sp>
      <p:sp>
        <p:nvSpPr>
          <p:cNvPr id="142" name="path-981">
            <a:extLst xmlns:a="http://schemas.openxmlformats.org/drawingml/2006/main">
              <a:ext uri="{FF2B5EF4-FFF2-40B4-BE49-F238E27FC236}">
                <a16:creationId xmlns:a16="http://schemas.microsoft.com/office/drawing/2014/main" id="{DC3189E1-275C-490F-B34C-4061C75F92CC}"/>
              </a:ext>
            </a:extLst>
          </p:cNvPr>
          <p:cNvSpPr>
            <a:spLocks xmlns:a="http://schemas.openxmlformats.org/drawingml/2006/main" noGrp="1"/>
          </p:cNvSpPr>
          <p:nvPr/>
        </p:nvSpPr>
        <p:spPr>
          <a:xfrm xmlns:a="http://schemas.openxmlformats.org/drawingml/2006/main">
            <a:off x="10477500" y="4067175"/>
            <a:ext cx="1066800" cy="953"/>
          </a:xfrm>
          <a:custGeom xmlns:a="http://schemas.openxmlformats.org/drawingml/2006/main">
            <a:pathLst>
              <a:path w="1066800" h="953">
                <a:moveTo>
                  <a:pt x="0" y="0"/>
                </a:moveTo>
                <a:lnTo>
                  <a:pt x="1066800" y="0"/>
                </a:lnTo>
              </a:path>
            </a:pathLst>
          </a:custGeom>
          <a:noFill xmlns:a="http://schemas.openxmlformats.org/drawingml/2006/main"/>
          <a:ln xmlns:a="http://schemas.openxmlformats.org/drawingml/2006/main" w="6668">
            <a:solidFill>
              <a:srgbClr val="304C68">
                <a:lumMod val="45000"/>
                <a:lumOff val="55000"/>
              </a:srgbClr>
            </a:solidFill>
            <a:prstDash val="solid"/>
          </a:ln>
        </p:spPr>
      </p:sp>
      <p:sp>
        <p:nvSpPr>
          <p:cNvPr id="143" name="path-982">
            <a:extLst xmlns:a="http://schemas.openxmlformats.org/drawingml/2006/main">
              <a:ext uri="{FF2B5EF4-FFF2-40B4-BE49-F238E27FC236}">
                <a16:creationId xmlns:a16="http://schemas.microsoft.com/office/drawing/2014/main" id="{F4C6E80C-7C22-495D-B43A-58B4837CE815}"/>
              </a:ext>
            </a:extLst>
          </p:cNvPr>
          <p:cNvSpPr>
            <a:spLocks xmlns:a="http://schemas.openxmlformats.org/drawingml/2006/main" noGrp="1"/>
          </p:cNvSpPr>
          <p:nvPr/>
        </p:nvSpPr>
        <p:spPr>
          <a:xfrm xmlns:a="http://schemas.openxmlformats.org/drawingml/2006/main">
            <a:off x="10477500" y="4286250"/>
            <a:ext cx="1066800" cy="953"/>
          </a:xfrm>
          <a:custGeom xmlns:a="http://schemas.openxmlformats.org/drawingml/2006/main">
            <a:pathLst>
              <a:path w="1066800" h="953">
                <a:moveTo>
                  <a:pt x="0" y="0"/>
                </a:moveTo>
                <a:lnTo>
                  <a:pt x="1066800" y="0"/>
                </a:lnTo>
              </a:path>
            </a:pathLst>
          </a:custGeom>
          <a:noFill xmlns:a="http://schemas.openxmlformats.org/drawingml/2006/main"/>
          <a:ln xmlns:a="http://schemas.openxmlformats.org/drawingml/2006/main" w="6668">
            <a:solidFill>
              <a:srgbClr val="304C68">
                <a:lumMod val="45000"/>
                <a:lumOff val="55000"/>
              </a:srgbClr>
            </a:solidFill>
            <a:prstDash val="solid"/>
          </a:ln>
        </p:spPr>
      </p:sp>
      <p:sp>
        <p:nvSpPr>
          <p:cNvPr id="144" name="label-983">
            <a:extLst xmlns:a="http://schemas.openxmlformats.org/drawingml/2006/main">
              <a:ext uri="{FF2B5EF4-FFF2-40B4-BE49-F238E27FC236}">
                <a16:creationId xmlns:a16="http://schemas.microsoft.com/office/drawing/2014/main" id="{9065C1B0-38B5-4177-9776-7BD7CEF0F1D0}"/>
              </a:ext>
            </a:extLst>
          </p:cNvPr>
          <p:cNvSpPr>
            <a:spLocks xmlns:a="http://schemas.openxmlformats.org/drawingml/2006/main" noGrp="1"/>
          </p:cNvSpPr>
          <p:nvPr/>
        </p:nvSpPr>
        <p:spPr>
          <a:xfrm xmlns:a="http://schemas.openxmlformats.org/drawingml/2006/main">
            <a:off x="10515600" y="3705225"/>
            <a:ext cx="9906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304C68"/>
                </a:solidFill>
                <a:latin typeface="DejaVu Sans"/>
                <a:ea typeface="DejaVu Sans"/>
                <a:cs typeface="DejaVu Sans"/>
              </a:defRPr>
            </a:defPPr>
            <a:lvl1pPr algn="ctr">
              <a:defRPr sz="1725" b="1">
                <a:solidFill>
                  <a:srgbClr val="304C68"/>
                </a:solidFill>
                <a:latin typeface="DejaVu Sans"/>
                <a:ea typeface="DejaVu Sans"/>
                <a:cs typeface="DejaVu Sans"/>
              </a:defRPr>
            </a:lvl1pPr>
            <a:lvl2pPr algn="ctr">
              <a:defRPr sz="1725" b="1">
                <a:solidFill>
                  <a:srgbClr val="304C68"/>
                </a:solidFill>
                <a:latin typeface="DejaVu Sans"/>
                <a:ea typeface="DejaVu Sans"/>
                <a:cs typeface="DejaVu Sans"/>
              </a:defRPr>
            </a:lvl2pPr>
            <a:lvl3pPr algn="ctr">
              <a:defRPr sz="1725" b="1">
                <a:solidFill>
                  <a:srgbClr val="304C68"/>
                </a:solidFill>
                <a:latin typeface="DejaVu Sans"/>
                <a:ea typeface="DejaVu Sans"/>
                <a:cs typeface="DejaVu Sans"/>
              </a:defRPr>
            </a:lvl3pPr>
            <a:lvl4pPr algn="ctr">
              <a:defRPr sz="1725" b="1">
                <a:solidFill>
                  <a:srgbClr val="304C68"/>
                </a:solidFill>
                <a:latin typeface="DejaVu Sans"/>
                <a:ea typeface="DejaVu Sans"/>
                <a:cs typeface="DejaVu Sans"/>
              </a:defRPr>
            </a:lvl4pPr>
            <a:lvl5pPr algn="ctr">
              <a:defRPr sz="1725" b="1">
                <a:solidFill>
                  <a:srgbClr val="304C68"/>
                </a:solidFill>
                <a:latin typeface="DejaVu Sans"/>
                <a:ea typeface="DejaVu Sans"/>
                <a:cs typeface="DejaVu Sans"/>
              </a:defRPr>
            </a:lvl5pPr>
            <a:lvl6pPr algn="ctr">
              <a:defRPr sz="1725" b="1">
                <a:solidFill>
                  <a:srgbClr val="304C68"/>
                </a:solidFill>
                <a:latin typeface="DejaVu Sans"/>
                <a:ea typeface="DejaVu Sans"/>
                <a:cs typeface="DejaVu Sans"/>
              </a:defRPr>
            </a:lvl6pPr>
            <a:lvl7pPr algn="ctr">
              <a:defRPr sz="1725" b="1">
                <a:solidFill>
                  <a:srgbClr val="304C68"/>
                </a:solidFill>
                <a:latin typeface="DejaVu Sans"/>
                <a:ea typeface="DejaVu Sans"/>
                <a:cs typeface="DejaVu Sans"/>
              </a:defRPr>
            </a:lvl7pPr>
            <a:lvl8pPr algn="ctr">
              <a:defRPr sz="1725" b="1">
                <a:solidFill>
                  <a:srgbClr val="304C68"/>
                </a:solidFill>
                <a:latin typeface="DejaVu Sans"/>
                <a:ea typeface="DejaVu Sans"/>
                <a:cs typeface="DejaVu Sans"/>
              </a:defRPr>
            </a:lvl8pPr>
            <a:lvl9pPr algn="ctr">
              <a:defRPr sz="1725" b="1">
                <a:solidFill>
                  <a:srgbClr val="304C68"/>
                </a:solidFill>
                <a:latin typeface="DejaVu Sans"/>
                <a:ea typeface="DejaVu Sans"/>
                <a:cs typeface="DejaVu Sans"/>
              </a:defRPr>
            </a:lvl9pPr>
          </a:lstStyle>
          <a:p xmlns:a="http://schemas.openxmlformats.org/drawingml/2006/main">
            <a:pPr algn="ctr">
              <a:defRPr sz="1725" b="1">
                <a:solidFill>
                  <a:srgbClr val="304C68"/>
                </a:solidFill>
                <a:latin typeface="DejaVu Sans"/>
                <a:ea typeface="DejaVu Sans"/>
                <a:cs typeface="DejaVu Sans"/>
              </a:defRPr>
            </a:pPr>
            <a:r>
              <a:rPr sz="1725" b="1">
                <a:solidFill>
                  <a:srgbClr val="304C68"/>
                </a:solidFill>
                <a:latin typeface="DejaVu Sans"/>
                <a:ea typeface="DejaVu Sans"/>
                <a:cs typeface="DejaVu Sans"/>
              </a:rPr>
              <a:t>Queries</a:t>
            </a:r>
          </a:p>
        </p:txBody>
      </p:sp>
      <p:sp>
        <p:nvSpPr>
          <p:cNvPr id="145" name="label-984">
            <a:extLst xmlns:a="http://schemas.openxmlformats.org/drawingml/2006/main">
              <a:ext uri="{FF2B5EF4-FFF2-40B4-BE49-F238E27FC236}">
                <a16:creationId xmlns:a16="http://schemas.microsoft.com/office/drawing/2014/main" id="{31924291-FB04-4673-9B2D-0061D0955C8B}"/>
              </a:ext>
            </a:extLst>
          </p:cNvPr>
          <p:cNvSpPr>
            <a:spLocks xmlns:a="http://schemas.openxmlformats.org/drawingml/2006/main" noGrp="1"/>
          </p:cNvSpPr>
          <p:nvPr/>
        </p:nvSpPr>
        <p:spPr>
          <a:xfrm xmlns:a="http://schemas.openxmlformats.org/drawingml/2006/main">
            <a:off x="10287000" y="4638675"/>
            <a:ext cx="14478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500" b="0">
                <a:solidFill>
                  <a:srgbClr val="304C68"/>
                </a:solidFill>
                <a:latin typeface="DejaVu Sans"/>
                <a:ea typeface="DejaVu Sans"/>
                <a:cs typeface="DejaVu Sans"/>
              </a:defRPr>
            </a:defPPr>
            <a:lvl1pPr algn="ctr">
              <a:defRPr sz="1500" b="0">
                <a:solidFill>
                  <a:srgbClr val="304C68"/>
                </a:solidFill>
                <a:latin typeface="DejaVu Sans"/>
                <a:ea typeface="DejaVu Sans"/>
                <a:cs typeface="DejaVu Sans"/>
              </a:defRPr>
            </a:lvl1pPr>
            <a:lvl2pPr algn="ctr">
              <a:defRPr sz="1500" b="0">
                <a:solidFill>
                  <a:srgbClr val="304C68"/>
                </a:solidFill>
                <a:latin typeface="DejaVu Sans"/>
                <a:ea typeface="DejaVu Sans"/>
                <a:cs typeface="DejaVu Sans"/>
              </a:defRPr>
            </a:lvl2pPr>
            <a:lvl3pPr algn="ctr">
              <a:defRPr sz="1500" b="0">
                <a:solidFill>
                  <a:srgbClr val="304C68"/>
                </a:solidFill>
                <a:latin typeface="DejaVu Sans"/>
                <a:ea typeface="DejaVu Sans"/>
                <a:cs typeface="DejaVu Sans"/>
              </a:defRPr>
            </a:lvl3pPr>
            <a:lvl4pPr algn="ctr">
              <a:defRPr sz="1500" b="0">
                <a:solidFill>
                  <a:srgbClr val="304C68"/>
                </a:solidFill>
                <a:latin typeface="DejaVu Sans"/>
                <a:ea typeface="DejaVu Sans"/>
                <a:cs typeface="DejaVu Sans"/>
              </a:defRPr>
            </a:lvl4pPr>
            <a:lvl5pPr algn="ctr">
              <a:defRPr sz="1500" b="0">
                <a:solidFill>
                  <a:srgbClr val="304C68"/>
                </a:solidFill>
                <a:latin typeface="DejaVu Sans"/>
                <a:ea typeface="DejaVu Sans"/>
                <a:cs typeface="DejaVu Sans"/>
              </a:defRPr>
            </a:lvl5pPr>
            <a:lvl6pPr algn="ctr">
              <a:defRPr sz="1500" b="0">
                <a:solidFill>
                  <a:srgbClr val="304C68"/>
                </a:solidFill>
                <a:latin typeface="DejaVu Sans"/>
                <a:ea typeface="DejaVu Sans"/>
                <a:cs typeface="DejaVu Sans"/>
              </a:defRPr>
            </a:lvl6pPr>
            <a:lvl7pPr algn="ctr">
              <a:defRPr sz="1500" b="0">
                <a:solidFill>
                  <a:srgbClr val="304C68"/>
                </a:solidFill>
                <a:latin typeface="DejaVu Sans"/>
                <a:ea typeface="DejaVu Sans"/>
                <a:cs typeface="DejaVu Sans"/>
              </a:defRPr>
            </a:lvl7pPr>
            <a:lvl8pPr algn="ctr">
              <a:defRPr sz="1500" b="0">
                <a:solidFill>
                  <a:srgbClr val="304C68"/>
                </a:solidFill>
                <a:latin typeface="DejaVu Sans"/>
                <a:ea typeface="DejaVu Sans"/>
                <a:cs typeface="DejaVu Sans"/>
              </a:defRPr>
            </a:lvl8pPr>
            <a:lvl9pPr algn="ctr">
              <a:defRPr sz="1500" b="0">
                <a:solidFill>
                  <a:srgbClr val="304C68"/>
                </a:solidFill>
                <a:latin typeface="DejaVu Sans"/>
                <a:ea typeface="DejaVu Sans"/>
                <a:cs typeface="DejaVu Sans"/>
              </a:defRPr>
            </a:lvl9pPr>
          </a:lstStyle>
          <a:p xmlns:a="http://schemas.openxmlformats.org/drawingml/2006/main">
            <a:pPr algn="ctr">
              <a:defRPr sz="1500" b="0">
                <a:solidFill>
                  <a:srgbClr val="304C68"/>
                </a:solidFill>
                <a:latin typeface="DejaVu Sans"/>
                <a:ea typeface="DejaVu Sans"/>
                <a:cs typeface="DejaVu Sans"/>
              </a:defRPr>
            </a:pPr>
            <a:r>
              <a:rPr sz="1500" b="0">
                <a:solidFill>
                  <a:srgbClr val="304C68"/>
                </a:solidFill>
                <a:latin typeface="DejaVu Sans"/>
                <a:ea typeface="DejaVu Sans"/>
                <a:cs typeface="DejaVu Sans"/>
              </a:rPr>
              <a:t>128 × 200</a:t>
            </a:r>
          </a:p>
        </p:txBody>
      </p:sp>
      <p:sp>
        <p:nvSpPr>
          <p:cNvPr id="146" name="path-985">
            <a:extLst xmlns:a="http://schemas.openxmlformats.org/drawingml/2006/main">
              <a:ext uri="{FF2B5EF4-FFF2-40B4-BE49-F238E27FC236}">
                <a16:creationId xmlns:a16="http://schemas.microsoft.com/office/drawing/2014/main" id="{DDF4049A-523D-42A1-95B1-5143D9484BF8}"/>
              </a:ext>
            </a:extLst>
          </p:cNvPr>
          <p:cNvSpPr>
            <a:spLocks xmlns:a="http://schemas.openxmlformats.org/drawingml/2006/main" noGrp="1"/>
          </p:cNvSpPr>
          <p:nvPr/>
        </p:nvSpPr>
        <p:spPr>
          <a:xfrm xmlns:a="http://schemas.openxmlformats.org/drawingml/2006/main">
            <a:off x="9715500" y="4057650"/>
            <a:ext cx="714375" cy="953"/>
          </a:xfrm>
          <a:custGeom xmlns:a="http://schemas.openxmlformats.org/drawingml/2006/main">
            <a:pathLst>
              <a:path w="714375" h="953">
                <a:moveTo>
                  <a:pt x="0" y="0"/>
                </a:moveTo>
                <a:lnTo>
                  <a:pt x="714375" y="0"/>
                </a:lnTo>
              </a:path>
            </a:pathLst>
          </a:custGeom>
          <a:noFill xmlns:a="http://schemas.openxmlformats.org/drawingml/2006/main"/>
          <a:ln xmlns:a="http://schemas.openxmlformats.org/drawingml/2006/main" w="22860">
            <a:solidFill>
              <a:srgbClr val="304C68"/>
            </a:solidFill>
            <a:prstDash val="solid"/>
          </a:ln>
        </p:spPr>
      </p:sp>
      <p:sp>
        <p:nvSpPr>
          <p:cNvPr id="147" name="path-986">
            <a:extLst xmlns:a="http://schemas.openxmlformats.org/drawingml/2006/main">
              <a:ext uri="{FF2B5EF4-FFF2-40B4-BE49-F238E27FC236}">
                <a16:creationId xmlns:a16="http://schemas.microsoft.com/office/drawing/2014/main" id="{6379F4E7-A419-438B-8204-D9F5500AB936}"/>
              </a:ext>
            </a:extLst>
          </p:cNvPr>
          <p:cNvSpPr>
            <a:spLocks xmlns:a="http://schemas.openxmlformats.org/drawingml/2006/main" noGrp="1"/>
          </p:cNvSpPr>
          <p:nvPr/>
        </p:nvSpPr>
        <p:spPr>
          <a:xfrm xmlns:a="http://schemas.openxmlformats.org/drawingml/2006/main">
            <a:off x="10334625" y="4013835"/>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304C68"/>
          </a:solidFill>
          <a:ln xmlns:a="http://schemas.openxmlformats.org/drawingml/2006/main" w="0">
            <a:solidFill>
              <a:srgbClr val="304C68"/>
            </a:solidFill>
            <a:prstDash val="solid"/>
          </a:ln>
        </p:spPr>
      </p:sp>
      <p:sp>
        <p:nvSpPr>
          <p:cNvPr id="148" name="path-987">
            <a:extLst xmlns:a="http://schemas.openxmlformats.org/drawingml/2006/main">
              <a:ext uri="{FF2B5EF4-FFF2-40B4-BE49-F238E27FC236}">
                <a16:creationId xmlns:a16="http://schemas.microsoft.com/office/drawing/2014/main" id="{9509C7D5-15F7-4477-8480-B8C9332ACA93}"/>
              </a:ext>
            </a:extLst>
          </p:cNvPr>
          <p:cNvSpPr>
            <a:spLocks xmlns:a="http://schemas.openxmlformats.org/drawingml/2006/main" noGrp="1"/>
          </p:cNvSpPr>
          <p:nvPr/>
        </p:nvSpPr>
        <p:spPr>
          <a:xfrm xmlns:a="http://schemas.openxmlformats.org/drawingml/2006/main">
            <a:off x="533400" y="6019800"/>
            <a:ext cx="11125200" cy="953"/>
          </a:xfrm>
          <a:custGeom xmlns:a="http://schemas.openxmlformats.org/drawingml/2006/main">
            <a:pathLst>
              <a:path w="11125200" h="953">
                <a:moveTo>
                  <a:pt x="0" y="0"/>
                </a:moveTo>
                <a:lnTo>
                  <a:pt x="11125200" y="0"/>
                </a:lnTo>
              </a:path>
            </a:pathLst>
          </a:custGeom>
          <a:noFill xmlns:a="http://schemas.openxmlformats.org/drawingml/2006/main"/>
          <a:ln xmlns:a="http://schemas.openxmlformats.org/drawingml/2006/main" w="9525">
            <a:solidFill>
              <a:srgbClr val="CFD7E2"/>
            </a:solidFill>
            <a:prstDash val="solid"/>
          </a:ln>
        </p:spPr>
      </p:sp>
      <p:sp>
        <p:nvSpPr>
          <p:cNvPr id="149" name="label-988">
            <a:extLst xmlns:a="http://schemas.openxmlformats.org/drawingml/2006/main">
              <a:ext uri="{FF2B5EF4-FFF2-40B4-BE49-F238E27FC236}">
                <a16:creationId xmlns:a16="http://schemas.microsoft.com/office/drawing/2014/main" id="{58915227-F87B-4A95-9E99-F5D8DEC42FCE}"/>
              </a:ext>
            </a:extLst>
          </p:cNvPr>
          <p:cNvSpPr>
            <a:spLocks xmlns:a="http://schemas.openxmlformats.org/drawingml/2006/main" noGrp="1"/>
          </p:cNvSpPr>
          <p:nvPr/>
        </p:nvSpPr>
        <p:spPr>
          <a:xfrm xmlns:a="http://schemas.openxmlformats.org/drawingml/2006/main">
            <a:off x="533400" y="6181725"/>
            <a:ext cx="10334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6253B"/>
                </a:solidFill>
                <a:latin typeface="DejaVu Sans"/>
                <a:ea typeface="DejaVu Sans"/>
                <a:cs typeface="DejaVu Sans"/>
              </a:defRPr>
            </a:defPPr>
            <a:lvl1pPr algn="l">
              <a:defRPr sz="1725" b="0">
                <a:solidFill>
                  <a:srgbClr val="16253B"/>
                </a:solidFill>
                <a:latin typeface="DejaVu Sans"/>
                <a:ea typeface="DejaVu Sans"/>
                <a:cs typeface="DejaVu Sans"/>
              </a:defRPr>
            </a:lvl1pPr>
            <a:lvl2pPr algn="l">
              <a:defRPr sz="1725" b="0">
                <a:solidFill>
                  <a:srgbClr val="16253B"/>
                </a:solidFill>
                <a:latin typeface="DejaVu Sans"/>
                <a:ea typeface="DejaVu Sans"/>
                <a:cs typeface="DejaVu Sans"/>
              </a:defRPr>
            </a:lvl2pPr>
            <a:lvl3pPr algn="l">
              <a:defRPr sz="1725" b="0">
                <a:solidFill>
                  <a:srgbClr val="16253B"/>
                </a:solidFill>
                <a:latin typeface="DejaVu Sans"/>
                <a:ea typeface="DejaVu Sans"/>
                <a:cs typeface="DejaVu Sans"/>
              </a:defRPr>
            </a:lvl3pPr>
            <a:lvl4pPr algn="l">
              <a:defRPr sz="1725" b="0">
                <a:solidFill>
                  <a:srgbClr val="16253B"/>
                </a:solidFill>
                <a:latin typeface="DejaVu Sans"/>
                <a:ea typeface="DejaVu Sans"/>
                <a:cs typeface="DejaVu Sans"/>
              </a:defRPr>
            </a:lvl4pPr>
            <a:lvl5pPr algn="l">
              <a:defRPr sz="1725" b="0">
                <a:solidFill>
                  <a:srgbClr val="16253B"/>
                </a:solidFill>
                <a:latin typeface="DejaVu Sans"/>
                <a:ea typeface="DejaVu Sans"/>
                <a:cs typeface="DejaVu Sans"/>
              </a:defRPr>
            </a:lvl5pPr>
            <a:lvl6pPr algn="l">
              <a:defRPr sz="1725" b="0">
                <a:solidFill>
                  <a:srgbClr val="16253B"/>
                </a:solidFill>
                <a:latin typeface="DejaVu Sans"/>
                <a:ea typeface="DejaVu Sans"/>
                <a:cs typeface="DejaVu Sans"/>
              </a:defRPr>
            </a:lvl6pPr>
            <a:lvl7pPr algn="l">
              <a:defRPr sz="1725" b="0">
                <a:solidFill>
                  <a:srgbClr val="16253B"/>
                </a:solidFill>
                <a:latin typeface="DejaVu Sans"/>
                <a:ea typeface="DejaVu Sans"/>
                <a:cs typeface="DejaVu Sans"/>
              </a:defRPr>
            </a:lvl7pPr>
            <a:lvl8pPr algn="l">
              <a:defRPr sz="1725" b="0">
                <a:solidFill>
                  <a:srgbClr val="16253B"/>
                </a:solidFill>
                <a:latin typeface="DejaVu Sans"/>
                <a:ea typeface="DejaVu Sans"/>
                <a:cs typeface="DejaVu Sans"/>
              </a:defRPr>
            </a:lvl8pPr>
            <a:lvl9pPr algn="l">
              <a:defRPr sz="1725" b="0">
                <a:solidFill>
                  <a:srgbClr val="16253B"/>
                </a:solidFill>
                <a:latin typeface="DejaVu Sans"/>
                <a:ea typeface="DejaVu Sans"/>
                <a:cs typeface="DejaVu Sans"/>
              </a:defRPr>
            </a:lvl9pPr>
          </a:lstStyle>
          <a:p xmlns:a="http://schemas.openxmlformats.org/drawingml/2006/main">
            <a:pPr algn="l">
              <a:defRPr sz="1725" b="0">
                <a:solidFill>
                  <a:srgbClr val="16253B"/>
                </a:solidFill>
                <a:latin typeface="DejaVu Sans"/>
                <a:ea typeface="DejaVu Sans"/>
                <a:cs typeface="DejaVu Sans"/>
              </a:defRPr>
            </a:pPr>
            <a:r>
              <a:rPr sz="1725" b="0">
                <a:solidFill>
                  <a:srgbClr val="16253B"/>
                </a:solidFill>
                <a:latin typeface="DejaVu Sans"/>
                <a:ea typeface="DejaVu Sans"/>
                <a:cs typeface="DejaVu Sans"/>
              </a:rPr>
              <a:t>A peak location, its BEV feature and a class embedding initialize each query.</a:t>
            </a:r>
          </a:p>
        </p:txBody>
      </p:sp>
    </p:spTree>
    <p:extLst>
      <p:ext uri="{BB962C8B-B14F-4D97-AF65-F5344CB8AC3E}">
        <p14:creationId xmlns:p14="http://schemas.microsoft.com/office/powerpoint/2010/main" val="217639320"/>
      </p:ext>
    </p:extLst>
  </p:cSld>
</p:sld>
</file>

<file path=ppt/slides/slide11.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41" name="slide-title">
            <a:extLst xmlns:a="http://schemas.openxmlformats.org/drawingml/2006/main">
              <a:ext uri="{FF2B5EF4-FFF2-40B4-BE49-F238E27FC236}">
                <a16:creationId xmlns:a16="http://schemas.microsoft.com/office/drawing/2014/main" id="{1A9D29C4-B679-45F7-95B9-A446D5278D2F}"/>
              </a:ext>
            </a:extLst>
          </p:cNvPr>
          <p:cNvSpPr>
            <a:spLocks xmlns:a="http://schemas.openxmlformats.org/drawingml/2006/main" noGrp="1"/>
          </p:cNvSpPr>
          <p:nvPr/>
        </p:nvSpPr>
        <p:spPr>
          <a:xfrm xmlns:a="http://schemas.openxmlformats.org/drawingml/2006/main">
            <a:off x="533400" y="361950"/>
            <a:ext cx="1112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6253B"/>
                </a:solidFill>
                <a:latin typeface="DejaVu Sans"/>
                <a:ea typeface="DejaVu Sans"/>
                <a:cs typeface="DejaVu Sans"/>
              </a:defRPr>
            </a:defPPr>
            <a:lvl1pPr algn="l">
              <a:defRPr sz="3300" b="1">
                <a:solidFill>
                  <a:srgbClr val="16253B"/>
                </a:solidFill>
                <a:latin typeface="DejaVu Sans"/>
                <a:ea typeface="DejaVu Sans"/>
                <a:cs typeface="DejaVu Sans"/>
              </a:defRPr>
            </a:lvl1pPr>
            <a:lvl2pPr algn="l">
              <a:defRPr sz="3300" b="1">
                <a:solidFill>
                  <a:srgbClr val="16253B"/>
                </a:solidFill>
                <a:latin typeface="DejaVu Sans"/>
                <a:ea typeface="DejaVu Sans"/>
                <a:cs typeface="DejaVu Sans"/>
              </a:defRPr>
            </a:lvl2pPr>
            <a:lvl3pPr algn="l">
              <a:defRPr sz="3300" b="1">
                <a:solidFill>
                  <a:srgbClr val="16253B"/>
                </a:solidFill>
                <a:latin typeface="DejaVu Sans"/>
                <a:ea typeface="DejaVu Sans"/>
                <a:cs typeface="DejaVu Sans"/>
              </a:defRPr>
            </a:lvl3pPr>
            <a:lvl4pPr algn="l">
              <a:defRPr sz="3300" b="1">
                <a:solidFill>
                  <a:srgbClr val="16253B"/>
                </a:solidFill>
                <a:latin typeface="DejaVu Sans"/>
                <a:ea typeface="DejaVu Sans"/>
                <a:cs typeface="DejaVu Sans"/>
              </a:defRPr>
            </a:lvl4pPr>
            <a:lvl5pPr algn="l">
              <a:defRPr sz="3300" b="1">
                <a:solidFill>
                  <a:srgbClr val="16253B"/>
                </a:solidFill>
                <a:latin typeface="DejaVu Sans"/>
                <a:ea typeface="DejaVu Sans"/>
                <a:cs typeface="DejaVu Sans"/>
              </a:defRPr>
            </a:lvl5pPr>
            <a:lvl6pPr algn="l">
              <a:defRPr sz="3300" b="1">
                <a:solidFill>
                  <a:srgbClr val="16253B"/>
                </a:solidFill>
                <a:latin typeface="DejaVu Sans"/>
                <a:ea typeface="DejaVu Sans"/>
                <a:cs typeface="DejaVu Sans"/>
              </a:defRPr>
            </a:lvl6pPr>
            <a:lvl7pPr algn="l">
              <a:defRPr sz="3300" b="1">
                <a:solidFill>
                  <a:srgbClr val="16253B"/>
                </a:solidFill>
                <a:latin typeface="DejaVu Sans"/>
                <a:ea typeface="DejaVu Sans"/>
                <a:cs typeface="DejaVu Sans"/>
              </a:defRPr>
            </a:lvl7pPr>
            <a:lvl8pPr algn="l">
              <a:defRPr sz="3300" b="1">
                <a:solidFill>
                  <a:srgbClr val="16253B"/>
                </a:solidFill>
                <a:latin typeface="DejaVu Sans"/>
                <a:ea typeface="DejaVu Sans"/>
                <a:cs typeface="DejaVu Sans"/>
              </a:defRPr>
            </a:lvl8pPr>
            <a:lvl9pPr algn="l">
              <a:defRPr sz="3300" b="1">
                <a:solidFill>
                  <a:srgbClr val="16253B"/>
                </a:solidFill>
                <a:latin typeface="DejaVu Sans"/>
                <a:ea typeface="DejaVu Sans"/>
                <a:cs typeface="DejaVu Sans"/>
              </a:defRPr>
            </a:lvl9pPr>
          </a:lstStyle>
          <a:p xmlns:a="http://schemas.openxmlformats.org/drawingml/2006/main">
            <a:pPr algn="l">
              <a:defRPr sz="3300" b="1">
                <a:solidFill>
                  <a:srgbClr val="16253B"/>
                </a:solidFill>
                <a:latin typeface="DejaVu Sans"/>
                <a:ea typeface="DejaVu Sans"/>
                <a:cs typeface="DejaVu Sans"/>
              </a:defRPr>
            </a:pPr>
            <a:r>
              <a:rPr sz="3300" b="1">
                <a:solidFill>
                  <a:srgbClr val="16253B"/>
                </a:solidFill>
                <a:latin typeface="DejaVu Sans"/>
                <a:ea typeface="DejaVu Sans"/>
                <a:cs typeface="DejaVu Sans"/>
              </a:rPr>
              <a:t>Each query attends to the entire BEV map</a:t>
            </a:r>
          </a:p>
        </p:txBody>
      </p:sp>
      <p:sp>
        <p:nvSpPr>
          <p:cNvPr id="2" name="label-989">
            <a:extLst xmlns:a="http://schemas.openxmlformats.org/drawingml/2006/main">
              <a:ext uri="{FF2B5EF4-FFF2-40B4-BE49-F238E27FC236}">
                <a16:creationId xmlns:a16="http://schemas.microsoft.com/office/drawing/2014/main" id="{82C5FCE1-3992-4CEB-B8AB-FAE6E43BD394}"/>
              </a:ext>
            </a:extLst>
          </p:cNvPr>
          <p:cNvSpPr>
            <a:spLocks xmlns:a="http://schemas.openxmlformats.org/drawingml/2006/main" noGrp="1"/>
          </p:cNvSpPr>
          <p:nvPr/>
        </p:nvSpPr>
        <p:spPr>
          <a:xfrm xmlns:a="http://schemas.openxmlformats.org/drawingml/2006/main">
            <a:off x="11144250" y="64674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77C"/>
                </a:solidFill>
                <a:latin typeface="DejaVu Sans"/>
                <a:ea typeface="DejaVu Sans"/>
                <a:cs typeface="DejaVu Sans"/>
              </a:defRPr>
            </a:defPPr>
            <a:lvl1pPr algn="r">
              <a:defRPr sz="1200" b="0">
                <a:solidFill>
                  <a:srgbClr val="58677C"/>
                </a:solidFill>
                <a:latin typeface="DejaVu Sans"/>
                <a:ea typeface="DejaVu Sans"/>
                <a:cs typeface="DejaVu Sans"/>
              </a:defRPr>
            </a:lvl1pPr>
            <a:lvl2pPr algn="r">
              <a:defRPr sz="1200" b="0">
                <a:solidFill>
                  <a:srgbClr val="58677C"/>
                </a:solidFill>
                <a:latin typeface="DejaVu Sans"/>
                <a:ea typeface="DejaVu Sans"/>
                <a:cs typeface="DejaVu Sans"/>
              </a:defRPr>
            </a:lvl2pPr>
            <a:lvl3pPr algn="r">
              <a:defRPr sz="1200" b="0">
                <a:solidFill>
                  <a:srgbClr val="58677C"/>
                </a:solidFill>
                <a:latin typeface="DejaVu Sans"/>
                <a:ea typeface="DejaVu Sans"/>
                <a:cs typeface="DejaVu Sans"/>
              </a:defRPr>
            </a:lvl3pPr>
            <a:lvl4pPr algn="r">
              <a:defRPr sz="1200" b="0">
                <a:solidFill>
                  <a:srgbClr val="58677C"/>
                </a:solidFill>
                <a:latin typeface="DejaVu Sans"/>
                <a:ea typeface="DejaVu Sans"/>
                <a:cs typeface="DejaVu Sans"/>
              </a:defRPr>
            </a:lvl4pPr>
            <a:lvl5pPr algn="r">
              <a:defRPr sz="1200" b="0">
                <a:solidFill>
                  <a:srgbClr val="58677C"/>
                </a:solidFill>
                <a:latin typeface="DejaVu Sans"/>
                <a:ea typeface="DejaVu Sans"/>
                <a:cs typeface="DejaVu Sans"/>
              </a:defRPr>
            </a:lvl5pPr>
            <a:lvl6pPr algn="r">
              <a:defRPr sz="1200" b="0">
                <a:solidFill>
                  <a:srgbClr val="58677C"/>
                </a:solidFill>
                <a:latin typeface="DejaVu Sans"/>
                <a:ea typeface="DejaVu Sans"/>
                <a:cs typeface="DejaVu Sans"/>
              </a:defRPr>
            </a:lvl6pPr>
            <a:lvl7pPr algn="r">
              <a:defRPr sz="1200" b="0">
                <a:solidFill>
                  <a:srgbClr val="58677C"/>
                </a:solidFill>
                <a:latin typeface="DejaVu Sans"/>
                <a:ea typeface="DejaVu Sans"/>
                <a:cs typeface="DejaVu Sans"/>
              </a:defRPr>
            </a:lvl7pPr>
            <a:lvl8pPr algn="r">
              <a:defRPr sz="1200" b="0">
                <a:solidFill>
                  <a:srgbClr val="58677C"/>
                </a:solidFill>
                <a:latin typeface="DejaVu Sans"/>
                <a:ea typeface="DejaVu Sans"/>
                <a:cs typeface="DejaVu Sans"/>
              </a:defRPr>
            </a:lvl8pPr>
            <a:lvl9pPr algn="r">
              <a:defRPr sz="1200" b="0">
                <a:solidFill>
                  <a:srgbClr val="58677C"/>
                </a:solidFill>
                <a:latin typeface="DejaVu Sans"/>
                <a:ea typeface="DejaVu Sans"/>
                <a:cs typeface="DejaVu Sans"/>
              </a:defRPr>
            </a:lvl9pPr>
          </a:lstStyle>
          <a:p xmlns:a="http://schemas.openxmlformats.org/drawingml/2006/main">
            <a:pPr algn="r">
              <a:defRPr sz="1200" b="0">
                <a:solidFill>
                  <a:srgbClr val="58677C"/>
                </a:solidFill>
                <a:latin typeface="DejaVu Sans"/>
                <a:ea typeface="DejaVu Sans"/>
                <a:cs typeface="DejaVu Sans"/>
              </a:defRPr>
            </a:pPr>
            <a:r>
              <a:rPr sz="1200" b="0">
                <a:solidFill>
                  <a:srgbClr val="58677C"/>
                </a:solidFill>
                <a:latin typeface="DejaVu Sans"/>
                <a:ea typeface="DejaVu Sans"/>
                <a:cs typeface="DejaVu Sans"/>
              </a:rPr>
              <a:t>11</a:t>
            </a:r>
          </a:p>
        </p:txBody>
      </p:sp>
      <p:sp>
        <p:nvSpPr>
          <p:cNvPr id="3" name="label-990">
            <a:extLst xmlns:a="http://schemas.openxmlformats.org/drawingml/2006/main">
              <a:ext uri="{FF2B5EF4-FFF2-40B4-BE49-F238E27FC236}">
                <a16:creationId xmlns:a16="http://schemas.microsoft.com/office/drawing/2014/main" id="{3CE0410D-7772-4294-90D2-B0A99ECBEB23}"/>
              </a:ext>
            </a:extLst>
          </p:cNvPr>
          <p:cNvSpPr>
            <a:spLocks xmlns:a="http://schemas.openxmlformats.org/drawingml/2006/main" noGrp="1"/>
          </p:cNvSpPr>
          <p:nvPr/>
        </p:nvSpPr>
        <p:spPr>
          <a:xfrm xmlns:a="http://schemas.openxmlformats.org/drawingml/2006/main">
            <a:off x="533400" y="1343025"/>
            <a:ext cx="7048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304C68"/>
                </a:solidFill>
                <a:latin typeface="DejaVu Sans"/>
                <a:ea typeface="DejaVu Sans"/>
                <a:cs typeface="DejaVu Sans"/>
              </a:defRPr>
            </a:defPPr>
            <a:lvl1pPr algn="l">
              <a:defRPr sz="2175" b="1">
                <a:solidFill>
                  <a:srgbClr val="304C68"/>
                </a:solidFill>
                <a:latin typeface="DejaVu Sans"/>
                <a:ea typeface="DejaVu Sans"/>
                <a:cs typeface="DejaVu Sans"/>
              </a:defRPr>
            </a:lvl1pPr>
            <a:lvl2pPr algn="l">
              <a:defRPr sz="2175" b="1">
                <a:solidFill>
                  <a:srgbClr val="304C68"/>
                </a:solidFill>
                <a:latin typeface="DejaVu Sans"/>
                <a:ea typeface="DejaVu Sans"/>
                <a:cs typeface="DejaVu Sans"/>
              </a:defRPr>
            </a:lvl2pPr>
            <a:lvl3pPr algn="l">
              <a:defRPr sz="2175" b="1">
                <a:solidFill>
                  <a:srgbClr val="304C68"/>
                </a:solidFill>
                <a:latin typeface="DejaVu Sans"/>
                <a:ea typeface="DejaVu Sans"/>
                <a:cs typeface="DejaVu Sans"/>
              </a:defRPr>
            </a:lvl3pPr>
            <a:lvl4pPr algn="l">
              <a:defRPr sz="2175" b="1">
                <a:solidFill>
                  <a:srgbClr val="304C68"/>
                </a:solidFill>
                <a:latin typeface="DejaVu Sans"/>
                <a:ea typeface="DejaVu Sans"/>
                <a:cs typeface="DejaVu Sans"/>
              </a:defRPr>
            </a:lvl4pPr>
            <a:lvl5pPr algn="l">
              <a:defRPr sz="2175" b="1">
                <a:solidFill>
                  <a:srgbClr val="304C68"/>
                </a:solidFill>
                <a:latin typeface="DejaVu Sans"/>
                <a:ea typeface="DejaVu Sans"/>
                <a:cs typeface="DejaVu Sans"/>
              </a:defRPr>
            </a:lvl5pPr>
            <a:lvl6pPr algn="l">
              <a:defRPr sz="2175" b="1">
                <a:solidFill>
                  <a:srgbClr val="304C68"/>
                </a:solidFill>
                <a:latin typeface="DejaVu Sans"/>
                <a:ea typeface="DejaVu Sans"/>
                <a:cs typeface="DejaVu Sans"/>
              </a:defRPr>
            </a:lvl6pPr>
            <a:lvl7pPr algn="l">
              <a:defRPr sz="2175" b="1">
                <a:solidFill>
                  <a:srgbClr val="304C68"/>
                </a:solidFill>
                <a:latin typeface="DejaVu Sans"/>
                <a:ea typeface="DejaVu Sans"/>
                <a:cs typeface="DejaVu Sans"/>
              </a:defRPr>
            </a:lvl7pPr>
            <a:lvl8pPr algn="l">
              <a:defRPr sz="2175" b="1">
                <a:solidFill>
                  <a:srgbClr val="304C68"/>
                </a:solidFill>
                <a:latin typeface="DejaVu Sans"/>
                <a:ea typeface="DejaVu Sans"/>
                <a:cs typeface="DejaVu Sans"/>
              </a:defRPr>
            </a:lvl8pPr>
            <a:lvl9pPr algn="l">
              <a:defRPr sz="2175" b="1">
                <a:solidFill>
                  <a:srgbClr val="304C68"/>
                </a:solidFill>
                <a:latin typeface="DejaVu Sans"/>
                <a:ea typeface="DejaVu Sans"/>
                <a:cs typeface="DejaVu Sans"/>
              </a:defRPr>
            </a:lvl9pPr>
          </a:lstStyle>
          <a:p xmlns:a="http://schemas.openxmlformats.org/drawingml/2006/main">
            <a:pPr algn="l">
              <a:defRPr sz="2175" b="1">
                <a:solidFill>
                  <a:srgbClr val="304C68"/>
                </a:solidFill>
                <a:latin typeface="DejaVu Sans"/>
                <a:ea typeface="DejaVu Sans"/>
                <a:cs typeface="DejaVu Sans"/>
              </a:defRPr>
            </a:pPr>
            <a:r>
              <a:rPr sz="2175" b="1">
                <a:solidFill>
                  <a:srgbClr val="304C68"/>
                </a:solidFill>
                <a:latin typeface="DejaVu Sans"/>
                <a:ea typeface="DejaVu Sans"/>
                <a:cs typeface="DejaVu Sans"/>
              </a:rPr>
              <a:t>200 queries × 128 channels</a:t>
            </a:r>
          </a:p>
        </p:txBody>
      </p:sp>
      <p:sp>
        <p:nvSpPr>
          <p:cNvPr id="4" name="shape-991">
            <a:extLst xmlns:a="http://schemas.openxmlformats.org/drawingml/2006/main">
              <a:ext uri="{FF2B5EF4-FFF2-40B4-BE49-F238E27FC236}">
                <a16:creationId xmlns:a16="http://schemas.microsoft.com/office/drawing/2014/main" id="{7BD33151-35AF-4629-9FA3-C1DF498A01FA}"/>
              </a:ext>
            </a:extLst>
          </p:cNvPr>
          <p:cNvSpPr>
            <a:spLocks xmlns:a="http://schemas.openxmlformats.org/drawingml/2006/main" noGrp="1"/>
          </p:cNvSpPr>
          <p:nvPr/>
        </p:nvSpPr>
        <p:spPr>
          <a:xfrm xmlns:a="http://schemas.openxmlformats.org/drawingml/2006/main" rot="0">
            <a:off x="533400" y="2162175"/>
            <a:ext cx="2257425" cy="933450"/>
          </a:xfrm>
          <a:prstGeom xmlns:a="http://schemas.openxmlformats.org/drawingml/2006/main" prst="rect">
            <a:avLst/>
          </a:prstGeom>
          <a:solidFill xmlns:a="http://schemas.openxmlformats.org/drawingml/2006/main">
            <a:srgbClr val="E5EBF2"/>
          </a:solidFill>
          <a:ln xmlns:a="http://schemas.openxmlformats.org/drawingml/2006/main" w="15240">
            <a:solidFill>
              <a:srgbClr val="304C68"/>
            </a:solidFill>
            <a:prstDash val="solid"/>
          </a:ln>
        </p:spPr>
      </p:sp>
      <p:sp>
        <p:nvSpPr>
          <p:cNvPr id="5" name="label-992">
            <a:extLst xmlns:a="http://schemas.openxmlformats.org/drawingml/2006/main">
              <a:ext uri="{FF2B5EF4-FFF2-40B4-BE49-F238E27FC236}">
                <a16:creationId xmlns:a16="http://schemas.microsoft.com/office/drawing/2014/main" id="{8FB367A0-64B8-40F9-B0A4-378D9FEA4EB9}"/>
              </a:ext>
            </a:extLst>
          </p:cNvPr>
          <p:cNvSpPr>
            <a:spLocks xmlns:a="http://schemas.openxmlformats.org/drawingml/2006/main" noGrp="1"/>
          </p:cNvSpPr>
          <p:nvPr/>
        </p:nvSpPr>
        <p:spPr>
          <a:xfrm xmlns:a="http://schemas.openxmlformats.org/drawingml/2006/main">
            <a:off x="609600" y="2209800"/>
            <a:ext cx="210502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950" b="1">
                <a:solidFill>
                  <a:srgbClr val="304C68"/>
                </a:solidFill>
                <a:latin typeface="DejaVu Sans"/>
                <a:ea typeface="DejaVu Sans"/>
                <a:cs typeface="DejaVu Sans"/>
              </a:defRPr>
            </a:defPPr>
            <a:lvl1pPr algn="ctr">
              <a:defRPr sz="1950" b="1">
                <a:solidFill>
                  <a:srgbClr val="304C68"/>
                </a:solidFill>
                <a:latin typeface="DejaVu Sans"/>
                <a:ea typeface="DejaVu Sans"/>
                <a:cs typeface="DejaVu Sans"/>
              </a:defRPr>
            </a:lvl1pPr>
            <a:lvl2pPr algn="ctr">
              <a:defRPr sz="1950" b="1">
                <a:solidFill>
                  <a:srgbClr val="304C68"/>
                </a:solidFill>
                <a:latin typeface="DejaVu Sans"/>
                <a:ea typeface="DejaVu Sans"/>
                <a:cs typeface="DejaVu Sans"/>
              </a:defRPr>
            </a:lvl2pPr>
            <a:lvl3pPr algn="ctr">
              <a:defRPr sz="1950" b="1">
                <a:solidFill>
                  <a:srgbClr val="304C68"/>
                </a:solidFill>
                <a:latin typeface="DejaVu Sans"/>
                <a:ea typeface="DejaVu Sans"/>
                <a:cs typeface="DejaVu Sans"/>
              </a:defRPr>
            </a:lvl3pPr>
            <a:lvl4pPr algn="ctr">
              <a:defRPr sz="1950" b="1">
                <a:solidFill>
                  <a:srgbClr val="304C68"/>
                </a:solidFill>
                <a:latin typeface="DejaVu Sans"/>
                <a:ea typeface="DejaVu Sans"/>
                <a:cs typeface="DejaVu Sans"/>
              </a:defRPr>
            </a:lvl4pPr>
            <a:lvl5pPr algn="ctr">
              <a:defRPr sz="1950" b="1">
                <a:solidFill>
                  <a:srgbClr val="304C68"/>
                </a:solidFill>
                <a:latin typeface="DejaVu Sans"/>
                <a:ea typeface="DejaVu Sans"/>
                <a:cs typeface="DejaVu Sans"/>
              </a:defRPr>
            </a:lvl5pPr>
            <a:lvl6pPr algn="ctr">
              <a:defRPr sz="1950" b="1">
                <a:solidFill>
                  <a:srgbClr val="304C68"/>
                </a:solidFill>
                <a:latin typeface="DejaVu Sans"/>
                <a:ea typeface="DejaVu Sans"/>
                <a:cs typeface="DejaVu Sans"/>
              </a:defRPr>
            </a:lvl6pPr>
            <a:lvl7pPr algn="ctr">
              <a:defRPr sz="1950" b="1">
                <a:solidFill>
                  <a:srgbClr val="304C68"/>
                </a:solidFill>
                <a:latin typeface="DejaVu Sans"/>
                <a:ea typeface="DejaVu Sans"/>
                <a:cs typeface="DejaVu Sans"/>
              </a:defRPr>
            </a:lvl7pPr>
            <a:lvl8pPr algn="ctr">
              <a:defRPr sz="1950" b="1">
                <a:solidFill>
                  <a:srgbClr val="304C68"/>
                </a:solidFill>
                <a:latin typeface="DejaVu Sans"/>
                <a:ea typeface="DejaVu Sans"/>
                <a:cs typeface="DejaVu Sans"/>
              </a:defRPr>
            </a:lvl8pPr>
            <a:lvl9pPr algn="ctr">
              <a:defRPr sz="1950" b="1">
                <a:solidFill>
                  <a:srgbClr val="304C68"/>
                </a:solidFill>
                <a:latin typeface="DejaVu Sans"/>
                <a:ea typeface="DejaVu Sans"/>
                <a:cs typeface="DejaVu Sans"/>
              </a:defRPr>
            </a:lvl9pPr>
          </a:lstStyle>
          <a:p xmlns:a="http://schemas.openxmlformats.org/drawingml/2006/main">
            <a:pPr algn="ctr">
              <a:defRPr sz="1950" b="1">
                <a:solidFill>
                  <a:srgbClr val="304C68"/>
                </a:solidFill>
                <a:latin typeface="DejaVu Sans"/>
                <a:ea typeface="DejaVu Sans"/>
                <a:cs typeface="DejaVu Sans"/>
              </a:defRPr>
            </a:pPr>
            <a:r>
              <a:rPr sz="1950" b="1">
                <a:solidFill>
                  <a:srgbClr val="304C68"/>
                </a:solidFill>
                <a:latin typeface="DejaVu Sans"/>
                <a:ea typeface="DejaVu Sans"/>
                <a:cs typeface="DejaVu Sans"/>
              </a:rPr>
              <a:t>Self-attention</a:t>
            </a:r>
          </a:p>
          <a:p xmlns:a="http://schemas.openxmlformats.org/drawingml/2006/main">
            <a:pPr algn="ctr">
              <a:defRPr sz="1950" b="1">
                <a:solidFill>
                  <a:srgbClr val="304C68"/>
                </a:solidFill>
                <a:latin typeface="DejaVu Sans"/>
                <a:ea typeface="DejaVu Sans"/>
                <a:cs typeface="DejaVu Sans"/>
              </a:defRPr>
            </a:pPr>
            <a:r>
              <a:rPr sz="1950" b="1">
                <a:solidFill>
                  <a:srgbClr val="304C68"/>
                </a:solidFill>
                <a:latin typeface="DejaVu Sans"/>
                <a:ea typeface="DejaVu Sans"/>
                <a:cs typeface="DejaVu Sans"/>
              </a:rPr>
              <a:t>8 heads</a:t>
            </a:r>
          </a:p>
        </p:txBody>
      </p:sp>
      <p:sp>
        <p:nvSpPr>
          <p:cNvPr id="6" name="shape-993">
            <a:extLst xmlns:a="http://schemas.openxmlformats.org/drawingml/2006/main">
              <a:ext uri="{FF2B5EF4-FFF2-40B4-BE49-F238E27FC236}">
                <a16:creationId xmlns:a16="http://schemas.microsoft.com/office/drawing/2014/main" id="{D633B4BD-2807-4A8A-9F36-AC38BCF790C7}"/>
              </a:ext>
            </a:extLst>
          </p:cNvPr>
          <p:cNvSpPr>
            <a:spLocks xmlns:a="http://schemas.openxmlformats.org/drawingml/2006/main" noGrp="1"/>
          </p:cNvSpPr>
          <p:nvPr/>
        </p:nvSpPr>
        <p:spPr>
          <a:xfrm xmlns:a="http://schemas.openxmlformats.org/drawingml/2006/main" rot="0">
            <a:off x="3352800" y="2162175"/>
            <a:ext cx="2457450" cy="933450"/>
          </a:xfrm>
          <a:prstGeom xmlns:a="http://schemas.openxmlformats.org/drawingml/2006/main" prst="rect">
            <a:avLst/>
          </a:prstGeom>
          <a:solidFill xmlns:a="http://schemas.openxmlformats.org/drawingml/2006/main">
            <a:srgbClr val="E5EBF2"/>
          </a:solidFill>
          <a:ln xmlns:a="http://schemas.openxmlformats.org/drawingml/2006/main" w="15240">
            <a:solidFill>
              <a:srgbClr val="304C68"/>
            </a:solidFill>
            <a:prstDash val="solid"/>
          </a:ln>
        </p:spPr>
      </p:sp>
      <p:sp>
        <p:nvSpPr>
          <p:cNvPr id="7" name="label-994">
            <a:extLst xmlns:a="http://schemas.openxmlformats.org/drawingml/2006/main">
              <a:ext uri="{FF2B5EF4-FFF2-40B4-BE49-F238E27FC236}">
                <a16:creationId xmlns:a16="http://schemas.microsoft.com/office/drawing/2014/main" id="{4F46B55D-CFCD-4D12-84B4-948F708E4C0E}"/>
              </a:ext>
            </a:extLst>
          </p:cNvPr>
          <p:cNvSpPr>
            <a:spLocks xmlns:a="http://schemas.openxmlformats.org/drawingml/2006/main" noGrp="1"/>
          </p:cNvSpPr>
          <p:nvPr/>
        </p:nvSpPr>
        <p:spPr>
          <a:xfrm xmlns:a="http://schemas.openxmlformats.org/drawingml/2006/main">
            <a:off x="3429000" y="2209800"/>
            <a:ext cx="2305050"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950" b="1">
                <a:solidFill>
                  <a:srgbClr val="304C68"/>
                </a:solidFill>
                <a:latin typeface="DejaVu Sans"/>
                <a:ea typeface="DejaVu Sans"/>
                <a:cs typeface="DejaVu Sans"/>
              </a:defRPr>
            </a:defPPr>
            <a:lvl1pPr algn="ctr">
              <a:defRPr sz="1950" b="1">
                <a:solidFill>
                  <a:srgbClr val="304C68"/>
                </a:solidFill>
                <a:latin typeface="DejaVu Sans"/>
                <a:ea typeface="DejaVu Sans"/>
                <a:cs typeface="DejaVu Sans"/>
              </a:defRPr>
            </a:lvl1pPr>
            <a:lvl2pPr algn="ctr">
              <a:defRPr sz="1950" b="1">
                <a:solidFill>
                  <a:srgbClr val="304C68"/>
                </a:solidFill>
                <a:latin typeface="DejaVu Sans"/>
                <a:ea typeface="DejaVu Sans"/>
                <a:cs typeface="DejaVu Sans"/>
              </a:defRPr>
            </a:lvl2pPr>
            <a:lvl3pPr algn="ctr">
              <a:defRPr sz="1950" b="1">
                <a:solidFill>
                  <a:srgbClr val="304C68"/>
                </a:solidFill>
                <a:latin typeface="DejaVu Sans"/>
                <a:ea typeface="DejaVu Sans"/>
                <a:cs typeface="DejaVu Sans"/>
              </a:defRPr>
            </a:lvl3pPr>
            <a:lvl4pPr algn="ctr">
              <a:defRPr sz="1950" b="1">
                <a:solidFill>
                  <a:srgbClr val="304C68"/>
                </a:solidFill>
                <a:latin typeface="DejaVu Sans"/>
                <a:ea typeface="DejaVu Sans"/>
                <a:cs typeface="DejaVu Sans"/>
              </a:defRPr>
            </a:lvl4pPr>
            <a:lvl5pPr algn="ctr">
              <a:defRPr sz="1950" b="1">
                <a:solidFill>
                  <a:srgbClr val="304C68"/>
                </a:solidFill>
                <a:latin typeface="DejaVu Sans"/>
                <a:ea typeface="DejaVu Sans"/>
                <a:cs typeface="DejaVu Sans"/>
              </a:defRPr>
            </a:lvl5pPr>
            <a:lvl6pPr algn="ctr">
              <a:defRPr sz="1950" b="1">
                <a:solidFill>
                  <a:srgbClr val="304C68"/>
                </a:solidFill>
                <a:latin typeface="DejaVu Sans"/>
                <a:ea typeface="DejaVu Sans"/>
                <a:cs typeface="DejaVu Sans"/>
              </a:defRPr>
            </a:lvl6pPr>
            <a:lvl7pPr algn="ctr">
              <a:defRPr sz="1950" b="1">
                <a:solidFill>
                  <a:srgbClr val="304C68"/>
                </a:solidFill>
                <a:latin typeface="DejaVu Sans"/>
                <a:ea typeface="DejaVu Sans"/>
                <a:cs typeface="DejaVu Sans"/>
              </a:defRPr>
            </a:lvl7pPr>
            <a:lvl8pPr algn="ctr">
              <a:defRPr sz="1950" b="1">
                <a:solidFill>
                  <a:srgbClr val="304C68"/>
                </a:solidFill>
                <a:latin typeface="DejaVu Sans"/>
                <a:ea typeface="DejaVu Sans"/>
                <a:cs typeface="DejaVu Sans"/>
              </a:defRPr>
            </a:lvl8pPr>
            <a:lvl9pPr algn="ctr">
              <a:defRPr sz="1950" b="1">
                <a:solidFill>
                  <a:srgbClr val="304C68"/>
                </a:solidFill>
                <a:latin typeface="DejaVu Sans"/>
                <a:ea typeface="DejaVu Sans"/>
                <a:cs typeface="DejaVu Sans"/>
              </a:defRPr>
            </a:lvl9pPr>
          </a:lstStyle>
          <a:p xmlns:a="http://schemas.openxmlformats.org/drawingml/2006/main">
            <a:pPr algn="ctr">
              <a:defRPr sz="1950" b="1">
                <a:solidFill>
                  <a:srgbClr val="304C68"/>
                </a:solidFill>
                <a:latin typeface="DejaVu Sans"/>
                <a:ea typeface="DejaVu Sans"/>
                <a:cs typeface="DejaVu Sans"/>
              </a:defRPr>
            </a:pPr>
            <a:r>
              <a:rPr sz="1950" b="1">
                <a:solidFill>
                  <a:srgbClr val="304C68"/>
                </a:solidFill>
                <a:latin typeface="DejaVu Sans"/>
                <a:ea typeface="DejaVu Sans"/>
                <a:cs typeface="DejaVu Sans"/>
              </a:rPr>
              <a:t>Cross-attention</a:t>
            </a:r>
          </a:p>
          <a:p xmlns:a="http://schemas.openxmlformats.org/drawingml/2006/main">
            <a:pPr algn="ctr">
              <a:defRPr sz="1950" b="1">
                <a:solidFill>
                  <a:srgbClr val="304C68"/>
                </a:solidFill>
                <a:latin typeface="DejaVu Sans"/>
                <a:ea typeface="DejaVu Sans"/>
                <a:cs typeface="DejaVu Sans"/>
              </a:defRPr>
            </a:pPr>
            <a:r>
              <a:rPr sz="1950" b="1">
                <a:solidFill>
                  <a:srgbClr val="304C68"/>
                </a:solidFill>
                <a:latin typeface="DejaVu Sans"/>
                <a:ea typeface="DejaVu Sans"/>
                <a:cs typeface="DejaVu Sans"/>
              </a:rPr>
              <a:t>8 heads</a:t>
            </a:r>
          </a:p>
        </p:txBody>
      </p:sp>
      <p:sp>
        <p:nvSpPr>
          <p:cNvPr id="8" name="shape-995">
            <a:extLst xmlns:a="http://schemas.openxmlformats.org/drawingml/2006/main">
              <a:ext uri="{FF2B5EF4-FFF2-40B4-BE49-F238E27FC236}">
                <a16:creationId xmlns:a16="http://schemas.microsoft.com/office/drawing/2014/main" id="{AA06A07A-CB22-4889-844D-16ACBE148FB5}"/>
              </a:ext>
            </a:extLst>
          </p:cNvPr>
          <p:cNvSpPr>
            <a:spLocks xmlns:a="http://schemas.openxmlformats.org/drawingml/2006/main" noGrp="1"/>
          </p:cNvSpPr>
          <p:nvPr/>
        </p:nvSpPr>
        <p:spPr>
          <a:xfrm xmlns:a="http://schemas.openxmlformats.org/drawingml/2006/main" rot="0">
            <a:off x="6372225" y="2162175"/>
            <a:ext cx="2524125" cy="933450"/>
          </a:xfrm>
          <a:prstGeom xmlns:a="http://schemas.openxmlformats.org/drawingml/2006/main" prst="rect">
            <a:avLst/>
          </a:prstGeom>
          <a:solidFill xmlns:a="http://schemas.openxmlformats.org/drawingml/2006/main">
            <a:srgbClr val="E5EBF2"/>
          </a:solidFill>
          <a:ln xmlns:a="http://schemas.openxmlformats.org/drawingml/2006/main" w="15240">
            <a:solidFill>
              <a:srgbClr val="304C68"/>
            </a:solidFill>
            <a:prstDash val="solid"/>
          </a:ln>
        </p:spPr>
      </p:sp>
      <p:sp>
        <p:nvSpPr>
          <p:cNvPr id="9" name="label-996">
            <a:extLst xmlns:a="http://schemas.openxmlformats.org/drawingml/2006/main">
              <a:ext uri="{FF2B5EF4-FFF2-40B4-BE49-F238E27FC236}">
                <a16:creationId xmlns:a16="http://schemas.microsoft.com/office/drawing/2014/main" id="{2BB82592-BB6E-4467-A817-A6C0FC62C188}"/>
              </a:ext>
            </a:extLst>
          </p:cNvPr>
          <p:cNvSpPr>
            <a:spLocks xmlns:a="http://schemas.openxmlformats.org/drawingml/2006/main" noGrp="1"/>
          </p:cNvSpPr>
          <p:nvPr/>
        </p:nvSpPr>
        <p:spPr>
          <a:xfrm xmlns:a="http://schemas.openxmlformats.org/drawingml/2006/main">
            <a:off x="6448425" y="2209800"/>
            <a:ext cx="237172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304C68"/>
                </a:solidFill>
                <a:latin typeface="DejaVu Sans"/>
                <a:ea typeface="DejaVu Sans"/>
                <a:cs typeface="DejaVu Sans"/>
              </a:defRPr>
            </a:defPPr>
            <a:lvl1pPr algn="ctr">
              <a:defRPr sz="1800" b="1">
                <a:solidFill>
                  <a:srgbClr val="304C68"/>
                </a:solidFill>
                <a:latin typeface="DejaVu Sans"/>
                <a:ea typeface="DejaVu Sans"/>
                <a:cs typeface="DejaVu Sans"/>
              </a:defRPr>
            </a:lvl1pPr>
            <a:lvl2pPr algn="ctr">
              <a:defRPr sz="1800" b="1">
                <a:solidFill>
                  <a:srgbClr val="304C68"/>
                </a:solidFill>
                <a:latin typeface="DejaVu Sans"/>
                <a:ea typeface="DejaVu Sans"/>
                <a:cs typeface="DejaVu Sans"/>
              </a:defRPr>
            </a:lvl2pPr>
            <a:lvl3pPr algn="ctr">
              <a:defRPr sz="1800" b="1">
                <a:solidFill>
                  <a:srgbClr val="304C68"/>
                </a:solidFill>
                <a:latin typeface="DejaVu Sans"/>
                <a:ea typeface="DejaVu Sans"/>
                <a:cs typeface="DejaVu Sans"/>
              </a:defRPr>
            </a:lvl3pPr>
            <a:lvl4pPr algn="ctr">
              <a:defRPr sz="1800" b="1">
                <a:solidFill>
                  <a:srgbClr val="304C68"/>
                </a:solidFill>
                <a:latin typeface="DejaVu Sans"/>
                <a:ea typeface="DejaVu Sans"/>
                <a:cs typeface="DejaVu Sans"/>
              </a:defRPr>
            </a:lvl4pPr>
            <a:lvl5pPr algn="ctr">
              <a:defRPr sz="1800" b="1">
                <a:solidFill>
                  <a:srgbClr val="304C68"/>
                </a:solidFill>
                <a:latin typeface="DejaVu Sans"/>
                <a:ea typeface="DejaVu Sans"/>
                <a:cs typeface="DejaVu Sans"/>
              </a:defRPr>
            </a:lvl5pPr>
            <a:lvl6pPr algn="ctr">
              <a:defRPr sz="1800" b="1">
                <a:solidFill>
                  <a:srgbClr val="304C68"/>
                </a:solidFill>
                <a:latin typeface="DejaVu Sans"/>
                <a:ea typeface="DejaVu Sans"/>
                <a:cs typeface="DejaVu Sans"/>
              </a:defRPr>
            </a:lvl6pPr>
            <a:lvl7pPr algn="ctr">
              <a:defRPr sz="1800" b="1">
                <a:solidFill>
                  <a:srgbClr val="304C68"/>
                </a:solidFill>
                <a:latin typeface="DejaVu Sans"/>
                <a:ea typeface="DejaVu Sans"/>
                <a:cs typeface="DejaVu Sans"/>
              </a:defRPr>
            </a:lvl7pPr>
            <a:lvl8pPr algn="ctr">
              <a:defRPr sz="1800" b="1">
                <a:solidFill>
                  <a:srgbClr val="304C68"/>
                </a:solidFill>
                <a:latin typeface="DejaVu Sans"/>
                <a:ea typeface="DejaVu Sans"/>
                <a:cs typeface="DejaVu Sans"/>
              </a:defRPr>
            </a:lvl8pPr>
            <a:lvl9pPr algn="ctr">
              <a:defRPr sz="1800" b="1">
                <a:solidFill>
                  <a:srgbClr val="304C68"/>
                </a:solidFill>
                <a:latin typeface="DejaVu Sans"/>
                <a:ea typeface="DejaVu Sans"/>
                <a:cs typeface="DejaVu Sans"/>
              </a:defRPr>
            </a:lvl9pPr>
          </a:lstStyle>
          <a:p xmlns:a="http://schemas.openxmlformats.org/drawingml/2006/main">
            <a:pPr algn="ctr">
              <a:defRPr sz="1800" b="1">
                <a:solidFill>
                  <a:srgbClr val="304C68"/>
                </a:solidFill>
                <a:latin typeface="DejaVu Sans"/>
                <a:ea typeface="DejaVu Sans"/>
                <a:cs typeface="DejaVu Sans"/>
              </a:defRPr>
            </a:pPr>
            <a:r>
              <a:rPr sz="1800" b="1">
                <a:solidFill>
                  <a:srgbClr val="304C68"/>
                </a:solidFill>
                <a:latin typeface="DejaVu Sans"/>
                <a:ea typeface="DejaVu Sans"/>
                <a:cs typeface="DejaVu Sans"/>
              </a:rPr>
              <a:t>Feed-forward</a:t>
            </a:r>
          </a:p>
          <a:p xmlns:a="http://schemas.openxmlformats.org/drawingml/2006/main">
            <a:pPr algn="ctr">
              <a:defRPr sz="1800" b="1">
                <a:solidFill>
                  <a:srgbClr val="304C68"/>
                </a:solidFill>
                <a:latin typeface="DejaVu Sans"/>
                <a:ea typeface="DejaVu Sans"/>
                <a:cs typeface="DejaVu Sans"/>
              </a:defRPr>
            </a:pPr>
            <a:r>
              <a:rPr sz="1800" b="1">
                <a:solidFill>
                  <a:srgbClr val="304C68"/>
                </a:solidFill>
                <a:latin typeface="DejaVu Sans"/>
                <a:ea typeface="DejaVu Sans"/>
                <a:cs typeface="DejaVu Sans"/>
              </a:rPr>
              <a:t>128 → 256 → 128</a:t>
            </a:r>
          </a:p>
        </p:txBody>
      </p:sp>
      <p:sp>
        <p:nvSpPr>
          <p:cNvPr id="10" name="path-997">
            <a:extLst xmlns:a="http://schemas.openxmlformats.org/drawingml/2006/main">
              <a:ext uri="{FF2B5EF4-FFF2-40B4-BE49-F238E27FC236}">
                <a16:creationId xmlns:a16="http://schemas.microsoft.com/office/drawing/2014/main" id="{B8EC94E8-6E55-40A0-9188-1A4AB2DE07F4}"/>
              </a:ext>
            </a:extLst>
          </p:cNvPr>
          <p:cNvSpPr>
            <a:spLocks xmlns:a="http://schemas.openxmlformats.org/drawingml/2006/main" noGrp="1"/>
          </p:cNvSpPr>
          <p:nvPr/>
        </p:nvSpPr>
        <p:spPr>
          <a:xfrm xmlns:a="http://schemas.openxmlformats.org/drawingml/2006/main">
            <a:off x="2790825" y="2628900"/>
            <a:ext cx="561975" cy="953"/>
          </a:xfrm>
          <a:custGeom xmlns:a="http://schemas.openxmlformats.org/drawingml/2006/main">
            <a:pathLst>
              <a:path w="561975" h="953">
                <a:moveTo>
                  <a:pt x="0" y="0"/>
                </a:moveTo>
                <a:lnTo>
                  <a:pt x="561975" y="0"/>
                </a:lnTo>
              </a:path>
            </a:pathLst>
          </a:custGeom>
          <a:noFill xmlns:a="http://schemas.openxmlformats.org/drawingml/2006/main"/>
          <a:ln xmlns:a="http://schemas.openxmlformats.org/drawingml/2006/main" w="22860">
            <a:solidFill>
              <a:srgbClr val="304C68"/>
            </a:solidFill>
            <a:prstDash val="solid"/>
          </a:ln>
        </p:spPr>
      </p:sp>
      <p:sp>
        <p:nvSpPr>
          <p:cNvPr id="11" name="path-998">
            <a:extLst xmlns:a="http://schemas.openxmlformats.org/drawingml/2006/main">
              <a:ext uri="{FF2B5EF4-FFF2-40B4-BE49-F238E27FC236}">
                <a16:creationId xmlns:a16="http://schemas.microsoft.com/office/drawing/2014/main" id="{1C916640-5D34-4F0C-AE95-F6982DE9C3DD}"/>
              </a:ext>
            </a:extLst>
          </p:cNvPr>
          <p:cNvSpPr>
            <a:spLocks xmlns:a="http://schemas.openxmlformats.org/drawingml/2006/main" noGrp="1"/>
          </p:cNvSpPr>
          <p:nvPr/>
        </p:nvSpPr>
        <p:spPr>
          <a:xfrm xmlns:a="http://schemas.openxmlformats.org/drawingml/2006/main">
            <a:off x="3257550" y="2585085"/>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304C68"/>
          </a:solidFill>
          <a:ln xmlns:a="http://schemas.openxmlformats.org/drawingml/2006/main" w="0">
            <a:solidFill>
              <a:srgbClr val="304C68"/>
            </a:solidFill>
            <a:prstDash val="solid"/>
          </a:ln>
        </p:spPr>
      </p:sp>
      <p:sp>
        <p:nvSpPr>
          <p:cNvPr id="12" name="path-999">
            <a:extLst xmlns:a="http://schemas.openxmlformats.org/drawingml/2006/main">
              <a:ext uri="{FF2B5EF4-FFF2-40B4-BE49-F238E27FC236}">
                <a16:creationId xmlns:a16="http://schemas.microsoft.com/office/drawing/2014/main" id="{45988FF9-D05E-4CB4-99C8-521EE4C5EE8B}"/>
              </a:ext>
            </a:extLst>
          </p:cNvPr>
          <p:cNvSpPr>
            <a:spLocks xmlns:a="http://schemas.openxmlformats.org/drawingml/2006/main" noGrp="1"/>
          </p:cNvSpPr>
          <p:nvPr/>
        </p:nvSpPr>
        <p:spPr>
          <a:xfrm xmlns:a="http://schemas.openxmlformats.org/drawingml/2006/main">
            <a:off x="5810250" y="2628900"/>
            <a:ext cx="561975" cy="953"/>
          </a:xfrm>
          <a:custGeom xmlns:a="http://schemas.openxmlformats.org/drawingml/2006/main">
            <a:pathLst>
              <a:path w="561975" h="953">
                <a:moveTo>
                  <a:pt x="0" y="0"/>
                </a:moveTo>
                <a:lnTo>
                  <a:pt x="561975" y="0"/>
                </a:lnTo>
              </a:path>
            </a:pathLst>
          </a:custGeom>
          <a:noFill xmlns:a="http://schemas.openxmlformats.org/drawingml/2006/main"/>
          <a:ln xmlns:a="http://schemas.openxmlformats.org/drawingml/2006/main" w="22860">
            <a:solidFill>
              <a:srgbClr val="304C68"/>
            </a:solidFill>
            <a:prstDash val="solid"/>
          </a:ln>
        </p:spPr>
      </p:sp>
      <p:sp>
        <p:nvSpPr>
          <p:cNvPr id="13" name="path-1000">
            <a:extLst xmlns:a="http://schemas.openxmlformats.org/drawingml/2006/main">
              <a:ext uri="{FF2B5EF4-FFF2-40B4-BE49-F238E27FC236}">
                <a16:creationId xmlns:a16="http://schemas.microsoft.com/office/drawing/2014/main" id="{B9AD5EEB-D29E-41BD-B6F3-FA52BB5E6519}"/>
              </a:ext>
            </a:extLst>
          </p:cNvPr>
          <p:cNvSpPr>
            <a:spLocks xmlns:a="http://schemas.openxmlformats.org/drawingml/2006/main" noGrp="1"/>
          </p:cNvSpPr>
          <p:nvPr/>
        </p:nvSpPr>
        <p:spPr>
          <a:xfrm xmlns:a="http://schemas.openxmlformats.org/drawingml/2006/main">
            <a:off x="6276975" y="2585085"/>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304C68"/>
          </a:solidFill>
          <a:ln xmlns:a="http://schemas.openxmlformats.org/drawingml/2006/main" w="0">
            <a:solidFill>
              <a:srgbClr val="304C68"/>
            </a:solidFill>
            <a:prstDash val="solid"/>
          </a:ln>
        </p:spPr>
      </p:sp>
      <p:sp>
        <p:nvSpPr>
          <p:cNvPr id="14" name="path-1001">
            <a:extLst xmlns:a="http://schemas.openxmlformats.org/drawingml/2006/main">
              <a:ext uri="{FF2B5EF4-FFF2-40B4-BE49-F238E27FC236}">
                <a16:creationId xmlns:a16="http://schemas.microsoft.com/office/drawing/2014/main" id="{5CBD7419-94DB-4C3C-8102-7F52D703610C}"/>
              </a:ext>
            </a:extLst>
          </p:cNvPr>
          <p:cNvSpPr>
            <a:spLocks xmlns:a="http://schemas.openxmlformats.org/drawingml/2006/main" noGrp="1"/>
          </p:cNvSpPr>
          <p:nvPr/>
        </p:nvSpPr>
        <p:spPr>
          <a:xfrm xmlns:a="http://schemas.openxmlformats.org/drawingml/2006/main">
            <a:off x="8896350" y="2628900"/>
            <a:ext cx="533400" cy="953"/>
          </a:xfrm>
          <a:custGeom xmlns:a="http://schemas.openxmlformats.org/drawingml/2006/main">
            <a:pathLst>
              <a:path w="533400" h="953">
                <a:moveTo>
                  <a:pt x="0" y="0"/>
                </a:moveTo>
                <a:lnTo>
                  <a:pt x="533400" y="0"/>
                </a:lnTo>
              </a:path>
            </a:pathLst>
          </a:custGeom>
          <a:noFill xmlns:a="http://schemas.openxmlformats.org/drawingml/2006/main"/>
          <a:ln xmlns:a="http://schemas.openxmlformats.org/drawingml/2006/main" w="22860">
            <a:solidFill>
              <a:srgbClr val="304C68"/>
            </a:solidFill>
            <a:prstDash val="solid"/>
          </a:ln>
        </p:spPr>
      </p:sp>
      <p:sp>
        <p:nvSpPr>
          <p:cNvPr id="15" name="path-1002">
            <a:extLst xmlns:a="http://schemas.openxmlformats.org/drawingml/2006/main">
              <a:ext uri="{FF2B5EF4-FFF2-40B4-BE49-F238E27FC236}">
                <a16:creationId xmlns:a16="http://schemas.microsoft.com/office/drawing/2014/main" id="{CA6633D5-A0DC-4E53-A66E-4FE713AF7086}"/>
              </a:ext>
            </a:extLst>
          </p:cNvPr>
          <p:cNvSpPr>
            <a:spLocks xmlns:a="http://schemas.openxmlformats.org/drawingml/2006/main" noGrp="1"/>
          </p:cNvSpPr>
          <p:nvPr/>
        </p:nvSpPr>
        <p:spPr>
          <a:xfrm xmlns:a="http://schemas.openxmlformats.org/drawingml/2006/main">
            <a:off x="9334500" y="2585085"/>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304C68"/>
          </a:solidFill>
          <a:ln xmlns:a="http://schemas.openxmlformats.org/drawingml/2006/main" w="0">
            <a:solidFill>
              <a:srgbClr val="304C68"/>
            </a:solidFill>
            <a:prstDash val="solid"/>
          </a:ln>
        </p:spPr>
      </p:sp>
      <p:sp>
        <p:nvSpPr>
          <p:cNvPr id="16" name="label-1003">
            <a:extLst xmlns:a="http://schemas.openxmlformats.org/drawingml/2006/main">
              <a:ext uri="{FF2B5EF4-FFF2-40B4-BE49-F238E27FC236}">
                <a16:creationId xmlns:a16="http://schemas.microsoft.com/office/drawing/2014/main" id="{3D21D2A2-6A11-4A7D-82A1-4770CC7F9A0E}"/>
              </a:ext>
            </a:extLst>
          </p:cNvPr>
          <p:cNvSpPr>
            <a:spLocks xmlns:a="http://schemas.openxmlformats.org/drawingml/2006/main" noGrp="1"/>
          </p:cNvSpPr>
          <p:nvPr/>
        </p:nvSpPr>
        <p:spPr>
          <a:xfrm xmlns:a="http://schemas.openxmlformats.org/drawingml/2006/main">
            <a:off x="523875" y="3276600"/>
            <a:ext cx="22764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0">
                <a:solidFill>
                  <a:srgbClr val="58677C"/>
                </a:solidFill>
                <a:latin typeface="DejaVu Sans"/>
                <a:ea typeface="DejaVu Sans"/>
                <a:cs typeface="DejaVu Sans"/>
              </a:defRPr>
            </a:defPPr>
            <a:lvl1pPr algn="ctr">
              <a:defRPr sz="1650" b="0">
                <a:solidFill>
                  <a:srgbClr val="58677C"/>
                </a:solidFill>
                <a:latin typeface="DejaVu Sans"/>
                <a:ea typeface="DejaVu Sans"/>
                <a:cs typeface="DejaVu Sans"/>
              </a:defRPr>
            </a:lvl1pPr>
            <a:lvl2pPr algn="ctr">
              <a:defRPr sz="1650" b="0">
                <a:solidFill>
                  <a:srgbClr val="58677C"/>
                </a:solidFill>
                <a:latin typeface="DejaVu Sans"/>
                <a:ea typeface="DejaVu Sans"/>
                <a:cs typeface="DejaVu Sans"/>
              </a:defRPr>
            </a:lvl2pPr>
            <a:lvl3pPr algn="ctr">
              <a:defRPr sz="1650" b="0">
                <a:solidFill>
                  <a:srgbClr val="58677C"/>
                </a:solidFill>
                <a:latin typeface="DejaVu Sans"/>
                <a:ea typeface="DejaVu Sans"/>
                <a:cs typeface="DejaVu Sans"/>
              </a:defRPr>
            </a:lvl3pPr>
            <a:lvl4pPr algn="ctr">
              <a:defRPr sz="1650" b="0">
                <a:solidFill>
                  <a:srgbClr val="58677C"/>
                </a:solidFill>
                <a:latin typeface="DejaVu Sans"/>
                <a:ea typeface="DejaVu Sans"/>
                <a:cs typeface="DejaVu Sans"/>
              </a:defRPr>
            </a:lvl4pPr>
            <a:lvl5pPr algn="ctr">
              <a:defRPr sz="1650" b="0">
                <a:solidFill>
                  <a:srgbClr val="58677C"/>
                </a:solidFill>
                <a:latin typeface="DejaVu Sans"/>
                <a:ea typeface="DejaVu Sans"/>
                <a:cs typeface="DejaVu Sans"/>
              </a:defRPr>
            </a:lvl5pPr>
            <a:lvl6pPr algn="ctr">
              <a:defRPr sz="1650" b="0">
                <a:solidFill>
                  <a:srgbClr val="58677C"/>
                </a:solidFill>
                <a:latin typeface="DejaVu Sans"/>
                <a:ea typeface="DejaVu Sans"/>
                <a:cs typeface="DejaVu Sans"/>
              </a:defRPr>
            </a:lvl6pPr>
            <a:lvl7pPr algn="ctr">
              <a:defRPr sz="1650" b="0">
                <a:solidFill>
                  <a:srgbClr val="58677C"/>
                </a:solidFill>
                <a:latin typeface="DejaVu Sans"/>
                <a:ea typeface="DejaVu Sans"/>
                <a:cs typeface="DejaVu Sans"/>
              </a:defRPr>
            </a:lvl7pPr>
            <a:lvl8pPr algn="ctr">
              <a:defRPr sz="1650" b="0">
                <a:solidFill>
                  <a:srgbClr val="58677C"/>
                </a:solidFill>
                <a:latin typeface="DejaVu Sans"/>
                <a:ea typeface="DejaVu Sans"/>
                <a:cs typeface="DejaVu Sans"/>
              </a:defRPr>
            </a:lvl8pPr>
            <a:lvl9pPr algn="ctr">
              <a:defRPr sz="1650" b="0">
                <a:solidFill>
                  <a:srgbClr val="58677C"/>
                </a:solidFill>
                <a:latin typeface="DejaVu Sans"/>
                <a:ea typeface="DejaVu Sans"/>
                <a:cs typeface="DejaVu Sans"/>
              </a:defRPr>
            </a:lvl9pPr>
          </a:lstStyle>
          <a:p xmlns:a="http://schemas.openxmlformats.org/drawingml/2006/main">
            <a:pPr algn="ctr">
              <a:defRPr sz="1650" b="0">
                <a:solidFill>
                  <a:srgbClr val="58677C"/>
                </a:solidFill>
                <a:latin typeface="DejaVu Sans"/>
                <a:ea typeface="DejaVu Sans"/>
                <a:cs typeface="DejaVu Sans"/>
              </a:defRPr>
            </a:pPr>
            <a:r>
              <a:rPr sz="1650" b="0">
                <a:solidFill>
                  <a:srgbClr val="58677C"/>
                </a:solidFill>
                <a:latin typeface="DejaVu Sans"/>
                <a:ea typeface="DejaVu Sans"/>
                <a:cs typeface="DejaVu Sans"/>
              </a:rPr>
              <a:t>Query interaction</a:t>
            </a:r>
          </a:p>
        </p:txBody>
      </p:sp>
      <p:sp>
        <p:nvSpPr>
          <p:cNvPr id="17" name="label-1004">
            <a:extLst xmlns:a="http://schemas.openxmlformats.org/drawingml/2006/main">
              <a:ext uri="{FF2B5EF4-FFF2-40B4-BE49-F238E27FC236}">
                <a16:creationId xmlns:a16="http://schemas.microsoft.com/office/drawing/2014/main" id="{258F5724-F887-47B1-BA11-6EFDC46460DD}"/>
              </a:ext>
            </a:extLst>
          </p:cNvPr>
          <p:cNvSpPr>
            <a:spLocks xmlns:a="http://schemas.openxmlformats.org/drawingml/2006/main" noGrp="1"/>
          </p:cNvSpPr>
          <p:nvPr/>
        </p:nvSpPr>
        <p:spPr>
          <a:xfrm xmlns:a="http://schemas.openxmlformats.org/drawingml/2006/main">
            <a:off x="6381750" y="3276600"/>
            <a:ext cx="25146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0">
                <a:solidFill>
                  <a:srgbClr val="58677C"/>
                </a:solidFill>
                <a:latin typeface="DejaVu Sans"/>
                <a:ea typeface="DejaVu Sans"/>
                <a:cs typeface="DejaVu Sans"/>
              </a:defRPr>
            </a:defPPr>
            <a:lvl1pPr algn="ctr">
              <a:defRPr sz="1650" b="0">
                <a:solidFill>
                  <a:srgbClr val="58677C"/>
                </a:solidFill>
                <a:latin typeface="DejaVu Sans"/>
                <a:ea typeface="DejaVu Sans"/>
                <a:cs typeface="DejaVu Sans"/>
              </a:defRPr>
            </a:lvl1pPr>
            <a:lvl2pPr algn="ctr">
              <a:defRPr sz="1650" b="0">
                <a:solidFill>
                  <a:srgbClr val="58677C"/>
                </a:solidFill>
                <a:latin typeface="DejaVu Sans"/>
                <a:ea typeface="DejaVu Sans"/>
                <a:cs typeface="DejaVu Sans"/>
              </a:defRPr>
            </a:lvl2pPr>
            <a:lvl3pPr algn="ctr">
              <a:defRPr sz="1650" b="0">
                <a:solidFill>
                  <a:srgbClr val="58677C"/>
                </a:solidFill>
                <a:latin typeface="DejaVu Sans"/>
                <a:ea typeface="DejaVu Sans"/>
                <a:cs typeface="DejaVu Sans"/>
              </a:defRPr>
            </a:lvl3pPr>
            <a:lvl4pPr algn="ctr">
              <a:defRPr sz="1650" b="0">
                <a:solidFill>
                  <a:srgbClr val="58677C"/>
                </a:solidFill>
                <a:latin typeface="DejaVu Sans"/>
                <a:ea typeface="DejaVu Sans"/>
                <a:cs typeface="DejaVu Sans"/>
              </a:defRPr>
            </a:lvl4pPr>
            <a:lvl5pPr algn="ctr">
              <a:defRPr sz="1650" b="0">
                <a:solidFill>
                  <a:srgbClr val="58677C"/>
                </a:solidFill>
                <a:latin typeface="DejaVu Sans"/>
                <a:ea typeface="DejaVu Sans"/>
                <a:cs typeface="DejaVu Sans"/>
              </a:defRPr>
            </a:lvl5pPr>
            <a:lvl6pPr algn="ctr">
              <a:defRPr sz="1650" b="0">
                <a:solidFill>
                  <a:srgbClr val="58677C"/>
                </a:solidFill>
                <a:latin typeface="DejaVu Sans"/>
                <a:ea typeface="DejaVu Sans"/>
                <a:cs typeface="DejaVu Sans"/>
              </a:defRPr>
            </a:lvl6pPr>
            <a:lvl7pPr algn="ctr">
              <a:defRPr sz="1650" b="0">
                <a:solidFill>
                  <a:srgbClr val="58677C"/>
                </a:solidFill>
                <a:latin typeface="DejaVu Sans"/>
                <a:ea typeface="DejaVu Sans"/>
                <a:cs typeface="DejaVu Sans"/>
              </a:defRPr>
            </a:lvl7pPr>
            <a:lvl8pPr algn="ctr">
              <a:defRPr sz="1650" b="0">
                <a:solidFill>
                  <a:srgbClr val="58677C"/>
                </a:solidFill>
                <a:latin typeface="DejaVu Sans"/>
                <a:ea typeface="DejaVu Sans"/>
                <a:cs typeface="DejaVu Sans"/>
              </a:defRPr>
            </a:lvl8pPr>
            <a:lvl9pPr algn="ctr">
              <a:defRPr sz="1650" b="0">
                <a:solidFill>
                  <a:srgbClr val="58677C"/>
                </a:solidFill>
                <a:latin typeface="DejaVu Sans"/>
                <a:ea typeface="DejaVu Sans"/>
                <a:cs typeface="DejaVu Sans"/>
              </a:defRPr>
            </a:lvl9pPr>
          </a:lstStyle>
          <a:p xmlns:a="http://schemas.openxmlformats.org/drawingml/2006/main">
            <a:pPr algn="ctr">
              <a:defRPr sz="1650" b="0">
                <a:solidFill>
                  <a:srgbClr val="58677C"/>
                </a:solidFill>
                <a:latin typeface="DejaVu Sans"/>
                <a:ea typeface="DejaVu Sans"/>
                <a:cs typeface="DejaVu Sans"/>
              </a:defRPr>
            </a:pPr>
            <a:r>
              <a:rPr sz="1650" b="0">
                <a:solidFill>
                  <a:srgbClr val="58677C"/>
                </a:solidFill>
                <a:latin typeface="DejaVu Sans"/>
                <a:ea typeface="DejaVu Sans"/>
                <a:cs typeface="DejaVu Sans"/>
              </a:rPr>
              <a:t>Feature update</a:t>
            </a:r>
          </a:p>
        </p:txBody>
      </p:sp>
      <p:sp>
        <p:nvSpPr>
          <p:cNvPr id="18" name="shape-1005">
            <a:extLst xmlns:a="http://schemas.openxmlformats.org/drawingml/2006/main">
              <a:ext uri="{FF2B5EF4-FFF2-40B4-BE49-F238E27FC236}">
                <a16:creationId xmlns:a16="http://schemas.microsoft.com/office/drawing/2014/main" id="{B6E7414A-4D8B-4546-A065-97EC45A58046}"/>
              </a:ext>
            </a:extLst>
          </p:cNvPr>
          <p:cNvSpPr>
            <a:spLocks xmlns:a="http://schemas.openxmlformats.org/drawingml/2006/main" noGrp="1"/>
          </p:cNvSpPr>
          <p:nvPr/>
        </p:nvSpPr>
        <p:spPr>
          <a:xfrm xmlns:a="http://schemas.openxmlformats.org/drawingml/2006/main" rot="0">
            <a:off x="2381250" y="4429125"/>
            <a:ext cx="4410075" cy="857250"/>
          </a:xfrm>
          <a:prstGeom xmlns:a="http://schemas.openxmlformats.org/drawingml/2006/main" prst="rect">
            <a:avLst/>
          </a:prstGeom>
          <a:solidFill xmlns:a="http://schemas.openxmlformats.org/drawingml/2006/main">
            <a:srgbClr val="E5EBF2"/>
          </a:solidFill>
          <a:ln xmlns:a="http://schemas.openxmlformats.org/drawingml/2006/main" w="15240">
            <a:solidFill>
              <a:srgbClr val="304C68"/>
            </a:solidFill>
            <a:prstDash val="solid"/>
          </a:ln>
        </p:spPr>
      </p:sp>
      <p:sp>
        <p:nvSpPr>
          <p:cNvPr id="19" name="label-1006">
            <a:extLst xmlns:a="http://schemas.openxmlformats.org/drawingml/2006/main">
              <a:ext uri="{FF2B5EF4-FFF2-40B4-BE49-F238E27FC236}">
                <a16:creationId xmlns:a16="http://schemas.microsoft.com/office/drawing/2014/main" id="{4DA1AC6C-7BB3-4063-AE73-7DF916A261A1}"/>
              </a:ext>
            </a:extLst>
          </p:cNvPr>
          <p:cNvSpPr>
            <a:spLocks xmlns:a="http://schemas.openxmlformats.org/drawingml/2006/main" noGrp="1"/>
          </p:cNvSpPr>
          <p:nvPr/>
        </p:nvSpPr>
        <p:spPr>
          <a:xfrm xmlns:a="http://schemas.openxmlformats.org/drawingml/2006/main">
            <a:off x="2457450" y="4476750"/>
            <a:ext cx="42576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304C68"/>
                </a:solidFill>
                <a:latin typeface="DejaVu Sans"/>
                <a:ea typeface="DejaVu Sans"/>
                <a:cs typeface="DejaVu Sans"/>
              </a:defRPr>
            </a:defPPr>
            <a:lvl1pPr algn="ctr">
              <a:defRPr sz="1725" b="1">
                <a:solidFill>
                  <a:srgbClr val="304C68"/>
                </a:solidFill>
                <a:latin typeface="DejaVu Sans"/>
                <a:ea typeface="DejaVu Sans"/>
                <a:cs typeface="DejaVu Sans"/>
              </a:defRPr>
            </a:lvl1pPr>
            <a:lvl2pPr algn="ctr">
              <a:defRPr sz="1725" b="1">
                <a:solidFill>
                  <a:srgbClr val="304C68"/>
                </a:solidFill>
                <a:latin typeface="DejaVu Sans"/>
                <a:ea typeface="DejaVu Sans"/>
                <a:cs typeface="DejaVu Sans"/>
              </a:defRPr>
            </a:lvl2pPr>
            <a:lvl3pPr algn="ctr">
              <a:defRPr sz="1725" b="1">
                <a:solidFill>
                  <a:srgbClr val="304C68"/>
                </a:solidFill>
                <a:latin typeface="DejaVu Sans"/>
                <a:ea typeface="DejaVu Sans"/>
                <a:cs typeface="DejaVu Sans"/>
              </a:defRPr>
            </a:lvl3pPr>
            <a:lvl4pPr algn="ctr">
              <a:defRPr sz="1725" b="1">
                <a:solidFill>
                  <a:srgbClr val="304C68"/>
                </a:solidFill>
                <a:latin typeface="DejaVu Sans"/>
                <a:ea typeface="DejaVu Sans"/>
                <a:cs typeface="DejaVu Sans"/>
              </a:defRPr>
            </a:lvl4pPr>
            <a:lvl5pPr algn="ctr">
              <a:defRPr sz="1725" b="1">
                <a:solidFill>
                  <a:srgbClr val="304C68"/>
                </a:solidFill>
                <a:latin typeface="DejaVu Sans"/>
                <a:ea typeface="DejaVu Sans"/>
                <a:cs typeface="DejaVu Sans"/>
              </a:defRPr>
            </a:lvl5pPr>
            <a:lvl6pPr algn="ctr">
              <a:defRPr sz="1725" b="1">
                <a:solidFill>
                  <a:srgbClr val="304C68"/>
                </a:solidFill>
                <a:latin typeface="DejaVu Sans"/>
                <a:ea typeface="DejaVu Sans"/>
                <a:cs typeface="DejaVu Sans"/>
              </a:defRPr>
            </a:lvl6pPr>
            <a:lvl7pPr algn="ctr">
              <a:defRPr sz="1725" b="1">
                <a:solidFill>
                  <a:srgbClr val="304C68"/>
                </a:solidFill>
                <a:latin typeface="DejaVu Sans"/>
                <a:ea typeface="DejaVu Sans"/>
                <a:cs typeface="DejaVu Sans"/>
              </a:defRPr>
            </a:lvl7pPr>
            <a:lvl8pPr algn="ctr">
              <a:defRPr sz="1725" b="1">
                <a:solidFill>
                  <a:srgbClr val="304C68"/>
                </a:solidFill>
                <a:latin typeface="DejaVu Sans"/>
                <a:ea typeface="DejaVu Sans"/>
                <a:cs typeface="DejaVu Sans"/>
              </a:defRPr>
            </a:lvl8pPr>
            <a:lvl9pPr algn="ctr">
              <a:defRPr sz="1725" b="1">
                <a:solidFill>
                  <a:srgbClr val="304C68"/>
                </a:solidFill>
                <a:latin typeface="DejaVu Sans"/>
                <a:ea typeface="DejaVu Sans"/>
                <a:cs typeface="DejaVu Sans"/>
              </a:defRPr>
            </a:lvl9pPr>
          </a:lstStyle>
          <a:p xmlns:a="http://schemas.openxmlformats.org/drawingml/2006/main">
            <a:pPr algn="ctr">
              <a:defRPr sz="1725" b="1">
                <a:solidFill>
                  <a:srgbClr val="304C68"/>
                </a:solidFill>
                <a:latin typeface="DejaVu Sans"/>
                <a:ea typeface="DejaVu Sans"/>
                <a:cs typeface="DejaVu Sans"/>
              </a:defRPr>
            </a:pPr>
            <a:r>
              <a:rPr sz="1725" b="1">
                <a:solidFill>
                  <a:srgbClr val="304C68"/>
                </a:solidFill>
                <a:latin typeface="DejaVu Sans"/>
                <a:ea typeface="DejaVu Sans"/>
                <a:cs typeface="DejaVu Sans"/>
              </a:rPr>
              <a:t>32,400 BEV positions</a:t>
            </a:r>
          </a:p>
          <a:p xmlns:a="http://schemas.openxmlformats.org/drawingml/2006/main">
            <a:pPr algn="ctr">
              <a:defRPr sz="1725" b="1">
                <a:solidFill>
                  <a:srgbClr val="304C68"/>
                </a:solidFill>
                <a:latin typeface="DejaVu Sans"/>
                <a:ea typeface="DejaVu Sans"/>
                <a:cs typeface="DejaVu Sans"/>
              </a:defRPr>
            </a:pPr>
            <a:r>
              <a:rPr sz="1725" b="1">
                <a:solidFill>
                  <a:srgbClr val="304C68"/>
                </a:solidFill>
                <a:latin typeface="DejaVu Sans"/>
                <a:ea typeface="DejaVu Sans"/>
                <a:cs typeface="DejaVu Sans"/>
              </a:rPr>
              <a:t>128 ch + position encoding</a:t>
            </a:r>
          </a:p>
        </p:txBody>
      </p:sp>
      <p:sp>
        <p:nvSpPr>
          <p:cNvPr id="20" name="path-1007">
            <a:extLst xmlns:a="http://schemas.openxmlformats.org/drawingml/2006/main">
              <a:ext uri="{FF2B5EF4-FFF2-40B4-BE49-F238E27FC236}">
                <a16:creationId xmlns:a16="http://schemas.microsoft.com/office/drawing/2014/main" id="{48F553FA-9C76-4222-AAD5-2B938BC32BA6}"/>
              </a:ext>
            </a:extLst>
          </p:cNvPr>
          <p:cNvSpPr>
            <a:spLocks xmlns:a="http://schemas.openxmlformats.org/drawingml/2006/main" noGrp="1"/>
          </p:cNvSpPr>
          <p:nvPr/>
        </p:nvSpPr>
        <p:spPr>
          <a:xfrm xmlns:a="http://schemas.openxmlformats.org/drawingml/2006/main">
            <a:off x="4581525" y="3095625"/>
            <a:ext cx="953" cy="1333500"/>
          </a:xfrm>
          <a:custGeom xmlns:a="http://schemas.openxmlformats.org/drawingml/2006/main">
            <a:pathLst>
              <a:path w="953" h="1333500">
                <a:moveTo>
                  <a:pt x="0" y="1333500"/>
                </a:moveTo>
                <a:lnTo>
                  <a:pt x="0" y="0"/>
                </a:lnTo>
              </a:path>
            </a:pathLst>
          </a:custGeom>
          <a:noFill xmlns:a="http://schemas.openxmlformats.org/drawingml/2006/main"/>
          <a:ln xmlns:a="http://schemas.openxmlformats.org/drawingml/2006/main" w="22860">
            <a:solidFill>
              <a:srgbClr val="304C68"/>
            </a:solidFill>
            <a:prstDash val="solid"/>
          </a:ln>
        </p:spPr>
      </p:sp>
      <p:sp>
        <p:nvSpPr>
          <p:cNvPr id="21" name="path-1008">
            <a:extLst xmlns:a="http://schemas.openxmlformats.org/drawingml/2006/main">
              <a:ext uri="{FF2B5EF4-FFF2-40B4-BE49-F238E27FC236}">
                <a16:creationId xmlns:a16="http://schemas.microsoft.com/office/drawing/2014/main" id="{EFAC2F7F-7E04-4AF6-ACCC-F63D7776C0DF}"/>
              </a:ext>
            </a:extLst>
          </p:cNvPr>
          <p:cNvSpPr>
            <a:spLocks xmlns:a="http://schemas.openxmlformats.org/drawingml/2006/main" noGrp="1"/>
          </p:cNvSpPr>
          <p:nvPr/>
        </p:nvSpPr>
        <p:spPr>
          <a:xfrm xmlns:a="http://schemas.openxmlformats.org/drawingml/2006/main">
            <a:off x="4537710" y="3095625"/>
            <a:ext cx="87630" cy="95250"/>
          </a:xfrm>
          <a:custGeom xmlns:a="http://schemas.openxmlformats.org/drawingml/2006/main">
            <a:pathLst>
              <a:path w="87630" h="95250">
                <a:moveTo>
                  <a:pt x="43815" y="0"/>
                </a:moveTo>
                <a:lnTo>
                  <a:pt x="0" y="95250"/>
                </a:lnTo>
                <a:lnTo>
                  <a:pt x="87630" y="95250"/>
                </a:lnTo>
                <a:close/>
              </a:path>
            </a:pathLst>
          </a:custGeom>
          <a:solidFill xmlns:a="http://schemas.openxmlformats.org/drawingml/2006/main">
            <a:srgbClr val="304C68"/>
          </a:solidFill>
          <a:ln xmlns:a="http://schemas.openxmlformats.org/drawingml/2006/main" w="0">
            <a:solidFill>
              <a:srgbClr val="304C68"/>
            </a:solidFill>
            <a:prstDash val="solid"/>
          </a:ln>
        </p:spPr>
      </p:sp>
      <p:sp>
        <p:nvSpPr>
          <p:cNvPr id="22" name="label-1009">
            <a:extLst xmlns:a="http://schemas.openxmlformats.org/drawingml/2006/main">
              <a:ext uri="{FF2B5EF4-FFF2-40B4-BE49-F238E27FC236}">
                <a16:creationId xmlns:a16="http://schemas.microsoft.com/office/drawing/2014/main" id="{3894704E-AFA6-41E6-B1C9-C80F87054C07}"/>
              </a:ext>
            </a:extLst>
          </p:cNvPr>
          <p:cNvSpPr>
            <a:spLocks xmlns:a="http://schemas.openxmlformats.org/drawingml/2006/main" noGrp="1"/>
          </p:cNvSpPr>
          <p:nvPr/>
        </p:nvSpPr>
        <p:spPr>
          <a:xfrm xmlns:a="http://schemas.openxmlformats.org/drawingml/2006/main">
            <a:off x="4791075" y="3914775"/>
            <a:ext cx="2009775"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304C68"/>
                </a:solidFill>
                <a:latin typeface="DejaVu Sans"/>
                <a:ea typeface="DejaVu Sans"/>
                <a:cs typeface="DejaVu Sans"/>
              </a:defRPr>
            </a:defPPr>
            <a:lvl1pPr algn="l">
              <a:defRPr sz="1650" b="0">
                <a:solidFill>
                  <a:srgbClr val="304C68"/>
                </a:solidFill>
                <a:latin typeface="DejaVu Sans"/>
                <a:ea typeface="DejaVu Sans"/>
                <a:cs typeface="DejaVu Sans"/>
              </a:defRPr>
            </a:lvl1pPr>
            <a:lvl2pPr algn="l">
              <a:defRPr sz="1650" b="0">
                <a:solidFill>
                  <a:srgbClr val="304C68"/>
                </a:solidFill>
                <a:latin typeface="DejaVu Sans"/>
                <a:ea typeface="DejaVu Sans"/>
                <a:cs typeface="DejaVu Sans"/>
              </a:defRPr>
            </a:lvl2pPr>
            <a:lvl3pPr algn="l">
              <a:defRPr sz="1650" b="0">
                <a:solidFill>
                  <a:srgbClr val="304C68"/>
                </a:solidFill>
                <a:latin typeface="DejaVu Sans"/>
                <a:ea typeface="DejaVu Sans"/>
                <a:cs typeface="DejaVu Sans"/>
              </a:defRPr>
            </a:lvl3pPr>
            <a:lvl4pPr algn="l">
              <a:defRPr sz="1650" b="0">
                <a:solidFill>
                  <a:srgbClr val="304C68"/>
                </a:solidFill>
                <a:latin typeface="DejaVu Sans"/>
                <a:ea typeface="DejaVu Sans"/>
                <a:cs typeface="DejaVu Sans"/>
              </a:defRPr>
            </a:lvl4pPr>
            <a:lvl5pPr algn="l">
              <a:defRPr sz="1650" b="0">
                <a:solidFill>
                  <a:srgbClr val="304C68"/>
                </a:solidFill>
                <a:latin typeface="DejaVu Sans"/>
                <a:ea typeface="DejaVu Sans"/>
                <a:cs typeface="DejaVu Sans"/>
              </a:defRPr>
            </a:lvl5pPr>
            <a:lvl6pPr algn="l">
              <a:defRPr sz="1650" b="0">
                <a:solidFill>
                  <a:srgbClr val="304C68"/>
                </a:solidFill>
                <a:latin typeface="DejaVu Sans"/>
                <a:ea typeface="DejaVu Sans"/>
                <a:cs typeface="DejaVu Sans"/>
              </a:defRPr>
            </a:lvl6pPr>
            <a:lvl7pPr algn="l">
              <a:defRPr sz="1650" b="0">
                <a:solidFill>
                  <a:srgbClr val="304C68"/>
                </a:solidFill>
                <a:latin typeface="DejaVu Sans"/>
                <a:ea typeface="DejaVu Sans"/>
                <a:cs typeface="DejaVu Sans"/>
              </a:defRPr>
            </a:lvl7pPr>
            <a:lvl8pPr algn="l">
              <a:defRPr sz="1650" b="0">
                <a:solidFill>
                  <a:srgbClr val="304C68"/>
                </a:solidFill>
                <a:latin typeface="DejaVu Sans"/>
                <a:ea typeface="DejaVu Sans"/>
                <a:cs typeface="DejaVu Sans"/>
              </a:defRPr>
            </a:lvl8pPr>
            <a:lvl9pPr algn="l">
              <a:defRPr sz="1650" b="0">
                <a:solidFill>
                  <a:srgbClr val="304C68"/>
                </a:solidFill>
                <a:latin typeface="DejaVu Sans"/>
                <a:ea typeface="DejaVu Sans"/>
                <a:cs typeface="DejaVu Sans"/>
              </a:defRPr>
            </a:lvl9pPr>
          </a:lstStyle>
          <a:p xmlns:a="http://schemas.openxmlformats.org/drawingml/2006/main">
            <a:pPr algn="l">
              <a:defRPr sz="1650" b="0">
                <a:solidFill>
                  <a:srgbClr val="304C68"/>
                </a:solidFill>
                <a:latin typeface="DejaVu Sans"/>
                <a:ea typeface="DejaVu Sans"/>
                <a:cs typeface="DejaVu Sans"/>
              </a:defRPr>
            </a:pPr>
            <a:r>
              <a:rPr sz="1650" b="0">
                <a:solidFill>
                  <a:srgbClr val="304C68"/>
                </a:solidFill>
                <a:latin typeface="DejaVu Sans"/>
                <a:ea typeface="DejaVu Sans"/>
                <a:cs typeface="DejaVu Sans"/>
              </a:rPr>
              <a:t>Keys / values</a:t>
            </a:r>
          </a:p>
        </p:txBody>
      </p:sp>
      <p:sp>
        <p:nvSpPr>
          <p:cNvPr id="23" name="label-1010">
            <a:extLst xmlns:a="http://schemas.openxmlformats.org/drawingml/2006/main">
              <a:ext uri="{FF2B5EF4-FFF2-40B4-BE49-F238E27FC236}">
                <a16:creationId xmlns:a16="http://schemas.microsoft.com/office/drawing/2014/main" id="{29B87A66-EDCA-4727-8645-ABFC26DEABF4}"/>
              </a:ext>
            </a:extLst>
          </p:cNvPr>
          <p:cNvSpPr>
            <a:spLocks xmlns:a="http://schemas.openxmlformats.org/drawingml/2006/main" noGrp="1"/>
          </p:cNvSpPr>
          <p:nvPr/>
        </p:nvSpPr>
        <p:spPr>
          <a:xfrm xmlns:a="http://schemas.openxmlformats.org/drawingml/2006/main">
            <a:off x="533400" y="5553075"/>
            <a:ext cx="809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8677C"/>
                </a:solidFill>
                <a:latin typeface="DejaVu Sans"/>
                <a:ea typeface="DejaVu Sans"/>
                <a:cs typeface="DejaVu Sans"/>
              </a:defRPr>
            </a:defPPr>
            <a:lvl1pPr algn="l">
              <a:defRPr sz="1725" b="0">
                <a:solidFill>
                  <a:srgbClr val="58677C"/>
                </a:solidFill>
                <a:latin typeface="DejaVu Sans"/>
                <a:ea typeface="DejaVu Sans"/>
                <a:cs typeface="DejaVu Sans"/>
              </a:defRPr>
            </a:lvl1pPr>
            <a:lvl2pPr algn="l">
              <a:defRPr sz="1725" b="0">
                <a:solidFill>
                  <a:srgbClr val="58677C"/>
                </a:solidFill>
                <a:latin typeface="DejaVu Sans"/>
                <a:ea typeface="DejaVu Sans"/>
                <a:cs typeface="DejaVu Sans"/>
              </a:defRPr>
            </a:lvl2pPr>
            <a:lvl3pPr algn="l">
              <a:defRPr sz="1725" b="0">
                <a:solidFill>
                  <a:srgbClr val="58677C"/>
                </a:solidFill>
                <a:latin typeface="DejaVu Sans"/>
                <a:ea typeface="DejaVu Sans"/>
                <a:cs typeface="DejaVu Sans"/>
              </a:defRPr>
            </a:lvl3pPr>
            <a:lvl4pPr algn="l">
              <a:defRPr sz="1725" b="0">
                <a:solidFill>
                  <a:srgbClr val="58677C"/>
                </a:solidFill>
                <a:latin typeface="DejaVu Sans"/>
                <a:ea typeface="DejaVu Sans"/>
                <a:cs typeface="DejaVu Sans"/>
              </a:defRPr>
            </a:lvl4pPr>
            <a:lvl5pPr algn="l">
              <a:defRPr sz="1725" b="0">
                <a:solidFill>
                  <a:srgbClr val="58677C"/>
                </a:solidFill>
                <a:latin typeface="DejaVu Sans"/>
                <a:ea typeface="DejaVu Sans"/>
                <a:cs typeface="DejaVu Sans"/>
              </a:defRPr>
            </a:lvl5pPr>
            <a:lvl6pPr algn="l">
              <a:defRPr sz="1725" b="0">
                <a:solidFill>
                  <a:srgbClr val="58677C"/>
                </a:solidFill>
                <a:latin typeface="DejaVu Sans"/>
                <a:ea typeface="DejaVu Sans"/>
                <a:cs typeface="DejaVu Sans"/>
              </a:defRPr>
            </a:lvl6pPr>
            <a:lvl7pPr algn="l">
              <a:defRPr sz="1725" b="0">
                <a:solidFill>
                  <a:srgbClr val="58677C"/>
                </a:solidFill>
                <a:latin typeface="DejaVu Sans"/>
                <a:ea typeface="DejaVu Sans"/>
                <a:cs typeface="DejaVu Sans"/>
              </a:defRPr>
            </a:lvl7pPr>
            <a:lvl8pPr algn="l">
              <a:defRPr sz="1725" b="0">
                <a:solidFill>
                  <a:srgbClr val="58677C"/>
                </a:solidFill>
                <a:latin typeface="DejaVu Sans"/>
                <a:ea typeface="DejaVu Sans"/>
                <a:cs typeface="DejaVu Sans"/>
              </a:defRPr>
            </a:lvl8pPr>
            <a:lvl9pPr algn="l">
              <a:defRPr sz="1725" b="0">
                <a:solidFill>
                  <a:srgbClr val="58677C"/>
                </a:solidFill>
                <a:latin typeface="DejaVu Sans"/>
                <a:ea typeface="DejaVu Sans"/>
                <a:cs typeface="DejaVu Sans"/>
              </a:defRPr>
            </a:lvl9pPr>
          </a:lstStyle>
          <a:p xmlns:a="http://schemas.openxmlformats.org/drawingml/2006/main">
            <a:pPr algn="l">
              <a:defRPr sz="1725" b="0">
                <a:solidFill>
                  <a:srgbClr val="58677C"/>
                </a:solidFill>
                <a:latin typeface="DejaVu Sans"/>
                <a:ea typeface="DejaVu Sans"/>
                <a:cs typeface="DejaVu Sans"/>
              </a:defRPr>
            </a:pPr>
            <a:r>
              <a:rPr sz="1725" b="0">
                <a:solidFill>
                  <a:srgbClr val="58677C"/>
                </a:solidFill>
                <a:latin typeface="DejaVu Sans"/>
                <a:ea typeface="DejaVu Sans"/>
                <a:cs typeface="DejaVu Sans"/>
              </a:rPr>
              <a:t>Each sublayer uses residual connections and LayerNorm</a:t>
            </a:r>
          </a:p>
        </p:txBody>
      </p:sp>
      <p:sp>
        <p:nvSpPr>
          <p:cNvPr id="24" name="shape-1011">
            <a:extLst xmlns:a="http://schemas.openxmlformats.org/drawingml/2006/main">
              <a:ext uri="{FF2B5EF4-FFF2-40B4-BE49-F238E27FC236}">
                <a16:creationId xmlns:a16="http://schemas.microsoft.com/office/drawing/2014/main" id="{2F30E7B7-0E2A-4BE0-B961-CDB4D3699A7A}"/>
              </a:ext>
            </a:extLst>
          </p:cNvPr>
          <p:cNvSpPr>
            <a:spLocks xmlns:a="http://schemas.openxmlformats.org/drawingml/2006/main" noGrp="1"/>
          </p:cNvSpPr>
          <p:nvPr/>
        </p:nvSpPr>
        <p:spPr>
          <a:xfrm xmlns:a="http://schemas.openxmlformats.org/drawingml/2006/main" rot="0">
            <a:off x="9420225" y="2162175"/>
            <a:ext cx="2238375" cy="933450"/>
          </a:xfrm>
          <a:prstGeom xmlns:a="http://schemas.openxmlformats.org/drawingml/2006/main" prst="rect">
            <a:avLst/>
          </a:prstGeom>
          <a:solidFill xmlns:a="http://schemas.openxmlformats.org/drawingml/2006/main">
            <a:srgbClr val="E5EBF2"/>
          </a:solidFill>
          <a:ln xmlns:a="http://schemas.openxmlformats.org/drawingml/2006/main" w="15240">
            <a:solidFill>
              <a:srgbClr val="304C68"/>
            </a:solidFill>
            <a:prstDash val="solid"/>
          </a:ln>
        </p:spPr>
      </p:sp>
      <p:sp>
        <p:nvSpPr>
          <p:cNvPr id="25" name="label-1012">
            <a:extLst xmlns:a="http://schemas.openxmlformats.org/drawingml/2006/main">
              <a:ext uri="{FF2B5EF4-FFF2-40B4-BE49-F238E27FC236}">
                <a16:creationId xmlns:a16="http://schemas.microsoft.com/office/drawing/2014/main" id="{0FDF995F-DCC6-4653-A222-3DD677C735BD}"/>
              </a:ext>
            </a:extLst>
          </p:cNvPr>
          <p:cNvSpPr>
            <a:spLocks xmlns:a="http://schemas.openxmlformats.org/drawingml/2006/main" noGrp="1"/>
          </p:cNvSpPr>
          <p:nvPr/>
        </p:nvSpPr>
        <p:spPr>
          <a:xfrm xmlns:a="http://schemas.openxmlformats.org/drawingml/2006/main">
            <a:off x="9496425" y="2209800"/>
            <a:ext cx="2085975" cy="838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950" b="1">
                <a:solidFill>
                  <a:srgbClr val="304C68"/>
                </a:solidFill>
                <a:latin typeface="DejaVu Sans"/>
                <a:ea typeface="DejaVu Sans"/>
                <a:cs typeface="DejaVu Sans"/>
              </a:defRPr>
            </a:defPPr>
            <a:lvl1pPr algn="ctr">
              <a:defRPr sz="1950" b="1">
                <a:solidFill>
                  <a:srgbClr val="304C68"/>
                </a:solidFill>
                <a:latin typeface="DejaVu Sans"/>
                <a:ea typeface="DejaVu Sans"/>
                <a:cs typeface="DejaVu Sans"/>
              </a:defRPr>
            </a:lvl1pPr>
            <a:lvl2pPr algn="ctr">
              <a:defRPr sz="1950" b="1">
                <a:solidFill>
                  <a:srgbClr val="304C68"/>
                </a:solidFill>
                <a:latin typeface="DejaVu Sans"/>
                <a:ea typeface="DejaVu Sans"/>
                <a:cs typeface="DejaVu Sans"/>
              </a:defRPr>
            </a:lvl2pPr>
            <a:lvl3pPr algn="ctr">
              <a:defRPr sz="1950" b="1">
                <a:solidFill>
                  <a:srgbClr val="304C68"/>
                </a:solidFill>
                <a:latin typeface="DejaVu Sans"/>
                <a:ea typeface="DejaVu Sans"/>
                <a:cs typeface="DejaVu Sans"/>
              </a:defRPr>
            </a:lvl3pPr>
            <a:lvl4pPr algn="ctr">
              <a:defRPr sz="1950" b="1">
                <a:solidFill>
                  <a:srgbClr val="304C68"/>
                </a:solidFill>
                <a:latin typeface="DejaVu Sans"/>
                <a:ea typeface="DejaVu Sans"/>
                <a:cs typeface="DejaVu Sans"/>
              </a:defRPr>
            </a:lvl4pPr>
            <a:lvl5pPr algn="ctr">
              <a:defRPr sz="1950" b="1">
                <a:solidFill>
                  <a:srgbClr val="304C68"/>
                </a:solidFill>
                <a:latin typeface="DejaVu Sans"/>
                <a:ea typeface="DejaVu Sans"/>
                <a:cs typeface="DejaVu Sans"/>
              </a:defRPr>
            </a:lvl5pPr>
            <a:lvl6pPr algn="ctr">
              <a:defRPr sz="1950" b="1">
                <a:solidFill>
                  <a:srgbClr val="304C68"/>
                </a:solidFill>
                <a:latin typeface="DejaVu Sans"/>
                <a:ea typeface="DejaVu Sans"/>
                <a:cs typeface="DejaVu Sans"/>
              </a:defRPr>
            </a:lvl6pPr>
            <a:lvl7pPr algn="ctr">
              <a:defRPr sz="1950" b="1">
                <a:solidFill>
                  <a:srgbClr val="304C68"/>
                </a:solidFill>
                <a:latin typeface="DejaVu Sans"/>
                <a:ea typeface="DejaVu Sans"/>
                <a:cs typeface="DejaVu Sans"/>
              </a:defRPr>
            </a:lvl7pPr>
            <a:lvl8pPr algn="ctr">
              <a:defRPr sz="1950" b="1">
                <a:solidFill>
                  <a:srgbClr val="304C68"/>
                </a:solidFill>
                <a:latin typeface="DejaVu Sans"/>
                <a:ea typeface="DejaVu Sans"/>
                <a:cs typeface="DejaVu Sans"/>
              </a:defRPr>
            </a:lvl8pPr>
            <a:lvl9pPr algn="ctr">
              <a:defRPr sz="1950" b="1">
                <a:solidFill>
                  <a:srgbClr val="304C68"/>
                </a:solidFill>
                <a:latin typeface="DejaVu Sans"/>
                <a:ea typeface="DejaVu Sans"/>
                <a:cs typeface="DejaVu Sans"/>
              </a:defRPr>
            </a:lvl9pPr>
          </a:lstStyle>
          <a:p xmlns:a="http://schemas.openxmlformats.org/drawingml/2006/main">
            <a:pPr algn="ctr">
              <a:defRPr sz="1950" b="1">
                <a:solidFill>
                  <a:srgbClr val="304C68"/>
                </a:solidFill>
                <a:latin typeface="DejaVu Sans"/>
                <a:ea typeface="DejaVu Sans"/>
                <a:cs typeface="DejaVu Sans"/>
              </a:defRPr>
            </a:pPr>
            <a:r>
              <a:rPr sz="1950" b="1">
                <a:solidFill>
                  <a:srgbClr val="304C68"/>
                </a:solidFill>
                <a:latin typeface="DejaVu Sans"/>
                <a:ea typeface="DejaVu Sans"/>
                <a:cs typeface="DejaVu Sans"/>
              </a:rPr>
              <a:t>Prediction</a:t>
            </a:r>
          </a:p>
          <a:p xmlns:a="http://schemas.openxmlformats.org/drawingml/2006/main">
            <a:pPr algn="ctr">
              <a:defRPr sz="1950" b="1">
                <a:solidFill>
                  <a:srgbClr val="304C68"/>
                </a:solidFill>
                <a:latin typeface="DejaVu Sans"/>
                <a:ea typeface="DejaVu Sans"/>
                <a:cs typeface="DejaVu Sans"/>
              </a:defRPr>
            </a:pPr>
            <a:r>
              <a:rPr sz="1950" b="1">
                <a:solidFill>
                  <a:srgbClr val="304C68"/>
                </a:solidFill>
                <a:latin typeface="DejaVu Sans"/>
                <a:ea typeface="DejaVu Sans"/>
                <a:cs typeface="DejaVu Sans"/>
              </a:rPr>
              <a:t>heads</a:t>
            </a:r>
          </a:p>
        </p:txBody>
      </p:sp>
      <p:sp>
        <p:nvSpPr>
          <p:cNvPr id="26" name="shape-1013">
            <a:extLst xmlns:a="http://schemas.openxmlformats.org/drawingml/2006/main">
              <a:ext uri="{FF2B5EF4-FFF2-40B4-BE49-F238E27FC236}">
                <a16:creationId xmlns:a16="http://schemas.microsoft.com/office/drawing/2014/main" id="{25958916-5374-4DAB-99D9-94D3D470C4C6}"/>
              </a:ext>
            </a:extLst>
          </p:cNvPr>
          <p:cNvSpPr>
            <a:spLocks xmlns:a="http://schemas.openxmlformats.org/drawingml/2006/main" noGrp="1"/>
          </p:cNvSpPr>
          <p:nvPr/>
        </p:nvSpPr>
        <p:spPr>
          <a:xfrm xmlns:a="http://schemas.openxmlformats.org/drawingml/2006/main" rot="0">
            <a:off x="9353550" y="3438525"/>
            <a:ext cx="2305050" cy="371475"/>
          </a:xfrm>
          <a:prstGeom xmlns:a="http://schemas.openxmlformats.org/drawingml/2006/main" prst="rect">
            <a:avLst/>
          </a:prstGeom>
          <a:solidFill xmlns:a="http://schemas.openxmlformats.org/drawingml/2006/main">
            <a:srgbClr val="DCF2EB"/>
          </a:solidFill>
          <a:ln xmlns:a="http://schemas.openxmlformats.org/drawingml/2006/main" w="15240">
            <a:solidFill>
              <a:srgbClr val="087F6C"/>
            </a:solidFill>
            <a:prstDash val="solid"/>
          </a:ln>
        </p:spPr>
      </p:sp>
      <p:sp>
        <p:nvSpPr>
          <p:cNvPr id="27" name="label-1014">
            <a:extLst xmlns:a="http://schemas.openxmlformats.org/drawingml/2006/main">
              <a:ext uri="{FF2B5EF4-FFF2-40B4-BE49-F238E27FC236}">
                <a16:creationId xmlns:a16="http://schemas.microsoft.com/office/drawing/2014/main" id="{66546453-D331-41F3-8B06-36713059E903}"/>
              </a:ext>
            </a:extLst>
          </p:cNvPr>
          <p:cNvSpPr>
            <a:spLocks xmlns:a="http://schemas.openxmlformats.org/drawingml/2006/main" noGrp="1"/>
          </p:cNvSpPr>
          <p:nvPr/>
        </p:nvSpPr>
        <p:spPr>
          <a:xfrm xmlns:a="http://schemas.openxmlformats.org/drawingml/2006/main">
            <a:off x="9429750" y="3486150"/>
            <a:ext cx="21526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650" b="1">
                <a:solidFill>
                  <a:srgbClr val="087F6C"/>
                </a:solidFill>
                <a:latin typeface="DejaVu Sans"/>
                <a:ea typeface="DejaVu Sans"/>
                <a:cs typeface="DejaVu Sans"/>
              </a:defRPr>
            </a:defPPr>
            <a:lvl1pPr algn="ctr">
              <a:defRPr sz="1650" b="1">
                <a:solidFill>
                  <a:srgbClr val="087F6C"/>
                </a:solidFill>
                <a:latin typeface="DejaVu Sans"/>
                <a:ea typeface="DejaVu Sans"/>
                <a:cs typeface="DejaVu Sans"/>
              </a:defRPr>
            </a:lvl1pPr>
            <a:lvl2pPr algn="ctr">
              <a:defRPr sz="1650" b="1">
                <a:solidFill>
                  <a:srgbClr val="087F6C"/>
                </a:solidFill>
                <a:latin typeface="DejaVu Sans"/>
                <a:ea typeface="DejaVu Sans"/>
                <a:cs typeface="DejaVu Sans"/>
              </a:defRPr>
            </a:lvl2pPr>
            <a:lvl3pPr algn="ctr">
              <a:defRPr sz="1650" b="1">
                <a:solidFill>
                  <a:srgbClr val="087F6C"/>
                </a:solidFill>
                <a:latin typeface="DejaVu Sans"/>
                <a:ea typeface="DejaVu Sans"/>
                <a:cs typeface="DejaVu Sans"/>
              </a:defRPr>
            </a:lvl3pPr>
            <a:lvl4pPr algn="ctr">
              <a:defRPr sz="1650" b="1">
                <a:solidFill>
                  <a:srgbClr val="087F6C"/>
                </a:solidFill>
                <a:latin typeface="DejaVu Sans"/>
                <a:ea typeface="DejaVu Sans"/>
                <a:cs typeface="DejaVu Sans"/>
              </a:defRPr>
            </a:lvl4pPr>
            <a:lvl5pPr algn="ctr">
              <a:defRPr sz="1650" b="1">
                <a:solidFill>
                  <a:srgbClr val="087F6C"/>
                </a:solidFill>
                <a:latin typeface="DejaVu Sans"/>
                <a:ea typeface="DejaVu Sans"/>
                <a:cs typeface="DejaVu Sans"/>
              </a:defRPr>
            </a:lvl5pPr>
            <a:lvl6pPr algn="ctr">
              <a:defRPr sz="1650" b="1">
                <a:solidFill>
                  <a:srgbClr val="087F6C"/>
                </a:solidFill>
                <a:latin typeface="DejaVu Sans"/>
                <a:ea typeface="DejaVu Sans"/>
                <a:cs typeface="DejaVu Sans"/>
              </a:defRPr>
            </a:lvl6pPr>
            <a:lvl7pPr algn="ctr">
              <a:defRPr sz="1650" b="1">
                <a:solidFill>
                  <a:srgbClr val="087F6C"/>
                </a:solidFill>
                <a:latin typeface="DejaVu Sans"/>
                <a:ea typeface="DejaVu Sans"/>
                <a:cs typeface="DejaVu Sans"/>
              </a:defRPr>
            </a:lvl7pPr>
            <a:lvl8pPr algn="ctr">
              <a:defRPr sz="1650" b="1">
                <a:solidFill>
                  <a:srgbClr val="087F6C"/>
                </a:solidFill>
                <a:latin typeface="DejaVu Sans"/>
                <a:ea typeface="DejaVu Sans"/>
                <a:cs typeface="DejaVu Sans"/>
              </a:defRPr>
            </a:lvl8pPr>
            <a:lvl9pPr algn="ctr">
              <a:defRPr sz="1650" b="1">
                <a:solidFill>
                  <a:srgbClr val="087F6C"/>
                </a:solidFill>
                <a:latin typeface="DejaVu Sans"/>
                <a:ea typeface="DejaVu Sans"/>
                <a:cs typeface="DejaVu Sans"/>
              </a:defRPr>
            </a:lvl9pPr>
          </a:lstStyle>
          <a:p xmlns:a="http://schemas.openxmlformats.org/drawingml/2006/main">
            <a:pPr algn="ctr">
              <a:defRPr sz="1650" b="1">
                <a:solidFill>
                  <a:srgbClr val="087F6C"/>
                </a:solidFill>
                <a:latin typeface="DejaVu Sans"/>
                <a:ea typeface="DejaVu Sans"/>
                <a:cs typeface="DejaVu Sans"/>
              </a:defRPr>
            </a:pPr>
            <a:r>
              <a:rPr sz="1650" b="1">
                <a:solidFill>
                  <a:srgbClr val="087F6C"/>
                </a:solidFill>
                <a:latin typeface="DejaVu Sans"/>
                <a:ea typeface="DejaVu Sans"/>
                <a:cs typeface="DejaVu Sans"/>
              </a:rPr>
              <a:t>center  2</a:t>
            </a:r>
          </a:p>
        </p:txBody>
      </p:sp>
      <p:sp>
        <p:nvSpPr>
          <p:cNvPr id="28" name="shape-1015">
            <a:extLst xmlns:a="http://schemas.openxmlformats.org/drawingml/2006/main">
              <a:ext uri="{FF2B5EF4-FFF2-40B4-BE49-F238E27FC236}">
                <a16:creationId xmlns:a16="http://schemas.microsoft.com/office/drawing/2014/main" id="{C944CA8B-CC72-4B78-A16C-D1C8F58DC257}"/>
              </a:ext>
            </a:extLst>
          </p:cNvPr>
          <p:cNvSpPr>
            <a:spLocks xmlns:a="http://schemas.openxmlformats.org/drawingml/2006/main" noGrp="1"/>
          </p:cNvSpPr>
          <p:nvPr/>
        </p:nvSpPr>
        <p:spPr>
          <a:xfrm xmlns:a="http://schemas.openxmlformats.org/drawingml/2006/main" rot="0">
            <a:off x="9353550" y="3886200"/>
            <a:ext cx="2305050" cy="371475"/>
          </a:xfrm>
          <a:prstGeom xmlns:a="http://schemas.openxmlformats.org/drawingml/2006/main" prst="rect">
            <a:avLst/>
          </a:prstGeom>
          <a:solidFill xmlns:a="http://schemas.openxmlformats.org/drawingml/2006/main">
            <a:srgbClr val="DCF2EB"/>
          </a:solidFill>
          <a:ln xmlns:a="http://schemas.openxmlformats.org/drawingml/2006/main" w="15240">
            <a:solidFill>
              <a:srgbClr val="087F6C"/>
            </a:solidFill>
            <a:prstDash val="solid"/>
          </a:ln>
        </p:spPr>
      </p:sp>
      <p:sp>
        <p:nvSpPr>
          <p:cNvPr id="29" name="label-1016">
            <a:extLst xmlns:a="http://schemas.openxmlformats.org/drawingml/2006/main">
              <a:ext uri="{FF2B5EF4-FFF2-40B4-BE49-F238E27FC236}">
                <a16:creationId xmlns:a16="http://schemas.microsoft.com/office/drawing/2014/main" id="{B669A656-D67B-4872-B5EB-DB520906BF67}"/>
              </a:ext>
            </a:extLst>
          </p:cNvPr>
          <p:cNvSpPr>
            <a:spLocks xmlns:a="http://schemas.openxmlformats.org/drawingml/2006/main" noGrp="1"/>
          </p:cNvSpPr>
          <p:nvPr/>
        </p:nvSpPr>
        <p:spPr>
          <a:xfrm xmlns:a="http://schemas.openxmlformats.org/drawingml/2006/main">
            <a:off x="9429750" y="3933825"/>
            <a:ext cx="21526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650" b="1">
                <a:solidFill>
                  <a:srgbClr val="087F6C"/>
                </a:solidFill>
                <a:latin typeface="DejaVu Sans"/>
                <a:ea typeface="DejaVu Sans"/>
                <a:cs typeface="DejaVu Sans"/>
              </a:defRPr>
            </a:defPPr>
            <a:lvl1pPr algn="ctr">
              <a:defRPr sz="1650" b="1">
                <a:solidFill>
                  <a:srgbClr val="087F6C"/>
                </a:solidFill>
                <a:latin typeface="DejaVu Sans"/>
                <a:ea typeface="DejaVu Sans"/>
                <a:cs typeface="DejaVu Sans"/>
              </a:defRPr>
            </a:lvl1pPr>
            <a:lvl2pPr algn="ctr">
              <a:defRPr sz="1650" b="1">
                <a:solidFill>
                  <a:srgbClr val="087F6C"/>
                </a:solidFill>
                <a:latin typeface="DejaVu Sans"/>
                <a:ea typeface="DejaVu Sans"/>
                <a:cs typeface="DejaVu Sans"/>
              </a:defRPr>
            </a:lvl2pPr>
            <a:lvl3pPr algn="ctr">
              <a:defRPr sz="1650" b="1">
                <a:solidFill>
                  <a:srgbClr val="087F6C"/>
                </a:solidFill>
                <a:latin typeface="DejaVu Sans"/>
                <a:ea typeface="DejaVu Sans"/>
                <a:cs typeface="DejaVu Sans"/>
              </a:defRPr>
            </a:lvl3pPr>
            <a:lvl4pPr algn="ctr">
              <a:defRPr sz="1650" b="1">
                <a:solidFill>
                  <a:srgbClr val="087F6C"/>
                </a:solidFill>
                <a:latin typeface="DejaVu Sans"/>
                <a:ea typeface="DejaVu Sans"/>
                <a:cs typeface="DejaVu Sans"/>
              </a:defRPr>
            </a:lvl4pPr>
            <a:lvl5pPr algn="ctr">
              <a:defRPr sz="1650" b="1">
                <a:solidFill>
                  <a:srgbClr val="087F6C"/>
                </a:solidFill>
                <a:latin typeface="DejaVu Sans"/>
                <a:ea typeface="DejaVu Sans"/>
                <a:cs typeface="DejaVu Sans"/>
              </a:defRPr>
            </a:lvl5pPr>
            <a:lvl6pPr algn="ctr">
              <a:defRPr sz="1650" b="1">
                <a:solidFill>
                  <a:srgbClr val="087F6C"/>
                </a:solidFill>
                <a:latin typeface="DejaVu Sans"/>
                <a:ea typeface="DejaVu Sans"/>
                <a:cs typeface="DejaVu Sans"/>
              </a:defRPr>
            </a:lvl6pPr>
            <a:lvl7pPr algn="ctr">
              <a:defRPr sz="1650" b="1">
                <a:solidFill>
                  <a:srgbClr val="087F6C"/>
                </a:solidFill>
                <a:latin typeface="DejaVu Sans"/>
                <a:ea typeface="DejaVu Sans"/>
                <a:cs typeface="DejaVu Sans"/>
              </a:defRPr>
            </a:lvl7pPr>
            <a:lvl8pPr algn="ctr">
              <a:defRPr sz="1650" b="1">
                <a:solidFill>
                  <a:srgbClr val="087F6C"/>
                </a:solidFill>
                <a:latin typeface="DejaVu Sans"/>
                <a:ea typeface="DejaVu Sans"/>
                <a:cs typeface="DejaVu Sans"/>
              </a:defRPr>
            </a:lvl8pPr>
            <a:lvl9pPr algn="ctr">
              <a:defRPr sz="1650" b="1">
                <a:solidFill>
                  <a:srgbClr val="087F6C"/>
                </a:solidFill>
                <a:latin typeface="DejaVu Sans"/>
                <a:ea typeface="DejaVu Sans"/>
                <a:cs typeface="DejaVu Sans"/>
              </a:defRPr>
            </a:lvl9pPr>
          </a:lstStyle>
          <a:p xmlns:a="http://schemas.openxmlformats.org/drawingml/2006/main">
            <a:pPr algn="ctr">
              <a:defRPr sz="1650" b="1">
                <a:solidFill>
                  <a:srgbClr val="087F6C"/>
                </a:solidFill>
                <a:latin typeface="DejaVu Sans"/>
                <a:ea typeface="DejaVu Sans"/>
                <a:cs typeface="DejaVu Sans"/>
              </a:defRPr>
            </a:pPr>
            <a:r>
              <a:rPr sz="1650" b="1">
                <a:solidFill>
                  <a:srgbClr val="087F6C"/>
                </a:solidFill>
                <a:latin typeface="DejaVu Sans"/>
                <a:ea typeface="DejaVu Sans"/>
                <a:cs typeface="DejaVu Sans"/>
              </a:rPr>
              <a:t>height  1</a:t>
            </a:r>
          </a:p>
        </p:txBody>
      </p:sp>
      <p:sp>
        <p:nvSpPr>
          <p:cNvPr id="30" name="shape-1017">
            <a:extLst xmlns:a="http://schemas.openxmlformats.org/drawingml/2006/main">
              <a:ext uri="{FF2B5EF4-FFF2-40B4-BE49-F238E27FC236}">
                <a16:creationId xmlns:a16="http://schemas.microsoft.com/office/drawing/2014/main" id="{3B4CBCB3-6969-4ACA-9895-857B6E625ED2}"/>
              </a:ext>
            </a:extLst>
          </p:cNvPr>
          <p:cNvSpPr>
            <a:spLocks xmlns:a="http://schemas.openxmlformats.org/drawingml/2006/main" noGrp="1"/>
          </p:cNvSpPr>
          <p:nvPr/>
        </p:nvSpPr>
        <p:spPr>
          <a:xfrm xmlns:a="http://schemas.openxmlformats.org/drawingml/2006/main" rot="0">
            <a:off x="9353550" y="4333875"/>
            <a:ext cx="2305050" cy="371475"/>
          </a:xfrm>
          <a:prstGeom xmlns:a="http://schemas.openxmlformats.org/drawingml/2006/main" prst="rect">
            <a:avLst/>
          </a:prstGeom>
          <a:solidFill xmlns:a="http://schemas.openxmlformats.org/drawingml/2006/main">
            <a:srgbClr val="DCF2EB"/>
          </a:solidFill>
          <a:ln xmlns:a="http://schemas.openxmlformats.org/drawingml/2006/main" w="15240">
            <a:solidFill>
              <a:srgbClr val="087F6C"/>
            </a:solidFill>
            <a:prstDash val="solid"/>
          </a:ln>
        </p:spPr>
      </p:sp>
      <p:sp>
        <p:nvSpPr>
          <p:cNvPr id="31" name="label-1018">
            <a:extLst xmlns:a="http://schemas.openxmlformats.org/drawingml/2006/main">
              <a:ext uri="{FF2B5EF4-FFF2-40B4-BE49-F238E27FC236}">
                <a16:creationId xmlns:a16="http://schemas.microsoft.com/office/drawing/2014/main" id="{F2561D04-ADE5-4293-BECB-525A799EAD31}"/>
              </a:ext>
            </a:extLst>
          </p:cNvPr>
          <p:cNvSpPr>
            <a:spLocks xmlns:a="http://schemas.openxmlformats.org/drawingml/2006/main" noGrp="1"/>
          </p:cNvSpPr>
          <p:nvPr/>
        </p:nvSpPr>
        <p:spPr>
          <a:xfrm xmlns:a="http://schemas.openxmlformats.org/drawingml/2006/main">
            <a:off x="9429750" y="4381500"/>
            <a:ext cx="21526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650" b="1">
                <a:solidFill>
                  <a:srgbClr val="087F6C"/>
                </a:solidFill>
                <a:latin typeface="DejaVu Sans"/>
                <a:ea typeface="DejaVu Sans"/>
                <a:cs typeface="DejaVu Sans"/>
              </a:defRPr>
            </a:defPPr>
            <a:lvl1pPr algn="ctr">
              <a:defRPr sz="1650" b="1">
                <a:solidFill>
                  <a:srgbClr val="087F6C"/>
                </a:solidFill>
                <a:latin typeface="DejaVu Sans"/>
                <a:ea typeface="DejaVu Sans"/>
                <a:cs typeface="DejaVu Sans"/>
              </a:defRPr>
            </a:lvl1pPr>
            <a:lvl2pPr algn="ctr">
              <a:defRPr sz="1650" b="1">
                <a:solidFill>
                  <a:srgbClr val="087F6C"/>
                </a:solidFill>
                <a:latin typeface="DejaVu Sans"/>
                <a:ea typeface="DejaVu Sans"/>
                <a:cs typeface="DejaVu Sans"/>
              </a:defRPr>
            </a:lvl2pPr>
            <a:lvl3pPr algn="ctr">
              <a:defRPr sz="1650" b="1">
                <a:solidFill>
                  <a:srgbClr val="087F6C"/>
                </a:solidFill>
                <a:latin typeface="DejaVu Sans"/>
                <a:ea typeface="DejaVu Sans"/>
                <a:cs typeface="DejaVu Sans"/>
              </a:defRPr>
            </a:lvl3pPr>
            <a:lvl4pPr algn="ctr">
              <a:defRPr sz="1650" b="1">
                <a:solidFill>
                  <a:srgbClr val="087F6C"/>
                </a:solidFill>
                <a:latin typeface="DejaVu Sans"/>
                <a:ea typeface="DejaVu Sans"/>
                <a:cs typeface="DejaVu Sans"/>
              </a:defRPr>
            </a:lvl4pPr>
            <a:lvl5pPr algn="ctr">
              <a:defRPr sz="1650" b="1">
                <a:solidFill>
                  <a:srgbClr val="087F6C"/>
                </a:solidFill>
                <a:latin typeface="DejaVu Sans"/>
                <a:ea typeface="DejaVu Sans"/>
                <a:cs typeface="DejaVu Sans"/>
              </a:defRPr>
            </a:lvl5pPr>
            <a:lvl6pPr algn="ctr">
              <a:defRPr sz="1650" b="1">
                <a:solidFill>
                  <a:srgbClr val="087F6C"/>
                </a:solidFill>
                <a:latin typeface="DejaVu Sans"/>
                <a:ea typeface="DejaVu Sans"/>
                <a:cs typeface="DejaVu Sans"/>
              </a:defRPr>
            </a:lvl6pPr>
            <a:lvl7pPr algn="ctr">
              <a:defRPr sz="1650" b="1">
                <a:solidFill>
                  <a:srgbClr val="087F6C"/>
                </a:solidFill>
                <a:latin typeface="DejaVu Sans"/>
                <a:ea typeface="DejaVu Sans"/>
                <a:cs typeface="DejaVu Sans"/>
              </a:defRPr>
            </a:lvl7pPr>
            <a:lvl8pPr algn="ctr">
              <a:defRPr sz="1650" b="1">
                <a:solidFill>
                  <a:srgbClr val="087F6C"/>
                </a:solidFill>
                <a:latin typeface="DejaVu Sans"/>
                <a:ea typeface="DejaVu Sans"/>
                <a:cs typeface="DejaVu Sans"/>
              </a:defRPr>
            </a:lvl8pPr>
            <a:lvl9pPr algn="ctr">
              <a:defRPr sz="1650" b="1">
                <a:solidFill>
                  <a:srgbClr val="087F6C"/>
                </a:solidFill>
                <a:latin typeface="DejaVu Sans"/>
                <a:ea typeface="DejaVu Sans"/>
                <a:cs typeface="DejaVu Sans"/>
              </a:defRPr>
            </a:lvl9pPr>
          </a:lstStyle>
          <a:p xmlns:a="http://schemas.openxmlformats.org/drawingml/2006/main">
            <a:pPr algn="ctr">
              <a:defRPr sz="1650" b="1">
                <a:solidFill>
                  <a:srgbClr val="087F6C"/>
                </a:solidFill>
                <a:latin typeface="DejaVu Sans"/>
                <a:ea typeface="DejaVu Sans"/>
                <a:cs typeface="DejaVu Sans"/>
              </a:defRPr>
            </a:pPr>
            <a:r>
              <a:rPr sz="1650" b="1">
                <a:solidFill>
                  <a:srgbClr val="087F6C"/>
                </a:solidFill>
                <a:latin typeface="DejaVu Sans"/>
                <a:ea typeface="DejaVu Sans"/>
                <a:cs typeface="DejaVu Sans"/>
              </a:rPr>
              <a:t>log dims  3</a:t>
            </a:r>
          </a:p>
        </p:txBody>
      </p:sp>
      <p:sp>
        <p:nvSpPr>
          <p:cNvPr id="32" name="shape-1019">
            <a:extLst xmlns:a="http://schemas.openxmlformats.org/drawingml/2006/main">
              <a:ext uri="{FF2B5EF4-FFF2-40B4-BE49-F238E27FC236}">
                <a16:creationId xmlns:a16="http://schemas.microsoft.com/office/drawing/2014/main" id="{05C79DAD-E8C2-4F4F-B0F8-3AE277817A05}"/>
              </a:ext>
            </a:extLst>
          </p:cNvPr>
          <p:cNvSpPr>
            <a:spLocks xmlns:a="http://schemas.openxmlformats.org/drawingml/2006/main" noGrp="1"/>
          </p:cNvSpPr>
          <p:nvPr/>
        </p:nvSpPr>
        <p:spPr>
          <a:xfrm xmlns:a="http://schemas.openxmlformats.org/drawingml/2006/main" rot="0">
            <a:off x="9353550" y="4781550"/>
            <a:ext cx="2305050" cy="371475"/>
          </a:xfrm>
          <a:prstGeom xmlns:a="http://schemas.openxmlformats.org/drawingml/2006/main" prst="rect">
            <a:avLst/>
          </a:prstGeom>
          <a:solidFill xmlns:a="http://schemas.openxmlformats.org/drawingml/2006/main">
            <a:srgbClr val="DCF2EB"/>
          </a:solidFill>
          <a:ln xmlns:a="http://schemas.openxmlformats.org/drawingml/2006/main" w="15240">
            <a:solidFill>
              <a:srgbClr val="087F6C"/>
            </a:solidFill>
            <a:prstDash val="solid"/>
          </a:ln>
        </p:spPr>
      </p:sp>
      <p:sp>
        <p:nvSpPr>
          <p:cNvPr id="33" name="label-1020">
            <a:extLst xmlns:a="http://schemas.openxmlformats.org/drawingml/2006/main">
              <a:ext uri="{FF2B5EF4-FFF2-40B4-BE49-F238E27FC236}">
                <a16:creationId xmlns:a16="http://schemas.microsoft.com/office/drawing/2014/main" id="{2D39A14D-43A3-4040-98CB-1E0113C94229}"/>
              </a:ext>
            </a:extLst>
          </p:cNvPr>
          <p:cNvSpPr>
            <a:spLocks xmlns:a="http://schemas.openxmlformats.org/drawingml/2006/main" noGrp="1"/>
          </p:cNvSpPr>
          <p:nvPr/>
        </p:nvSpPr>
        <p:spPr>
          <a:xfrm xmlns:a="http://schemas.openxmlformats.org/drawingml/2006/main">
            <a:off x="9429750" y="4829175"/>
            <a:ext cx="21526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650" b="1">
                <a:solidFill>
                  <a:srgbClr val="087F6C"/>
                </a:solidFill>
                <a:latin typeface="DejaVu Sans"/>
                <a:ea typeface="DejaVu Sans"/>
                <a:cs typeface="DejaVu Sans"/>
              </a:defRPr>
            </a:defPPr>
            <a:lvl1pPr algn="ctr">
              <a:defRPr sz="1650" b="1">
                <a:solidFill>
                  <a:srgbClr val="087F6C"/>
                </a:solidFill>
                <a:latin typeface="DejaVu Sans"/>
                <a:ea typeface="DejaVu Sans"/>
                <a:cs typeface="DejaVu Sans"/>
              </a:defRPr>
            </a:lvl1pPr>
            <a:lvl2pPr algn="ctr">
              <a:defRPr sz="1650" b="1">
                <a:solidFill>
                  <a:srgbClr val="087F6C"/>
                </a:solidFill>
                <a:latin typeface="DejaVu Sans"/>
                <a:ea typeface="DejaVu Sans"/>
                <a:cs typeface="DejaVu Sans"/>
              </a:defRPr>
            </a:lvl2pPr>
            <a:lvl3pPr algn="ctr">
              <a:defRPr sz="1650" b="1">
                <a:solidFill>
                  <a:srgbClr val="087F6C"/>
                </a:solidFill>
                <a:latin typeface="DejaVu Sans"/>
                <a:ea typeface="DejaVu Sans"/>
                <a:cs typeface="DejaVu Sans"/>
              </a:defRPr>
            </a:lvl3pPr>
            <a:lvl4pPr algn="ctr">
              <a:defRPr sz="1650" b="1">
                <a:solidFill>
                  <a:srgbClr val="087F6C"/>
                </a:solidFill>
                <a:latin typeface="DejaVu Sans"/>
                <a:ea typeface="DejaVu Sans"/>
                <a:cs typeface="DejaVu Sans"/>
              </a:defRPr>
            </a:lvl4pPr>
            <a:lvl5pPr algn="ctr">
              <a:defRPr sz="1650" b="1">
                <a:solidFill>
                  <a:srgbClr val="087F6C"/>
                </a:solidFill>
                <a:latin typeface="DejaVu Sans"/>
                <a:ea typeface="DejaVu Sans"/>
                <a:cs typeface="DejaVu Sans"/>
              </a:defRPr>
            </a:lvl5pPr>
            <a:lvl6pPr algn="ctr">
              <a:defRPr sz="1650" b="1">
                <a:solidFill>
                  <a:srgbClr val="087F6C"/>
                </a:solidFill>
                <a:latin typeface="DejaVu Sans"/>
                <a:ea typeface="DejaVu Sans"/>
                <a:cs typeface="DejaVu Sans"/>
              </a:defRPr>
            </a:lvl6pPr>
            <a:lvl7pPr algn="ctr">
              <a:defRPr sz="1650" b="1">
                <a:solidFill>
                  <a:srgbClr val="087F6C"/>
                </a:solidFill>
                <a:latin typeface="DejaVu Sans"/>
                <a:ea typeface="DejaVu Sans"/>
                <a:cs typeface="DejaVu Sans"/>
              </a:defRPr>
            </a:lvl7pPr>
            <a:lvl8pPr algn="ctr">
              <a:defRPr sz="1650" b="1">
                <a:solidFill>
                  <a:srgbClr val="087F6C"/>
                </a:solidFill>
                <a:latin typeface="DejaVu Sans"/>
                <a:ea typeface="DejaVu Sans"/>
                <a:cs typeface="DejaVu Sans"/>
              </a:defRPr>
            </a:lvl8pPr>
            <a:lvl9pPr algn="ctr">
              <a:defRPr sz="1650" b="1">
                <a:solidFill>
                  <a:srgbClr val="087F6C"/>
                </a:solidFill>
                <a:latin typeface="DejaVu Sans"/>
                <a:ea typeface="DejaVu Sans"/>
                <a:cs typeface="DejaVu Sans"/>
              </a:defRPr>
            </a:lvl9pPr>
          </a:lstStyle>
          <a:p xmlns:a="http://schemas.openxmlformats.org/drawingml/2006/main">
            <a:pPr algn="ctr">
              <a:defRPr sz="1650" b="1">
                <a:solidFill>
                  <a:srgbClr val="087F6C"/>
                </a:solidFill>
                <a:latin typeface="DejaVu Sans"/>
                <a:ea typeface="DejaVu Sans"/>
                <a:cs typeface="DejaVu Sans"/>
              </a:defRPr>
            </a:pPr>
            <a:r>
              <a:rPr sz="1650" b="1">
                <a:solidFill>
                  <a:srgbClr val="087F6C"/>
                </a:solidFill>
                <a:latin typeface="DejaVu Sans"/>
                <a:ea typeface="DejaVu Sans"/>
                <a:cs typeface="DejaVu Sans"/>
              </a:rPr>
              <a:t>sin / cos  2</a:t>
            </a:r>
          </a:p>
        </p:txBody>
      </p:sp>
      <p:sp>
        <p:nvSpPr>
          <p:cNvPr id="34" name="shape-1021">
            <a:extLst xmlns:a="http://schemas.openxmlformats.org/drawingml/2006/main">
              <a:ext uri="{FF2B5EF4-FFF2-40B4-BE49-F238E27FC236}">
                <a16:creationId xmlns:a16="http://schemas.microsoft.com/office/drawing/2014/main" id="{7EEF5D8C-2551-4FF8-BFF7-DF2A94C69BCF}"/>
              </a:ext>
            </a:extLst>
          </p:cNvPr>
          <p:cNvSpPr>
            <a:spLocks xmlns:a="http://schemas.openxmlformats.org/drawingml/2006/main" noGrp="1"/>
          </p:cNvSpPr>
          <p:nvPr/>
        </p:nvSpPr>
        <p:spPr>
          <a:xfrm xmlns:a="http://schemas.openxmlformats.org/drawingml/2006/main" rot="0">
            <a:off x="9353550" y="5229225"/>
            <a:ext cx="2305050" cy="371475"/>
          </a:xfrm>
          <a:prstGeom xmlns:a="http://schemas.openxmlformats.org/drawingml/2006/main" prst="rect">
            <a:avLst/>
          </a:prstGeom>
          <a:solidFill xmlns:a="http://schemas.openxmlformats.org/drawingml/2006/main">
            <a:srgbClr val="DCF2EB"/>
          </a:solidFill>
          <a:ln xmlns:a="http://schemas.openxmlformats.org/drawingml/2006/main" w="15240">
            <a:solidFill>
              <a:srgbClr val="087F6C"/>
            </a:solidFill>
            <a:prstDash val="solid"/>
          </a:ln>
        </p:spPr>
      </p:sp>
      <p:sp>
        <p:nvSpPr>
          <p:cNvPr id="35" name="label-1022">
            <a:extLst xmlns:a="http://schemas.openxmlformats.org/drawingml/2006/main">
              <a:ext uri="{FF2B5EF4-FFF2-40B4-BE49-F238E27FC236}">
                <a16:creationId xmlns:a16="http://schemas.microsoft.com/office/drawing/2014/main" id="{68A01955-B2B6-43BA-93C1-F7684BB855EA}"/>
              </a:ext>
            </a:extLst>
          </p:cNvPr>
          <p:cNvSpPr>
            <a:spLocks xmlns:a="http://schemas.openxmlformats.org/drawingml/2006/main" noGrp="1"/>
          </p:cNvSpPr>
          <p:nvPr/>
        </p:nvSpPr>
        <p:spPr>
          <a:xfrm xmlns:a="http://schemas.openxmlformats.org/drawingml/2006/main">
            <a:off x="9429750" y="5276850"/>
            <a:ext cx="21526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650" b="1">
                <a:solidFill>
                  <a:srgbClr val="087F6C"/>
                </a:solidFill>
                <a:latin typeface="DejaVu Sans"/>
                <a:ea typeface="DejaVu Sans"/>
                <a:cs typeface="DejaVu Sans"/>
              </a:defRPr>
            </a:defPPr>
            <a:lvl1pPr algn="ctr">
              <a:defRPr sz="1650" b="1">
                <a:solidFill>
                  <a:srgbClr val="087F6C"/>
                </a:solidFill>
                <a:latin typeface="DejaVu Sans"/>
                <a:ea typeface="DejaVu Sans"/>
                <a:cs typeface="DejaVu Sans"/>
              </a:defRPr>
            </a:lvl1pPr>
            <a:lvl2pPr algn="ctr">
              <a:defRPr sz="1650" b="1">
                <a:solidFill>
                  <a:srgbClr val="087F6C"/>
                </a:solidFill>
                <a:latin typeface="DejaVu Sans"/>
                <a:ea typeface="DejaVu Sans"/>
                <a:cs typeface="DejaVu Sans"/>
              </a:defRPr>
            </a:lvl2pPr>
            <a:lvl3pPr algn="ctr">
              <a:defRPr sz="1650" b="1">
                <a:solidFill>
                  <a:srgbClr val="087F6C"/>
                </a:solidFill>
                <a:latin typeface="DejaVu Sans"/>
                <a:ea typeface="DejaVu Sans"/>
                <a:cs typeface="DejaVu Sans"/>
              </a:defRPr>
            </a:lvl3pPr>
            <a:lvl4pPr algn="ctr">
              <a:defRPr sz="1650" b="1">
                <a:solidFill>
                  <a:srgbClr val="087F6C"/>
                </a:solidFill>
                <a:latin typeface="DejaVu Sans"/>
                <a:ea typeface="DejaVu Sans"/>
                <a:cs typeface="DejaVu Sans"/>
              </a:defRPr>
            </a:lvl4pPr>
            <a:lvl5pPr algn="ctr">
              <a:defRPr sz="1650" b="1">
                <a:solidFill>
                  <a:srgbClr val="087F6C"/>
                </a:solidFill>
                <a:latin typeface="DejaVu Sans"/>
                <a:ea typeface="DejaVu Sans"/>
                <a:cs typeface="DejaVu Sans"/>
              </a:defRPr>
            </a:lvl5pPr>
            <a:lvl6pPr algn="ctr">
              <a:defRPr sz="1650" b="1">
                <a:solidFill>
                  <a:srgbClr val="087F6C"/>
                </a:solidFill>
                <a:latin typeface="DejaVu Sans"/>
                <a:ea typeface="DejaVu Sans"/>
                <a:cs typeface="DejaVu Sans"/>
              </a:defRPr>
            </a:lvl6pPr>
            <a:lvl7pPr algn="ctr">
              <a:defRPr sz="1650" b="1">
                <a:solidFill>
                  <a:srgbClr val="087F6C"/>
                </a:solidFill>
                <a:latin typeface="DejaVu Sans"/>
                <a:ea typeface="DejaVu Sans"/>
                <a:cs typeface="DejaVu Sans"/>
              </a:defRPr>
            </a:lvl7pPr>
            <a:lvl8pPr algn="ctr">
              <a:defRPr sz="1650" b="1">
                <a:solidFill>
                  <a:srgbClr val="087F6C"/>
                </a:solidFill>
                <a:latin typeface="DejaVu Sans"/>
                <a:ea typeface="DejaVu Sans"/>
                <a:cs typeface="DejaVu Sans"/>
              </a:defRPr>
            </a:lvl8pPr>
            <a:lvl9pPr algn="ctr">
              <a:defRPr sz="1650" b="1">
                <a:solidFill>
                  <a:srgbClr val="087F6C"/>
                </a:solidFill>
                <a:latin typeface="DejaVu Sans"/>
                <a:ea typeface="DejaVu Sans"/>
                <a:cs typeface="DejaVu Sans"/>
              </a:defRPr>
            </a:lvl9pPr>
          </a:lstStyle>
          <a:p xmlns:a="http://schemas.openxmlformats.org/drawingml/2006/main">
            <a:pPr algn="ctr">
              <a:defRPr sz="1650" b="1">
                <a:solidFill>
                  <a:srgbClr val="087F6C"/>
                </a:solidFill>
                <a:latin typeface="DejaVu Sans"/>
                <a:ea typeface="DejaVu Sans"/>
                <a:cs typeface="DejaVu Sans"/>
              </a:defRPr>
            </a:pPr>
            <a:r>
              <a:rPr sz="1650" b="1">
                <a:solidFill>
                  <a:srgbClr val="087F6C"/>
                </a:solidFill>
                <a:latin typeface="DejaVu Sans"/>
                <a:ea typeface="DejaVu Sans"/>
                <a:cs typeface="DejaVu Sans"/>
              </a:rPr>
              <a:t>velocity  2</a:t>
            </a:r>
          </a:p>
        </p:txBody>
      </p:sp>
      <p:sp>
        <p:nvSpPr>
          <p:cNvPr id="36" name="path-1023">
            <a:extLst xmlns:a="http://schemas.openxmlformats.org/drawingml/2006/main">
              <a:ext uri="{FF2B5EF4-FFF2-40B4-BE49-F238E27FC236}">
                <a16:creationId xmlns:a16="http://schemas.microsoft.com/office/drawing/2014/main" id="{49AE424D-B3D3-44D8-BBAE-0B08311F138D}"/>
              </a:ext>
            </a:extLst>
          </p:cNvPr>
          <p:cNvSpPr>
            <a:spLocks xmlns:a="http://schemas.openxmlformats.org/drawingml/2006/main" noGrp="1"/>
          </p:cNvSpPr>
          <p:nvPr/>
        </p:nvSpPr>
        <p:spPr>
          <a:xfrm xmlns:a="http://schemas.openxmlformats.org/drawingml/2006/main">
            <a:off x="10544175" y="3095625"/>
            <a:ext cx="953" cy="238125"/>
          </a:xfrm>
          <a:custGeom xmlns:a="http://schemas.openxmlformats.org/drawingml/2006/main">
            <a:pathLst>
              <a:path w="953" h="238125">
                <a:moveTo>
                  <a:pt x="0" y="0"/>
                </a:moveTo>
                <a:lnTo>
                  <a:pt x="0" y="238125"/>
                </a:lnTo>
              </a:path>
            </a:pathLst>
          </a:custGeom>
          <a:noFill xmlns:a="http://schemas.openxmlformats.org/drawingml/2006/main"/>
          <a:ln xmlns:a="http://schemas.openxmlformats.org/drawingml/2006/main" w="22860">
            <a:solidFill>
              <a:srgbClr val="304C68"/>
            </a:solidFill>
            <a:prstDash val="solid"/>
          </a:ln>
        </p:spPr>
      </p:sp>
      <p:sp>
        <p:nvSpPr>
          <p:cNvPr id="37" name="path-1024">
            <a:extLst xmlns:a="http://schemas.openxmlformats.org/drawingml/2006/main">
              <a:ext uri="{FF2B5EF4-FFF2-40B4-BE49-F238E27FC236}">
                <a16:creationId xmlns:a16="http://schemas.microsoft.com/office/drawing/2014/main" id="{3BE9A574-73CF-49A8-B05B-36457D15EF3E}"/>
              </a:ext>
            </a:extLst>
          </p:cNvPr>
          <p:cNvSpPr>
            <a:spLocks xmlns:a="http://schemas.openxmlformats.org/drawingml/2006/main" noGrp="1"/>
          </p:cNvSpPr>
          <p:nvPr/>
        </p:nvSpPr>
        <p:spPr>
          <a:xfrm xmlns:a="http://schemas.openxmlformats.org/drawingml/2006/main">
            <a:off x="10500360" y="3238500"/>
            <a:ext cx="87630" cy="95250"/>
          </a:xfrm>
          <a:custGeom xmlns:a="http://schemas.openxmlformats.org/drawingml/2006/main">
            <a:pathLst>
              <a:path w="87630" h="95250">
                <a:moveTo>
                  <a:pt x="43815" y="95250"/>
                </a:moveTo>
                <a:lnTo>
                  <a:pt x="87630" y="0"/>
                </a:lnTo>
                <a:lnTo>
                  <a:pt x="0" y="0"/>
                </a:lnTo>
                <a:close/>
              </a:path>
            </a:pathLst>
          </a:custGeom>
          <a:solidFill xmlns:a="http://schemas.openxmlformats.org/drawingml/2006/main">
            <a:srgbClr val="304C68"/>
          </a:solidFill>
          <a:ln xmlns:a="http://schemas.openxmlformats.org/drawingml/2006/main" w="0">
            <a:solidFill>
              <a:srgbClr val="304C68"/>
            </a:solidFill>
            <a:prstDash val="solid"/>
          </a:ln>
        </p:spPr>
      </p:sp>
      <p:sp>
        <p:nvSpPr>
          <p:cNvPr id="38" name="label-1025">
            <a:extLst xmlns:a="http://schemas.openxmlformats.org/drawingml/2006/main">
              <a:ext uri="{FF2B5EF4-FFF2-40B4-BE49-F238E27FC236}">
                <a16:creationId xmlns:a16="http://schemas.microsoft.com/office/drawing/2014/main" id="{DA4AA3E9-DF6F-44E0-BB2C-32440630045F}"/>
              </a:ext>
            </a:extLst>
          </p:cNvPr>
          <p:cNvSpPr>
            <a:spLocks xmlns:a="http://schemas.openxmlformats.org/drawingml/2006/main" noGrp="1"/>
          </p:cNvSpPr>
          <p:nvPr/>
        </p:nvSpPr>
        <p:spPr>
          <a:xfrm xmlns:a="http://schemas.openxmlformats.org/drawingml/2006/main">
            <a:off x="9248775" y="5810250"/>
            <a:ext cx="2476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0">
                <a:solidFill>
                  <a:srgbClr val="304C68"/>
                </a:solidFill>
                <a:latin typeface="DejaVu Sans"/>
                <a:ea typeface="DejaVu Sans"/>
                <a:cs typeface="DejaVu Sans"/>
              </a:defRPr>
            </a:defPPr>
            <a:lvl1pPr algn="ctr">
              <a:defRPr sz="1650" b="0">
                <a:solidFill>
                  <a:srgbClr val="304C68"/>
                </a:solidFill>
                <a:latin typeface="DejaVu Sans"/>
                <a:ea typeface="DejaVu Sans"/>
                <a:cs typeface="DejaVu Sans"/>
              </a:defRPr>
            </a:lvl1pPr>
            <a:lvl2pPr algn="ctr">
              <a:defRPr sz="1650" b="0">
                <a:solidFill>
                  <a:srgbClr val="304C68"/>
                </a:solidFill>
                <a:latin typeface="DejaVu Sans"/>
                <a:ea typeface="DejaVu Sans"/>
                <a:cs typeface="DejaVu Sans"/>
              </a:defRPr>
            </a:lvl2pPr>
            <a:lvl3pPr algn="ctr">
              <a:defRPr sz="1650" b="0">
                <a:solidFill>
                  <a:srgbClr val="304C68"/>
                </a:solidFill>
                <a:latin typeface="DejaVu Sans"/>
                <a:ea typeface="DejaVu Sans"/>
                <a:cs typeface="DejaVu Sans"/>
              </a:defRPr>
            </a:lvl3pPr>
            <a:lvl4pPr algn="ctr">
              <a:defRPr sz="1650" b="0">
                <a:solidFill>
                  <a:srgbClr val="304C68"/>
                </a:solidFill>
                <a:latin typeface="DejaVu Sans"/>
                <a:ea typeface="DejaVu Sans"/>
                <a:cs typeface="DejaVu Sans"/>
              </a:defRPr>
            </a:lvl4pPr>
            <a:lvl5pPr algn="ctr">
              <a:defRPr sz="1650" b="0">
                <a:solidFill>
                  <a:srgbClr val="304C68"/>
                </a:solidFill>
                <a:latin typeface="DejaVu Sans"/>
                <a:ea typeface="DejaVu Sans"/>
                <a:cs typeface="DejaVu Sans"/>
              </a:defRPr>
            </a:lvl5pPr>
            <a:lvl6pPr algn="ctr">
              <a:defRPr sz="1650" b="0">
                <a:solidFill>
                  <a:srgbClr val="304C68"/>
                </a:solidFill>
                <a:latin typeface="DejaVu Sans"/>
                <a:ea typeface="DejaVu Sans"/>
                <a:cs typeface="DejaVu Sans"/>
              </a:defRPr>
            </a:lvl6pPr>
            <a:lvl7pPr algn="ctr">
              <a:defRPr sz="1650" b="0">
                <a:solidFill>
                  <a:srgbClr val="304C68"/>
                </a:solidFill>
                <a:latin typeface="DejaVu Sans"/>
                <a:ea typeface="DejaVu Sans"/>
                <a:cs typeface="DejaVu Sans"/>
              </a:defRPr>
            </a:lvl7pPr>
            <a:lvl8pPr algn="ctr">
              <a:defRPr sz="1650" b="0">
                <a:solidFill>
                  <a:srgbClr val="304C68"/>
                </a:solidFill>
                <a:latin typeface="DejaVu Sans"/>
                <a:ea typeface="DejaVu Sans"/>
                <a:cs typeface="DejaVu Sans"/>
              </a:defRPr>
            </a:lvl8pPr>
            <a:lvl9pPr algn="ctr">
              <a:defRPr sz="1650" b="0">
                <a:solidFill>
                  <a:srgbClr val="304C68"/>
                </a:solidFill>
                <a:latin typeface="DejaVu Sans"/>
                <a:ea typeface="DejaVu Sans"/>
                <a:cs typeface="DejaVu Sans"/>
              </a:defRPr>
            </a:lvl9pPr>
          </a:lstStyle>
          <a:p xmlns:a="http://schemas.openxmlformats.org/drawingml/2006/main">
            <a:pPr algn="ctr">
              <a:defRPr sz="1650" b="0">
                <a:solidFill>
                  <a:srgbClr val="304C68"/>
                </a:solidFill>
                <a:latin typeface="DejaVu Sans"/>
                <a:ea typeface="DejaVu Sans"/>
                <a:cs typeface="DejaVu Sans"/>
              </a:defRPr>
            </a:pPr>
            <a:r>
              <a:rPr sz="1650" b="0">
                <a:solidFill>
                  <a:srgbClr val="304C68"/>
                </a:solidFill>
                <a:latin typeface="DejaVu Sans"/>
                <a:ea typeface="DejaVu Sans"/>
                <a:cs typeface="DejaVu Sans"/>
              </a:rPr>
              <a:t>+ 10 class logits</a:t>
            </a:r>
          </a:p>
        </p:txBody>
      </p:sp>
      <p:sp>
        <p:nvSpPr>
          <p:cNvPr id="39" name="path-1026">
            <a:extLst xmlns:a="http://schemas.openxmlformats.org/drawingml/2006/main">
              <a:ext uri="{FF2B5EF4-FFF2-40B4-BE49-F238E27FC236}">
                <a16:creationId xmlns:a16="http://schemas.microsoft.com/office/drawing/2014/main" id="{97E5A308-74BC-42A3-900E-885FD1F727F2}"/>
              </a:ext>
            </a:extLst>
          </p:cNvPr>
          <p:cNvSpPr>
            <a:spLocks xmlns:a="http://schemas.openxmlformats.org/drawingml/2006/main" noGrp="1"/>
          </p:cNvSpPr>
          <p:nvPr/>
        </p:nvSpPr>
        <p:spPr>
          <a:xfrm xmlns:a="http://schemas.openxmlformats.org/drawingml/2006/main">
            <a:off x="533400" y="6019800"/>
            <a:ext cx="11125200" cy="953"/>
          </a:xfrm>
          <a:custGeom xmlns:a="http://schemas.openxmlformats.org/drawingml/2006/main">
            <a:pathLst>
              <a:path w="11125200" h="953">
                <a:moveTo>
                  <a:pt x="0" y="0"/>
                </a:moveTo>
                <a:lnTo>
                  <a:pt x="11125200" y="0"/>
                </a:lnTo>
              </a:path>
            </a:pathLst>
          </a:custGeom>
          <a:noFill xmlns:a="http://schemas.openxmlformats.org/drawingml/2006/main"/>
          <a:ln xmlns:a="http://schemas.openxmlformats.org/drawingml/2006/main" w="9525">
            <a:solidFill>
              <a:srgbClr val="CFD7E2"/>
            </a:solidFill>
            <a:prstDash val="solid"/>
          </a:ln>
        </p:spPr>
      </p:sp>
      <p:sp>
        <p:nvSpPr>
          <p:cNvPr id="40" name="label-1027">
            <a:extLst xmlns:a="http://schemas.openxmlformats.org/drawingml/2006/main">
              <a:ext uri="{FF2B5EF4-FFF2-40B4-BE49-F238E27FC236}">
                <a16:creationId xmlns:a16="http://schemas.microsoft.com/office/drawing/2014/main" id="{EA9D191D-3581-40FE-A6DB-2C6AAD3BD8E9}"/>
              </a:ext>
            </a:extLst>
          </p:cNvPr>
          <p:cNvSpPr>
            <a:spLocks xmlns:a="http://schemas.openxmlformats.org/drawingml/2006/main" noGrp="1"/>
          </p:cNvSpPr>
          <p:nvPr/>
        </p:nvSpPr>
        <p:spPr>
          <a:xfrm xmlns:a="http://schemas.openxmlformats.org/drawingml/2006/main">
            <a:off x="533400" y="6181725"/>
            <a:ext cx="10334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6253B"/>
                </a:solidFill>
                <a:latin typeface="DejaVu Sans"/>
                <a:ea typeface="DejaVu Sans"/>
                <a:cs typeface="DejaVu Sans"/>
              </a:defRPr>
            </a:defPPr>
            <a:lvl1pPr algn="l">
              <a:defRPr sz="1725" b="0">
                <a:solidFill>
                  <a:srgbClr val="16253B"/>
                </a:solidFill>
                <a:latin typeface="DejaVu Sans"/>
                <a:ea typeface="DejaVu Sans"/>
                <a:cs typeface="DejaVu Sans"/>
              </a:defRPr>
            </a:lvl1pPr>
            <a:lvl2pPr algn="l">
              <a:defRPr sz="1725" b="0">
                <a:solidFill>
                  <a:srgbClr val="16253B"/>
                </a:solidFill>
                <a:latin typeface="DejaVu Sans"/>
                <a:ea typeface="DejaVu Sans"/>
                <a:cs typeface="DejaVu Sans"/>
              </a:defRPr>
            </a:lvl2pPr>
            <a:lvl3pPr algn="l">
              <a:defRPr sz="1725" b="0">
                <a:solidFill>
                  <a:srgbClr val="16253B"/>
                </a:solidFill>
                <a:latin typeface="DejaVu Sans"/>
                <a:ea typeface="DejaVu Sans"/>
                <a:cs typeface="DejaVu Sans"/>
              </a:defRPr>
            </a:lvl3pPr>
            <a:lvl4pPr algn="l">
              <a:defRPr sz="1725" b="0">
                <a:solidFill>
                  <a:srgbClr val="16253B"/>
                </a:solidFill>
                <a:latin typeface="DejaVu Sans"/>
                <a:ea typeface="DejaVu Sans"/>
                <a:cs typeface="DejaVu Sans"/>
              </a:defRPr>
            </a:lvl4pPr>
            <a:lvl5pPr algn="l">
              <a:defRPr sz="1725" b="0">
                <a:solidFill>
                  <a:srgbClr val="16253B"/>
                </a:solidFill>
                <a:latin typeface="DejaVu Sans"/>
                <a:ea typeface="DejaVu Sans"/>
                <a:cs typeface="DejaVu Sans"/>
              </a:defRPr>
            </a:lvl5pPr>
            <a:lvl6pPr algn="l">
              <a:defRPr sz="1725" b="0">
                <a:solidFill>
                  <a:srgbClr val="16253B"/>
                </a:solidFill>
                <a:latin typeface="DejaVu Sans"/>
                <a:ea typeface="DejaVu Sans"/>
                <a:cs typeface="DejaVu Sans"/>
              </a:defRPr>
            </a:lvl6pPr>
            <a:lvl7pPr algn="l">
              <a:defRPr sz="1725" b="0">
                <a:solidFill>
                  <a:srgbClr val="16253B"/>
                </a:solidFill>
                <a:latin typeface="DejaVu Sans"/>
                <a:ea typeface="DejaVu Sans"/>
                <a:cs typeface="DejaVu Sans"/>
              </a:defRPr>
            </a:lvl7pPr>
            <a:lvl8pPr algn="l">
              <a:defRPr sz="1725" b="0">
                <a:solidFill>
                  <a:srgbClr val="16253B"/>
                </a:solidFill>
                <a:latin typeface="DejaVu Sans"/>
                <a:ea typeface="DejaVu Sans"/>
                <a:cs typeface="DejaVu Sans"/>
              </a:defRPr>
            </a:lvl8pPr>
            <a:lvl9pPr algn="l">
              <a:defRPr sz="1725" b="0">
                <a:solidFill>
                  <a:srgbClr val="16253B"/>
                </a:solidFill>
                <a:latin typeface="DejaVu Sans"/>
                <a:ea typeface="DejaVu Sans"/>
                <a:cs typeface="DejaVu Sans"/>
              </a:defRPr>
            </a:lvl9pPr>
          </a:lstStyle>
          <a:p xmlns:a="http://schemas.openxmlformats.org/drawingml/2006/main">
            <a:pPr algn="l">
              <a:defRPr sz="1725" b="0">
                <a:solidFill>
                  <a:srgbClr val="16253B"/>
                </a:solidFill>
                <a:latin typeface="DejaVu Sans"/>
                <a:ea typeface="DejaVu Sans"/>
                <a:cs typeface="DejaVu Sans"/>
              </a:defRPr>
            </a:pPr>
            <a:r>
              <a:rPr sz="1725" b="0">
                <a:solidFill>
                  <a:srgbClr val="16253B"/>
                </a:solidFill>
                <a:latin typeface="DejaVu Sans"/>
                <a:ea typeface="DejaVu Sans"/>
                <a:cs typeface="DejaVu Sans"/>
              </a:rPr>
              <a:t>One decoder layer creates a coarse 10-value box code for each object query.</a:t>
            </a:r>
          </a:p>
        </p:txBody>
      </p:sp>
    </p:spTree>
    <p:extLst>
      <p:ext uri="{BB962C8B-B14F-4D97-AF65-F5344CB8AC3E}">
        <p14:creationId xmlns:p14="http://schemas.microsoft.com/office/powerpoint/2010/main" val="171255072"/>
      </p:ext>
    </p:extLst>
  </p:cSld>
</p:sld>
</file>

<file path=ppt/slides/slide12.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98" name="slide-title">
            <a:extLst xmlns:a="http://schemas.openxmlformats.org/drawingml/2006/main">
              <a:ext uri="{FF2B5EF4-FFF2-40B4-BE49-F238E27FC236}">
                <a16:creationId xmlns:a16="http://schemas.microsoft.com/office/drawing/2014/main" id="{B0A6CC3A-6DF5-4805-895B-11375F2CC5D2}"/>
              </a:ext>
            </a:extLst>
          </p:cNvPr>
          <p:cNvSpPr>
            <a:spLocks xmlns:a="http://schemas.openxmlformats.org/drawingml/2006/main" noGrp="1"/>
          </p:cNvSpPr>
          <p:nvPr/>
        </p:nvSpPr>
        <p:spPr>
          <a:xfrm xmlns:a="http://schemas.openxmlformats.org/drawingml/2006/main">
            <a:off x="533400" y="361950"/>
            <a:ext cx="1112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6253B"/>
                </a:solidFill>
                <a:latin typeface="DejaVu Sans"/>
                <a:ea typeface="DejaVu Sans"/>
                <a:cs typeface="DejaVu Sans"/>
              </a:defRPr>
            </a:defPPr>
            <a:lvl1pPr algn="l">
              <a:defRPr sz="3300" b="1">
                <a:solidFill>
                  <a:srgbClr val="16253B"/>
                </a:solidFill>
                <a:latin typeface="DejaVu Sans"/>
                <a:ea typeface="DejaVu Sans"/>
                <a:cs typeface="DejaVu Sans"/>
              </a:defRPr>
            </a:lvl1pPr>
            <a:lvl2pPr algn="l">
              <a:defRPr sz="3300" b="1">
                <a:solidFill>
                  <a:srgbClr val="16253B"/>
                </a:solidFill>
                <a:latin typeface="DejaVu Sans"/>
                <a:ea typeface="DejaVu Sans"/>
                <a:cs typeface="DejaVu Sans"/>
              </a:defRPr>
            </a:lvl2pPr>
            <a:lvl3pPr algn="l">
              <a:defRPr sz="3300" b="1">
                <a:solidFill>
                  <a:srgbClr val="16253B"/>
                </a:solidFill>
                <a:latin typeface="DejaVu Sans"/>
                <a:ea typeface="DejaVu Sans"/>
                <a:cs typeface="DejaVu Sans"/>
              </a:defRPr>
            </a:lvl3pPr>
            <a:lvl4pPr algn="l">
              <a:defRPr sz="3300" b="1">
                <a:solidFill>
                  <a:srgbClr val="16253B"/>
                </a:solidFill>
                <a:latin typeface="DejaVu Sans"/>
                <a:ea typeface="DejaVu Sans"/>
                <a:cs typeface="DejaVu Sans"/>
              </a:defRPr>
            </a:lvl4pPr>
            <a:lvl5pPr algn="l">
              <a:defRPr sz="3300" b="1">
                <a:solidFill>
                  <a:srgbClr val="16253B"/>
                </a:solidFill>
                <a:latin typeface="DejaVu Sans"/>
                <a:ea typeface="DejaVu Sans"/>
                <a:cs typeface="DejaVu Sans"/>
              </a:defRPr>
            </a:lvl5pPr>
            <a:lvl6pPr algn="l">
              <a:defRPr sz="3300" b="1">
                <a:solidFill>
                  <a:srgbClr val="16253B"/>
                </a:solidFill>
                <a:latin typeface="DejaVu Sans"/>
                <a:ea typeface="DejaVu Sans"/>
                <a:cs typeface="DejaVu Sans"/>
              </a:defRPr>
            </a:lvl6pPr>
            <a:lvl7pPr algn="l">
              <a:defRPr sz="3300" b="1">
                <a:solidFill>
                  <a:srgbClr val="16253B"/>
                </a:solidFill>
                <a:latin typeface="DejaVu Sans"/>
                <a:ea typeface="DejaVu Sans"/>
                <a:cs typeface="DejaVu Sans"/>
              </a:defRPr>
            </a:lvl7pPr>
            <a:lvl8pPr algn="l">
              <a:defRPr sz="3300" b="1">
                <a:solidFill>
                  <a:srgbClr val="16253B"/>
                </a:solidFill>
                <a:latin typeface="DejaVu Sans"/>
                <a:ea typeface="DejaVu Sans"/>
                <a:cs typeface="DejaVu Sans"/>
              </a:defRPr>
            </a:lvl8pPr>
            <a:lvl9pPr algn="l">
              <a:defRPr sz="3300" b="1">
                <a:solidFill>
                  <a:srgbClr val="16253B"/>
                </a:solidFill>
                <a:latin typeface="DejaVu Sans"/>
                <a:ea typeface="DejaVu Sans"/>
                <a:cs typeface="DejaVu Sans"/>
              </a:defRPr>
            </a:lvl9pPr>
          </a:lstStyle>
          <a:p xmlns:a="http://schemas.openxmlformats.org/drawingml/2006/main">
            <a:pPr algn="l">
              <a:defRPr sz="3300" b="1">
                <a:solidFill>
                  <a:srgbClr val="16253B"/>
                </a:solidFill>
                <a:latin typeface="DejaVu Sans"/>
                <a:ea typeface="DejaVu Sans"/>
                <a:cs typeface="DejaVu Sans"/>
              </a:defRPr>
            </a:pPr>
            <a:r>
              <a:rPr sz="3300" b="1">
                <a:solidFill>
                  <a:srgbClr val="16253B"/>
                </a:solidFill>
                <a:latin typeface="DejaVu Sans"/>
                <a:ea typeface="DejaVu Sans"/>
                <a:cs typeface="DejaVu Sans"/>
              </a:rPr>
              <a:t>Local sampling around each coarse center</a:t>
            </a:r>
          </a:p>
        </p:txBody>
      </p:sp>
      <p:sp>
        <p:nvSpPr>
          <p:cNvPr id="2" name="label-1028">
            <a:extLst xmlns:a="http://schemas.openxmlformats.org/drawingml/2006/main">
              <a:ext uri="{FF2B5EF4-FFF2-40B4-BE49-F238E27FC236}">
                <a16:creationId xmlns:a16="http://schemas.microsoft.com/office/drawing/2014/main" id="{392AAE1F-99D8-4C3F-8D4B-697AE7D74CA4}"/>
              </a:ext>
            </a:extLst>
          </p:cNvPr>
          <p:cNvSpPr>
            <a:spLocks xmlns:a="http://schemas.openxmlformats.org/drawingml/2006/main" noGrp="1"/>
          </p:cNvSpPr>
          <p:nvPr/>
        </p:nvSpPr>
        <p:spPr>
          <a:xfrm xmlns:a="http://schemas.openxmlformats.org/drawingml/2006/main">
            <a:off x="11144250" y="64674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77C"/>
                </a:solidFill>
                <a:latin typeface="DejaVu Sans"/>
                <a:ea typeface="DejaVu Sans"/>
                <a:cs typeface="DejaVu Sans"/>
              </a:defRPr>
            </a:defPPr>
            <a:lvl1pPr algn="r">
              <a:defRPr sz="1200" b="0">
                <a:solidFill>
                  <a:srgbClr val="58677C"/>
                </a:solidFill>
                <a:latin typeface="DejaVu Sans"/>
                <a:ea typeface="DejaVu Sans"/>
                <a:cs typeface="DejaVu Sans"/>
              </a:defRPr>
            </a:lvl1pPr>
            <a:lvl2pPr algn="r">
              <a:defRPr sz="1200" b="0">
                <a:solidFill>
                  <a:srgbClr val="58677C"/>
                </a:solidFill>
                <a:latin typeface="DejaVu Sans"/>
                <a:ea typeface="DejaVu Sans"/>
                <a:cs typeface="DejaVu Sans"/>
              </a:defRPr>
            </a:lvl2pPr>
            <a:lvl3pPr algn="r">
              <a:defRPr sz="1200" b="0">
                <a:solidFill>
                  <a:srgbClr val="58677C"/>
                </a:solidFill>
                <a:latin typeface="DejaVu Sans"/>
                <a:ea typeface="DejaVu Sans"/>
                <a:cs typeface="DejaVu Sans"/>
              </a:defRPr>
            </a:lvl3pPr>
            <a:lvl4pPr algn="r">
              <a:defRPr sz="1200" b="0">
                <a:solidFill>
                  <a:srgbClr val="58677C"/>
                </a:solidFill>
                <a:latin typeface="DejaVu Sans"/>
                <a:ea typeface="DejaVu Sans"/>
                <a:cs typeface="DejaVu Sans"/>
              </a:defRPr>
            </a:lvl4pPr>
            <a:lvl5pPr algn="r">
              <a:defRPr sz="1200" b="0">
                <a:solidFill>
                  <a:srgbClr val="58677C"/>
                </a:solidFill>
                <a:latin typeface="DejaVu Sans"/>
                <a:ea typeface="DejaVu Sans"/>
                <a:cs typeface="DejaVu Sans"/>
              </a:defRPr>
            </a:lvl5pPr>
            <a:lvl6pPr algn="r">
              <a:defRPr sz="1200" b="0">
                <a:solidFill>
                  <a:srgbClr val="58677C"/>
                </a:solidFill>
                <a:latin typeface="DejaVu Sans"/>
                <a:ea typeface="DejaVu Sans"/>
                <a:cs typeface="DejaVu Sans"/>
              </a:defRPr>
            </a:lvl6pPr>
            <a:lvl7pPr algn="r">
              <a:defRPr sz="1200" b="0">
                <a:solidFill>
                  <a:srgbClr val="58677C"/>
                </a:solidFill>
                <a:latin typeface="DejaVu Sans"/>
                <a:ea typeface="DejaVu Sans"/>
                <a:cs typeface="DejaVu Sans"/>
              </a:defRPr>
            </a:lvl7pPr>
            <a:lvl8pPr algn="r">
              <a:defRPr sz="1200" b="0">
                <a:solidFill>
                  <a:srgbClr val="58677C"/>
                </a:solidFill>
                <a:latin typeface="DejaVu Sans"/>
                <a:ea typeface="DejaVu Sans"/>
                <a:cs typeface="DejaVu Sans"/>
              </a:defRPr>
            </a:lvl8pPr>
            <a:lvl9pPr algn="r">
              <a:defRPr sz="1200" b="0">
                <a:solidFill>
                  <a:srgbClr val="58677C"/>
                </a:solidFill>
                <a:latin typeface="DejaVu Sans"/>
                <a:ea typeface="DejaVu Sans"/>
                <a:cs typeface="DejaVu Sans"/>
              </a:defRPr>
            </a:lvl9pPr>
          </a:lstStyle>
          <a:p xmlns:a="http://schemas.openxmlformats.org/drawingml/2006/main">
            <a:pPr algn="r">
              <a:defRPr sz="1200" b="0">
                <a:solidFill>
                  <a:srgbClr val="58677C"/>
                </a:solidFill>
                <a:latin typeface="DejaVu Sans"/>
                <a:ea typeface="DejaVu Sans"/>
                <a:cs typeface="DejaVu Sans"/>
              </a:defRPr>
            </a:pPr>
            <a:r>
              <a:rPr sz="1200" b="0">
                <a:solidFill>
                  <a:srgbClr val="58677C"/>
                </a:solidFill>
                <a:latin typeface="DejaVu Sans"/>
                <a:ea typeface="DejaVu Sans"/>
                <a:cs typeface="DejaVu Sans"/>
              </a:rPr>
              <a:t>12</a:t>
            </a:r>
          </a:p>
        </p:txBody>
      </p:sp>
      <p:sp>
        <p:nvSpPr>
          <p:cNvPr id="3" name="label-1029">
            <a:extLst xmlns:a="http://schemas.openxmlformats.org/drawingml/2006/main">
              <a:ext uri="{FF2B5EF4-FFF2-40B4-BE49-F238E27FC236}">
                <a16:creationId xmlns:a16="http://schemas.microsoft.com/office/drawing/2014/main" id="{4A4A66FE-3D2A-4DC5-B3FD-842F919327BA}"/>
              </a:ext>
            </a:extLst>
          </p:cNvPr>
          <p:cNvSpPr>
            <a:spLocks xmlns:a="http://schemas.openxmlformats.org/drawingml/2006/main" noGrp="1"/>
          </p:cNvSpPr>
          <p:nvPr/>
        </p:nvSpPr>
        <p:spPr>
          <a:xfrm xmlns:a="http://schemas.openxmlformats.org/drawingml/2006/main">
            <a:off x="533400" y="1362075"/>
            <a:ext cx="4095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7351C7"/>
                </a:solidFill>
                <a:latin typeface="DejaVu Sans"/>
                <a:ea typeface="DejaVu Sans"/>
                <a:cs typeface="DejaVu Sans"/>
              </a:defRPr>
            </a:defPPr>
            <a:lvl1pPr algn="l">
              <a:defRPr sz="2100" b="1">
                <a:solidFill>
                  <a:srgbClr val="7351C7"/>
                </a:solidFill>
                <a:latin typeface="DejaVu Sans"/>
                <a:ea typeface="DejaVu Sans"/>
                <a:cs typeface="DejaVu Sans"/>
              </a:defRPr>
            </a:lvl1pPr>
            <a:lvl2pPr algn="l">
              <a:defRPr sz="2100" b="1">
                <a:solidFill>
                  <a:srgbClr val="7351C7"/>
                </a:solidFill>
                <a:latin typeface="DejaVu Sans"/>
                <a:ea typeface="DejaVu Sans"/>
                <a:cs typeface="DejaVu Sans"/>
              </a:defRPr>
            </a:lvl2pPr>
            <a:lvl3pPr algn="l">
              <a:defRPr sz="2100" b="1">
                <a:solidFill>
                  <a:srgbClr val="7351C7"/>
                </a:solidFill>
                <a:latin typeface="DejaVu Sans"/>
                <a:ea typeface="DejaVu Sans"/>
                <a:cs typeface="DejaVu Sans"/>
              </a:defRPr>
            </a:lvl3pPr>
            <a:lvl4pPr algn="l">
              <a:defRPr sz="2100" b="1">
                <a:solidFill>
                  <a:srgbClr val="7351C7"/>
                </a:solidFill>
                <a:latin typeface="DejaVu Sans"/>
                <a:ea typeface="DejaVu Sans"/>
                <a:cs typeface="DejaVu Sans"/>
              </a:defRPr>
            </a:lvl4pPr>
            <a:lvl5pPr algn="l">
              <a:defRPr sz="2100" b="1">
                <a:solidFill>
                  <a:srgbClr val="7351C7"/>
                </a:solidFill>
                <a:latin typeface="DejaVu Sans"/>
                <a:ea typeface="DejaVu Sans"/>
                <a:cs typeface="DejaVu Sans"/>
              </a:defRPr>
            </a:lvl5pPr>
            <a:lvl6pPr algn="l">
              <a:defRPr sz="2100" b="1">
                <a:solidFill>
                  <a:srgbClr val="7351C7"/>
                </a:solidFill>
                <a:latin typeface="DejaVu Sans"/>
                <a:ea typeface="DejaVu Sans"/>
                <a:cs typeface="DejaVu Sans"/>
              </a:defRPr>
            </a:lvl6pPr>
            <a:lvl7pPr algn="l">
              <a:defRPr sz="2100" b="1">
                <a:solidFill>
                  <a:srgbClr val="7351C7"/>
                </a:solidFill>
                <a:latin typeface="DejaVu Sans"/>
                <a:ea typeface="DejaVu Sans"/>
                <a:cs typeface="DejaVu Sans"/>
              </a:defRPr>
            </a:lvl7pPr>
            <a:lvl8pPr algn="l">
              <a:defRPr sz="2100" b="1">
                <a:solidFill>
                  <a:srgbClr val="7351C7"/>
                </a:solidFill>
                <a:latin typeface="DejaVu Sans"/>
                <a:ea typeface="DejaVu Sans"/>
                <a:cs typeface="DejaVu Sans"/>
              </a:defRPr>
            </a:lvl8pPr>
            <a:lvl9pPr algn="l">
              <a:defRPr sz="2100" b="1">
                <a:solidFill>
                  <a:srgbClr val="7351C7"/>
                </a:solidFill>
                <a:latin typeface="DejaVu Sans"/>
                <a:ea typeface="DejaVu Sans"/>
                <a:cs typeface="DejaVu Sans"/>
              </a:defRPr>
            </a:lvl9pPr>
          </a:lstStyle>
          <a:p xmlns:a="http://schemas.openxmlformats.org/drawingml/2006/main">
            <a:pPr algn="l">
              <a:defRPr sz="2100" b="1">
                <a:solidFill>
                  <a:srgbClr val="7351C7"/>
                </a:solidFill>
                <a:latin typeface="DejaVu Sans"/>
                <a:ea typeface="DejaVu Sans"/>
                <a:cs typeface="DejaVu Sans"/>
              </a:defRPr>
            </a:pPr>
            <a:r>
              <a:rPr sz="2100" b="1">
                <a:solidFill>
                  <a:srgbClr val="7351C7"/>
                </a:solidFill>
                <a:latin typeface="DejaVu Sans"/>
                <a:ea typeface="DejaVu Sans"/>
                <a:cs typeface="DejaVu Sans"/>
              </a:rPr>
              <a:t>Coarse proposal on BEV</a:t>
            </a:r>
          </a:p>
        </p:txBody>
      </p:sp>
      <p:sp>
        <p:nvSpPr>
          <p:cNvPr id="4" name="shape-1030">
            <a:extLst xmlns:a="http://schemas.openxmlformats.org/drawingml/2006/main">
              <a:ext uri="{FF2B5EF4-FFF2-40B4-BE49-F238E27FC236}">
                <a16:creationId xmlns:a16="http://schemas.microsoft.com/office/drawing/2014/main" id="{E8E35637-14E4-444C-ACFE-76782D2CBD9B}"/>
              </a:ext>
            </a:extLst>
          </p:cNvPr>
          <p:cNvSpPr>
            <a:spLocks xmlns:a="http://schemas.openxmlformats.org/drawingml/2006/main" noGrp="1"/>
          </p:cNvSpPr>
          <p:nvPr/>
        </p:nvSpPr>
        <p:spPr>
          <a:xfrm xmlns:a="http://schemas.openxmlformats.org/drawingml/2006/main" rot="0">
            <a:off x="609600" y="2124075"/>
            <a:ext cx="2952750" cy="2952750"/>
          </a:xfrm>
          <a:prstGeom xmlns:a="http://schemas.openxmlformats.org/drawingml/2006/main" prst="rect">
            <a:avLst/>
          </a:prstGeom>
          <a:solidFill xmlns:a="http://schemas.openxmlformats.org/drawingml/2006/main">
            <a:srgbClr val="E5EBF2"/>
          </a:solidFill>
          <a:ln xmlns:a="http://schemas.openxmlformats.org/drawingml/2006/main" w="11430">
            <a:solidFill>
              <a:srgbClr val="BCCADA"/>
            </a:solidFill>
            <a:prstDash val="solid"/>
          </a:ln>
        </p:spPr>
      </p:sp>
      <p:sp>
        <p:nvSpPr>
          <p:cNvPr id="5" name="path-1031">
            <a:extLst xmlns:a="http://schemas.openxmlformats.org/drawingml/2006/main">
              <a:ext uri="{FF2B5EF4-FFF2-40B4-BE49-F238E27FC236}">
                <a16:creationId xmlns:a16="http://schemas.microsoft.com/office/drawing/2014/main" id="{E4003AE2-12B5-4ED2-9BB7-F08A33FB1C72}"/>
              </a:ext>
            </a:extLst>
          </p:cNvPr>
          <p:cNvSpPr>
            <a:spLocks xmlns:a="http://schemas.openxmlformats.org/drawingml/2006/main" noGrp="1"/>
          </p:cNvSpPr>
          <p:nvPr/>
        </p:nvSpPr>
        <p:spPr>
          <a:xfrm xmlns:a="http://schemas.openxmlformats.org/drawingml/2006/main">
            <a:off x="904875" y="2124075"/>
            <a:ext cx="953" cy="2952750"/>
          </a:xfrm>
          <a:custGeom xmlns:a="http://schemas.openxmlformats.org/drawingml/2006/main">
            <a:pathLst>
              <a:path w="953" h="2952750">
                <a:moveTo>
                  <a:pt x="0" y="0"/>
                </a:moveTo>
                <a:lnTo>
                  <a:pt x="0" y="2952750"/>
                </a:lnTo>
              </a:path>
            </a:pathLst>
          </a:custGeom>
          <a:noFill xmlns:a="http://schemas.openxmlformats.org/drawingml/2006/main"/>
          <a:ln xmlns:a="http://schemas.openxmlformats.org/drawingml/2006/main" w="7620">
            <a:solidFill>
              <a:srgbClr val="BCCADA"/>
            </a:solidFill>
            <a:prstDash val="solid"/>
          </a:ln>
        </p:spPr>
      </p:sp>
      <p:sp>
        <p:nvSpPr>
          <p:cNvPr id="6" name="path-1032">
            <a:extLst xmlns:a="http://schemas.openxmlformats.org/drawingml/2006/main">
              <a:ext uri="{FF2B5EF4-FFF2-40B4-BE49-F238E27FC236}">
                <a16:creationId xmlns:a16="http://schemas.microsoft.com/office/drawing/2014/main" id="{ACF64CD2-E29A-4958-8649-4F79D502EBAF}"/>
              </a:ext>
            </a:extLst>
          </p:cNvPr>
          <p:cNvSpPr>
            <a:spLocks xmlns:a="http://schemas.openxmlformats.org/drawingml/2006/main" noGrp="1"/>
          </p:cNvSpPr>
          <p:nvPr/>
        </p:nvSpPr>
        <p:spPr>
          <a:xfrm xmlns:a="http://schemas.openxmlformats.org/drawingml/2006/main">
            <a:off x="1200150" y="2124075"/>
            <a:ext cx="953" cy="2952750"/>
          </a:xfrm>
          <a:custGeom xmlns:a="http://schemas.openxmlformats.org/drawingml/2006/main">
            <a:pathLst>
              <a:path w="953" h="2952750">
                <a:moveTo>
                  <a:pt x="0" y="0"/>
                </a:moveTo>
                <a:lnTo>
                  <a:pt x="0" y="2952750"/>
                </a:lnTo>
              </a:path>
            </a:pathLst>
          </a:custGeom>
          <a:noFill xmlns:a="http://schemas.openxmlformats.org/drawingml/2006/main"/>
          <a:ln xmlns:a="http://schemas.openxmlformats.org/drawingml/2006/main" w="7620">
            <a:solidFill>
              <a:srgbClr val="BCCADA"/>
            </a:solidFill>
            <a:prstDash val="solid"/>
          </a:ln>
        </p:spPr>
      </p:sp>
      <p:sp>
        <p:nvSpPr>
          <p:cNvPr id="7" name="path-1033">
            <a:extLst xmlns:a="http://schemas.openxmlformats.org/drawingml/2006/main">
              <a:ext uri="{FF2B5EF4-FFF2-40B4-BE49-F238E27FC236}">
                <a16:creationId xmlns:a16="http://schemas.microsoft.com/office/drawing/2014/main" id="{81BB934B-356C-4ECE-8329-1D6021A10D04}"/>
              </a:ext>
            </a:extLst>
          </p:cNvPr>
          <p:cNvSpPr>
            <a:spLocks xmlns:a="http://schemas.openxmlformats.org/drawingml/2006/main" noGrp="1"/>
          </p:cNvSpPr>
          <p:nvPr/>
        </p:nvSpPr>
        <p:spPr>
          <a:xfrm xmlns:a="http://schemas.openxmlformats.org/drawingml/2006/main">
            <a:off x="1495425" y="2124075"/>
            <a:ext cx="953" cy="2952750"/>
          </a:xfrm>
          <a:custGeom xmlns:a="http://schemas.openxmlformats.org/drawingml/2006/main">
            <a:pathLst>
              <a:path w="953" h="2952750">
                <a:moveTo>
                  <a:pt x="0" y="0"/>
                </a:moveTo>
                <a:lnTo>
                  <a:pt x="0" y="2952750"/>
                </a:lnTo>
              </a:path>
            </a:pathLst>
          </a:custGeom>
          <a:noFill xmlns:a="http://schemas.openxmlformats.org/drawingml/2006/main"/>
          <a:ln xmlns:a="http://schemas.openxmlformats.org/drawingml/2006/main" w="7620">
            <a:solidFill>
              <a:srgbClr val="BCCADA"/>
            </a:solidFill>
            <a:prstDash val="solid"/>
          </a:ln>
        </p:spPr>
      </p:sp>
      <p:sp>
        <p:nvSpPr>
          <p:cNvPr id="8" name="path-1034">
            <a:extLst xmlns:a="http://schemas.openxmlformats.org/drawingml/2006/main">
              <a:ext uri="{FF2B5EF4-FFF2-40B4-BE49-F238E27FC236}">
                <a16:creationId xmlns:a16="http://schemas.microsoft.com/office/drawing/2014/main" id="{7CD7F129-ED87-4540-BFA5-DBEC1D9E6B05}"/>
              </a:ext>
            </a:extLst>
          </p:cNvPr>
          <p:cNvSpPr>
            <a:spLocks xmlns:a="http://schemas.openxmlformats.org/drawingml/2006/main" noGrp="1"/>
          </p:cNvSpPr>
          <p:nvPr/>
        </p:nvSpPr>
        <p:spPr>
          <a:xfrm xmlns:a="http://schemas.openxmlformats.org/drawingml/2006/main">
            <a:off x="1790700" y="2124075"/>
            <a:ext cx="953" cy="2952750"/>
          </a:xfrm>
          <a:custGeom xmlns:a="http://schemas.openxmlformats.org/drawingml/2006/main">
            <a:pathLst>
              <a:path w="953" h="2952750">
                <a:moveTo>
                  <a:pt x="0" y="0"/>
                </a:moveTo>
                <a:lnTo>
                  <a:pt x="0" y="2952750"/>
                </a:lnTo>
              </a:path>
            </a:pathLst>
          </a:custGeom>
          <a:noFill xmlns:a="http://schemas.openxmlformats.org/drawingml/2006/main"/>
          <a:ln xmlns:a="http://schemas.openxmlformats.org/drawingml/2006/main" w="7620">
            <a:solidFill>
              <a:srgbClr val="BCCADA"/>
            </a:solidFill>
            <a:prstDash val="solid"/>
          </a:ln>
        </p:spPr>
      </p:sp>
      <p:sp>
        <p:nvSpPr>
          <p:cNvPr id="9" name="path-1035">
            <a:extLst xmlns:a="http://schemas.openxmlformats.org/drawingml/2006/main">
              <a:ext uri="{FF2B5EF4-FFF2-40B4-BE49-F238E27FC236}">
                <a16:creationId xmlns:a16="http://schemas.microsoft.com/office/drawing/2014/main" id="{6D5616FB-260F-452E-AD72-F6CA49F718CF}"/>
              </a:ext>
            </a:extLst>
          </p:cNvPr>
          <p:cNvSpPr>
            <a:spLocks xmlns:a="http://schemas.openxmlformats.org/drawingml/2006/main" noGrp="1"/>
          </p:cNvSpPr>
          <p:nvPr/>
        </p:nvSpPr>
        <p:spPr>
          <a:xfrm xmlns:a="http://schemas.openxmlformats.org/drawingml/2006/main">
            <a:off x="2085975" y="2124075"/>
            <a:ext cx="953" cy="2952750"/>
          </a:xfrm>
          <a:custGeom xmlns:a="http://schemas.openxmlformats.org/drawingml/2006/main">
            <a:pathLst>
              <a:path w="953" h="2952750">
                <a:moveTo>
                  <a:pt x="0" y="0"/>
                </a:moveTo>
                <a:lnTo>
                  <a:pt x="0" y="2952750"/>
                </a:lnTo>
              </a:path>
            </a:pathLst>
          </a:custGeom>
          <a:noFill xmlns:a="http://schemas.openxmlformats.org/drawingml/2006/main"/>
          <a:ln xmlns:a="http://schemas.openxmlformats.org/drawingml/2006/main" w="7620">
            <a:solidFill>
              <a:srgbClr val="BCCADA"/>
            </a:solidFill>
            <a:prstDash val="solid"/>
          </a:ln>
        </p:spPr>
      </p:sp>
      <p:sp>
        <p:nvSpPr>
          <p:cNvPr id="10" name="path-1036">
            <a:extLst xmlns:a="http://schemas.openxmlformats.org/drawingml/2006/main">
              <a:ext uri="{FF2B5EF4-FFF2-40B4-BE49-F238E27FC236}">
                <a16:creationId xmlns:a16="http://schemas.microsoft.com/office/drawing/2014/main" id="{90C24665-6E37-4919-8D3C-F572FA2E283B}"/>
              </a:ext>
            </a:extLst>
          </p:cNvPr>
          <p:cNvSpPr>
            <a:spLocks xmlns:a="http://schemas.openxmlformats.org/drawingml/2006/main" noGrp="1"/>
          </p:cNvSpPr>
          <p:nvPr/>
        </p:nvSpPr>
        <p:spPr>
          <a:xfrm xmlns:a="http://schemas.openxmlformats.org/drawingml/2006/main">
            <a:off x="2381250" y="2124075"/>
            <a:ext cx="953" cy="2952750"/>
          </a:xfrm>
          <a:custGeom xmlns:a="http://schemas.openxmlformats.org/drawingml/2006/main">
            <a:pathLst>
              <a:path w="953" h="2952750">
                <a:moveTo>
                  <a:pt x="0" y="0"/>
                </a:moveTo>
                <a:lnTo>
                  <a:pt x="0" y="2952750"/>
                </a:lnTo>
              </a:path>
            </a:pathLst>
          </a:custGeom>
          <a:noFill xmlns:a="http://schemas.openxmlformats.org/drawingml/2006/main"/>
          <a:ln xmlns:a="http://schemas.openxmlformats.org/drawingml/2006/main" w="7620">
            <a:solidFill>
              <a:srgbClr val="BCCADA"/>
            </a:solidFill>
            <a:prstDash val="solid"/>
          </a:ln>
        </p:spPr>
      </p:sp>
      <p:sp>
        <p:nvSpPr>
          <p:cNvPr id="11" name="path-1037">
            <a:extLst xmlns:a="http://schemas.openxmlformats.org/drawingml/2006/main">
              <a:ext uri="{FF2B5EF4-FFF2-40B4-BE49-F238E27FC236}">
                <a16:creationId xmlns:a16="http://schemas.microsoft.com/office/drawing/2014/main" id="{9BA6119F-EB69-45E2-96B8-A7C20658731D}"/>
              </a:ext>
            </a:extLst>
          </p:cNvPr>
          <p:cNvSpPr>
            <a:spLocks xmlns:a="http://schemas.openxmlformats.org/drawingml/2006/main" noGrp="1"/>
          </p:cNvSpPr>
          <p:nvPr/>
        </p:nvSpPr>
        <p:spPr>
          <a:xfrm xmlns:a="http://schemas.openxmlformats.org/drawingml/2006/main">
            <a:off x="2676525" y="2124075"/>
            <a:ext cx="953" cy="2952750"/>
          </a:xfrm>
          <a:custGeom xmlns:a="http://schemas.openxmlformats.org/drawingml/2006/main">
            <a:pathLst>
              <a:path w="953" h="2952750">
                <a:moveTo>
                  <a:pt x="0" y="0"/>
                </a:moveTo>
                <a:lnTo>
                  <a:pt x="0" y="2952750"/>
                </a:lnTo>
              </a:path>
            </a:pathLst>
          </a:custGeom>
          <a:noFill xmlns:a="http://schemas.openxmlformats.org/drawingml/2006/main"/>
          <a:ln xmlns:a="http://schemas.openxmlformats.org/drawingml/2006/main" w="7620">
            <a:solidFill>
              <a:srgbClr val="BCCADA"/>
            </a:solidFill>
            <a:prstDash val="solid"/>
          </a:ln>
        </p:spPr>
      </p:sp>
      <p:sp>
        <p:nvSpPr>
          <p:cNvPr id="12" name="path-1038">
            <a:extLst xmlns:a="http://schemas.openxmlformats.org/drawingml/2006/main">
              <a:ext uri="{FF2B5EF4-FFF2-40B4-BE49-F238E27FC236}">
                <a16:creationId xmlns:a16="http://schemas.microsoft.com/office/drawing/2014/main" id="{D86E7F8F-E066-42C4-9D7C-6C94F14B413B}"/>
              </a:ext>
            </a:extLst>
          </p:cNvPr>
          <p:cNvSpPr>
            <a:spLocks xmlns:a="http://schemas.openxmlformats.org/drawingml/2006/main" noGrp="1"/>
          </p:cNvSpPr>
          <p:nvPr/>
        </p:nvSpPr>
        <p:spPr>
          <a:xfrm xmlns:a="http://schemas.openxmlformats.org/drawingml/2006/main">
            <a:off x="2971800" y="2124075"/>
            <a:ext cx="953" cy="2952750"/>
          </a:xfrm>
          <a:custGeom xmlns:a="http://schemas.openxmlformats.org/drawingml/2006/main">
            <a:pathLst>
              <a:path w="953" h="2952750">
                <a:moveTo>
                  <a:pt x="0" y="0"/>
                </a:moveTo>
                <a:lnTo>
                  <a:pt x="0" y="2952750"/>
                </a:lnTo>
              </a:path>
            </a:pathLst>
          </a:custGeom>
          <a:noFill xmlns:a="http://schemas.openxmlformats.org/drawingml/2006/main"/>
          <a:ln xmlns:a="http://schemas.openxmlformats.org/drawingml/2006/main" w="7620">
            <a:solidFill>
              <a:srgbClr val="BCCADA"/>
            </a:solidFill>
            <a:prstDash val="solid"/>
          </a:ln>
        </p:spPr>
      </p:sp>
      <p:sp>
        <p:nvSpPr>
          <p:cNvPr id="13" name="path-1039">
            <a:extLst xmlns:a="http://schemas.openxmlformats.org/drawingml/2006/main">
              <a:ext uri="{FF2B5EF4-FFF2-40B4-BE49-F238E27FC236}">
                <a16:creationId xmlns:a16="http://schemas.microsoft.com/office/drawing/2014/main" id="{0BF64E48-E68A-4106-BE67-BC19C9F217E8}"/>
              </a:ext>
            </a:extLst>
          </p:cNvPr>
          <p:cNvSpPr>
            <a:spLocks xmlns:a="http://schemas.openxmlformats.org/drawingml/2006/main" noGrp="1"/>
          </p:cNvSpPr>
          <p:nvPr/>
        </p:nvSpPr>
        <p:spPr>
          <a:xfrm xmlns:a="http://schemas.openxmlformats.org/drawingml/2006/main">
            <a:off x="3267075" y="2124075"/>
            <a:ext cx="953" cy="2952750"/>
          </a:xfrm>
          <a:custGeom xmlns:a="http://schemas.openxmlformats.org/drawingml/2006/main">
            <a:pathLst>
              <a:path w="953" h="2952750">
                <a:moveTo>
                  <a:pt x="0" y="0"/>
                </a:moveTo>
                <a:lnTo>
                  <a:pt x="0" y="2952750"/>
                </a:lnTo>
              </a:path>
            </a:pathLst>
          </a:custGeom>
          <a:noFill xmlns:a="http://schemas.openxmlformats.org/drawingml/2006/main"/>
          <a:ln xmlns:a="http://schemas.openxmlformats.org/drawingml/2006/main" w="7620">
            <a:solidFill>
              <a:srgbClr val="BCCADA"/>
            </a:solidFill>
            <a:prstDash val="solid"/>
          </a:ln>
        </p:spPr>
      </p:sp>
      <p:sp>
        <p:nvSpPr>
          <p:cNvPr id="14" name="path-1040">
            <a:extLst xmlns:a="http://schemas.openxmlformats.org/drawingml/2006/main">
              <a:ext uri="{FF2B5EF4-FFF2-40B4-BE49-F238E27FC236}">
                <a16:creationId xmlns:a16="http://schemas.microsoft.com/office/drawing/2014/main" id="{0F566D72-7840-443E-A9A8-D62DBCBE31A9}"/>
              </a:ext>
            </a:extLst>
          </p:cNvPr>
          <p:cNvSpPr>
            <a:spLocks xmlns:a="http://schemas.openxmlformats.org/drawingml/2006/main" noGrp="1"/>
          </p:cNvSpPr>
          <p:nvPr/>
        </p:nvSpPr>
        <p:spPr>
          <a:xfrm xmlns:a="http://schemas.openxmlformats.org/drawingml/2006/main">
            <a:off x="609600" y="2419350"/>
            <a:ext cx="2952750" cy="953"/>
          </a:xfrm>
          <a:custGeom xmlns:a="http://schemas.openxmlformats.org/drawingml/2006/main">
            <a:pathLst>
              <a:path w="2952750" h="953">
                <a:moveTo>
                  <a:pt x="0" y="0"/>
                </a:moveTo>
                <a:lnTo>
                  <a:pt x="2952750" y="0"/>
                </a:lnTo>
              </a:path>
            </a:pathLst>
          </a:custGeom>
          <a:noFill xmlns:a="http://schemas.openxmlformats.org/drawingml/2006/main"/>
          <a:ln xmlns:a="http://schemas.openxmlformats.org/drawingml/2006/main" w="7620">
            <a:solidFill>
              <a:srgbClr val="BCCADA"/>
            </a:solidFill>
            <a:prstDash val="solid"/>
          </a:ln>
        </p:spPr>
      </p:sp>
      <p:sp>
        <p:nvSpPr>
          <p:cNvPr id="15" name="path-1041">
            <a:extLst xmlns:a="http://schemas.openxmlformats.org/drawingml/2006/main">
              <a:ext uri="{FF2B5EF4-FFF2-40B4-BE49-F238E27FC236}">
                <a16:creationId xmlns:a16="http://schemas.microsoft.com/office/drawing/2014/main" id="{514240A4-D1FF-4EE6-ADC8-893DE55C8D2A}"/>
              </a:ext>
            </a:extLst>
          </p:cNvPr>
          <p:cNvSpPr>
            <a:spLocks xmlns:a="http://schemas.openxmlformats.org/drawingml/2006/main" noGrp="1"/>
          </p:cNvSpPr>
          <p:nvPr/>
        </p:nvSpPr>
        <p:spPr>
          <a:xfrm xmlns:a="http://schemas.openxmlformats.org/drawingml/2006/main">
            <a:off x="609600" y="2714625"/>
            <a:ext cx="2952750" cy="953"/>
          </a:xfrm>
          <a:custGeom xmlns:a="http://schemas.openxmlformats.org/drawingml/2006/main">
            <a:pathLst>
              <a:path w="2952750" h="953">
                <a:moveTo>
                  <a:pt x="0" y="0"/>
                </a:moveTo>
                <a:lnTo>
                  <a:pt x="2952750" y="0"/>
                </a:lnTo>
              </a:path>
            </a:pathLst>
          </a:custGeom>
          <a:noFill xmlns:a="http://schemas.openxmlformats.org/drawingml/2006/main"/>
          <a:ln xmlns:a="http://schemas.openxmlformats.org/drawingml/2006/main" w="7620">
            <a:solidFill>
              <a:srgbClr val="BCCADA"/>
            </a:solidFill>
            <a:prstDash val="solid"/>
          </a:ln>
        </p:spPr>
      </p:sp>
      <p:sp>
        <p:nvSpPr>
          <p:cNvPr id="16" name="path-1042">
            <a:extLst xmlns:a="http://schemas.openxmlformats.org/drawingml/2006/main">
              <a:ext uri="{FF2B5EF4-FFF2-40B4-BE49-F238E27FC236}">
                <a16:creationId xmlns:a16="http://schemas.microsoft.com/office/drawing/2014/main" id="{8A4F1CCD-F06E-416F-BDC1-16DCDB100945}"/>
              </a:ext>
            </a:extLst>
          </p:cNvPr>
          <p:cNvSpPr>
            <a:spLocks xmlns:a="http://schemas.openxmlformats.org/drawingml/2006/main" noGrp="1"/>
          </p:cNvSpPr>
          <p:nvPr/>
        </p:nvSpPr>
        <p:spPr>
          <a:xfrm xmlns:a="http://schemas.openxmlformats.org/drawingml/2006/main">
            <a:off x="609600" y="3009900"/>
            <a:ext cx="2952750" cy="953"/>
          </a:xfrm>
          <a:custGeom xmlns:a="http://schemas.openxmlformats.org/drawingml/2006/main">
            <a:pathLst>
              <a:path w="2952750" h="953">
                <a:moveTo>
                  <a:pt x="0" y="0"/>
                </a:moveTo>
                <a:lnTo>
                  <a:pt x="2952750" y="0"/>
                </a:lnTo>
              </a:path>
            </a:pathLst>
          </a:custGeom>
          <a:noFill xmlns:a="http://schemas.openxmlformats.org/drawingml/2006/main"/>
          <a:ln xmlns:a="http://schemas.openxmlformats.org/drawingml/2006/main" w="7620">
            <a:solidFill>
              <a:srgbClr val="BCCADA"/>
            </a:solidFill>
            <a:prstDash val="solid"/>
          </a:ln>
        </p:spPr>
      </p:sp>
      <p:sp>
        <p:nvSpPr>
          <p:cNvPr id="17" name="path-1043">
            <a:extLst xmlns:a="http://schemas.openxmlformats.org/drawingml/2006/main">
              <a:ext uri="{FF2B5EF4-FFF2-40B4-BE49-F238E27FC236}">
                <a16:creationId xmlns:a16="http://schemas.microsoft.com/office/drawing/2014/main" id="{3AAE479B-8CD9-44BD-8CE0-08CCE4DC47DB}"/>
              </a:ext>
            </a:extLst>
          </p:cNvPr>
          <p:cNvSpPr>
            <a:spLocks xmlns:a="http://schemas.openxmlformats.org/drawingml/2006/main" noGrp="1"/>
          </p:cNvSpPr>
          <p:nvPr/>
        </p:nvSpPr>
        <p:spPr>
          <a:xfrm xmlns:a="http://schemas.openxmlformats.org/drawingml/2006/main">
            <a:off x="609600" y="3305175"/>
            <a:ext cx="2952750" cy="953"/>
          </a:xfrm>
          <a:custGeom xmlns:a="http://schemas.openxmlformats.org/drawingml/2006/main">
            <a:pathLst>
              <a:path w="2952750" h="953">
                <a:moveTo>
                  <a:pt x="0" y="0"/>
                </a:moveTo>
                <a:lnTo>
                  <a:pt x="2952750" y="0"/>
                </a:lnTo>
              </a:path>
            </a:pathLst>
          </a:custGeom>
          <a:noFill xmlns:a="http://schemas.openxmlformats.org/drawingml/2006/main"/>
          <a:ln xmlns:a="http://schemas.openxmlformats.org/drawingml/2006/main" w="7620">
            <a:solidFill>
              <a:srgbClr val="BCCADA"/>
            </a:solidFill>
            <a:prstDash val="solid"/>
          </a:ln>
        </p:spPr>
      </p:sp>
      <p:sp>
        <p:nvSpPr>
          <p:cNvPr id="18" name="path-1044">
            <a:extLst xmlns:a="http://schemas.openxmlformats.org/drawingml/2006/main">
              <a:ext uri="{FF2B5EF4-FFF2-40B4-BE49-F238E27FC236}">
                <a16:creationId xmlns:a16="http://schemas.microsoft.com/office/drawing/2014/main" id="{099A157B-D751-4B06-A32E-C0F0F849F55D}"/>
              </a:ext>
            </a:extLst>
          </p:cNvPr>
          <p:cNvSpPr>
            <a:spLocks xmlns:a="http://schemas.openxmlformats.org/drawingml/2006/main" noGrp="1"/>
          </p:cNvSpPr>
          <p:nvPr/>
        </p:nvSpPr>
        <p:spPr>
          <a:xfrm xmlns:a="http://schemas.openxmlformats.org/drawingml/2006/main">
            <a:off x="609600" y="3600450"/>
            <a:ext cx="2952750" cy="953"/>
          </a:xfrm>
          <a:custGeom xmlns:a="http://schemas.openxmlformats.org/drawingml/2006/main">
            <a:pathLst>
              <a:path w="2952750" h="953">
                <a:moveTo>
                  <a:pt x="0" y="0"/>
                </a:moveTo>
                <a:lnTo>
                  <a:pt x="2952750" y="0"/>
                </a:lnTo>
              </a:path>
            </a:pathLst>
          </a:custGeom>
          <a:noFill xmlns:a="http://schemas.openxmlformats.org/drawingml/2006/main"/>
          <a:ln xmlns:a="http://schemas.openxmlformats.org/drawingml/2006/main" w="7620">
            <a:solidFill>
              <a:srgbClr val="BCCADA"/>
            </a:solidFill>
            <a:prstDash val="solid"/>
          </a:ln>
        </p:spPr>
      </p:sp>
      <p:sp>
        <p:nvSpPr>
          <p:cNvPr id="19" name="path-1045">
            <a:extLst xmlns:a="http://schemas.openxmlformats.org/drawingml/2006/main">
              <a:ext uri="{FF2B5EF4-FFF2-40B4-BE49-F238E27FC236}">
                <a16:creationId xmlns:a16="http://schemas.microsoft.com/office/drawing/2014/main" id="{CA33DDBA-FC3D-43B3-A823-8009E8F6F1D6}"/>
              </a:ext>
            </a:extLst>
          </p:cNvPr>
          <p:cNvSpPr>
            <a:spLocks xmlns:a="http://schemas.openxmlformats.org/drawingml/2006/main" noGrp="1"/>
          </p:cNvSpPr>
          <p:nvPr/>
        </p:nvSpPr>
        <p:spPr>
          <a:xfrm xmlns:a="http://schemas.openxmlformats.org/drawingml/2006/main">
            <a:off x="609600" y="3895725"/>
            <a:ext cx="2952750" cy="953"/>
          </a:xfrm>
          <a:custGeom xmlns:a="http://schemas.openxmlformats.org/drawingml/2006/main">
            <a:pathLst>
              <a:path w="2952750" h="953">
                <a:moveTo>
                  <a:pt x="0" y="0"/>
                </a:moveTo>
                <a:lnTo>
                  <a:pt x="2952750" y="0"/>
                </a:lnTo>
              </a:path>
            </a:pathLst>
          </a:custGeom>
          <a:noFill xmlns:a="http://schemas.openxmlformats.org/drawingml/2006/main"/>
          <a:ln xmlns:a="http://schemas.openxmlformats.org/drawingml/2006/main" w="7620">
            <a:solidFill>
              <a:srgbClr val="BCCADA"/>
            </a:solidFill>
            <a:prstDash val="solid"/>
          </a:ln>
        </p:spPr>
      </p:sp>
      <p:sp>
        <p:nvSpPr>
          <p:cNvPr id="20" name="path-1046">
            <a:extLst xmlns:a="http://schemas.openxmlformats.org/drawingml/2006/main">
              <a:ext uri="{FF2B5EF4-FFF2-40B4-BE49-F238E27FC236}">
                <a16:creationId xmlns:a16="http://schemas.microsoft.com/office/drawing/2014/main" id="{0BF0A334-5DDE-4C30-9143-D2B4E1250C16}"/>
              </a:ext>
            </a:extLst>
          </p:cNvPr>
          <p:cNvSpPr>
            <a:spLocks xmlns:a="http://schemas.openxmlformats.org/drawingml/2006/main" noGrp="1"/>
          </p:cNvSpPr>
          <p:nvPr/>
        </p:nvSpPr>
        <p:spPr>
          <a:xfrm xmlns:a="http://schemas.openxmlformats.org/drawingml/2006/main">
            <a:off x="609600" y="4191000"/>
            <a:ext cx="2952750" cy="953"/>
          </a:xfrm>
          <a:custGeom xmlns:a="http://schemas.openxmlformats.org/drawingml/2006/main">
            <a:pathLst>
              <a:path w="2952750" h="953">
                <a:moveTo>
                  <a:pt x="0" y="0"/>
                </a:moveTo>
                <a:lnTo>
                  <a:pt x="2952750" y="0"/>
                </a:lnTo>
              </a:path>
            </a:pathLst>
          </a:custGeom>
          <a:noFill xmlns:a="http://schemas.openxmlformats.org/drawingml/2006/main"/>
          <a:ln xmlns:a="http://schemas.openxmlformats.org/drawingml/2006/main" w="7620">
            <a:solidFill>
              <a:srgbClr val="BCCADA"/>
            </a:solidFill>
            <a:prstDash val="solid"/>
          </a:ln>
        </p:spPr>
      </p:sp>
      <p:sp>
        <p:nvSpPr>
          <p:cNvPr id="21" name="path-1047">
            <a:extLst xmlns:a="http://schemas.openxmlformats.org/drawingml/2006/main">
              <a:ext uri="{FF2B5EF4-FFF2-40B4-BE49-F238E27FC236}">
                <a16:creationId xmlns:a16="http://schemas.microsoft.com/office/drawing/2014/main" id="{65121A7F-7ADB-486D-BA24-904B8D2A25CF}"/>
              </a:ext>
            </a:extLst>
          </p:cNvPr>
          <p:cNvSpPr>
            <a:spLocks xmlns:a="http://schemas.openxmlformats.org/drawingml/2006/main" noGrp="1"/>
          </p:cNvSpPr>
          <p:nvPr/>
        </p:nvSpPr>
        <p:spPr>
          <a:xfrm xmlns:a="http://schemas.openxmlformats.org/drawingml/2006/main">
            <a:off x="609600" y="4486275"/>
            <a:ext cx="2952750" cy="953"/>
          </a:xfrm>
          <a:custGeom xmlns:a="http://schemas.openxmlformats.org/drawingml/2006/main">
            <a:pathLst>
              <a:path w="2952750" h="953">
                <a:moveTo>
                  <a:pt x="0" y="0"/>
                </a:moveTo>
                <a:lnTo>
                  <a:pt x="2952750" y="0"/>
                </a:lnTo>
              </a:path>
            </a:pathLst>
          </a:custGeom>
          <a:noFill xmlns:a="http://schemas.openxmlformats.org/drawingml/2006/main"/>
          <a:ln xmlns:a="http://schemas.openxmlformats.org/drawingml/2006/main" w="7620">
            <a:solidFill>
              <a:srgbClr val="BCCADA"/>
            </a:solidFill>
            <a:prstDash val="solid"/>
          </a:ln>
        </p:spPr>
      </p:sp>
      <p:sp>
        <p:nvSpPr>
          <p:cNvPr id="22" name="path-1048">
            <a:extLst xmlns:a="http://schemas.openxmlformats.org/drawingml/2006/main">
              <a:ext uri="{FF2B5EF4-FFF2-40B4-BE49-F238E27FC236}">
                <a16:creationId xmlns:a16="http://schemas.microsoft.com/office/drawing/2014/main" id="{16F044A8-8670-45B4-8BC4-78BC38D0116F}"/>
              </a:ext>
            </a:extLst>
          </p:cNvPr>
          <p:cNvSpPr>
            <a:spLocks xmlns:a="http://schemas.openxmlformats.org/drawingml/2006/main" noGrp="1"/>
          </p:cNvSpPr>
          <p:nvPr/>
        </p:nvSpPr>
        <p:spPr>
          <a:xfrm xmlns:a="http://schemas.openxmlformats.org/drawingml/2006/main">
            <a:off x="609600" y="4781550"/>
            <a:ext cx="2952750" cy="953"/>
          </a:xfrm>
          <a:custGeom xmlns:a="http://schemas.openxmlformats.org/drawingml/2006/main">
            <a:pathLst>
              <a:path w="2952750" h="953">
                <a:moveTo>
                  <a:pt x="0" y="0"/>
                </a:moveTo>
                <a:lnTo>
                  <a:pt x="2952750" y="0"/>
                </a:lnTo>
              </a:path>
            </a:pathLst>
          </a:custGeom>
          <a:noFill xmlns:a="http://schemas.openxmlformats.org/drawingml/2006/main"/>
          <a:ln xmlns:a="http://schemas.openxmlformats.org/drawingml/2006/main" w="7620">
            <a:solidFill>
              <a:srgbClr val="BCCADA"/>
            </a:solidFill>
            <a:prstDash val="solid"/>
          </a:ln>
        </p:spPr>
      </p:sp>
      <p:sp>
        <p:nvSpPr>
          <p:cNvPr id="23" name="path-1049">
            <a:extLst xmlns:a="http://schemas.openxmlformats.org/drawingml/2006/main">
              <a:ext uri="{FF2B5EF4-FFF2-40B4-BE49-F238E27FC236}">
                <a16:creationId xmlns:a16="http://schemas.microsoft.com/office/drawing/2014/main" id="{BF5BF05D-4E91-4DF6-B788-B568FFC49392}"/>
              </a:ext>
            </a:extLst>
          </p:cNvPr>
          <p:cNvSpPr>
            <a:spLocks xmlns:a="http://schemas.openxmlformats.org/drawingml/2006/main" noGrp="1"/>
          </p:cNvSpPr>
          <p:nvPr/>
        </p:nvSpPr>
        <p:spPr>
          <a:xfrm xmlns:a="http://schemas.openxmlformats.org/drawingml/2006/main">
            <a:off x="1669451" y="3245229"/>
            <a:ext cx="1175947" cy="862841"/>
          </a:xfrm>
          <a:custGeom xmlns:a="http://schemas.openxmlformats.org/drawingml/2006/main">
            <a:pathLst>
              <a:path w="1175947" h="862841">
                <a:moveTo>
                  <a:pt x="0" y="361609"/>
                </a:moveTo>
                <a:lnTo>
                  <a:pt x="993514" y="0"/>
                </a:lnTo>
                <a:lnTo>
                  <a:pt x="1175947" y="501232"/>
                </a:lnTo>
                <a:lnTo>
                  <a:pt x="182434" y="862841"/>
                </a:lnTo>
                <a:close/>
              </a:path>
            </a:pathLst>
          </a:custGeom>
          <a:noFill xmlns:a="http://schemas.openxmlformats.org/drawingml/2006/main"/>
          <a:ln xmlns:a="http://schemas.openxmlformats.org/drawingml/2006/main" w="28575">
            <a:solidFill>
              <a:srgbClr val="304C68"/>
            </a:solidFill>
            <a:prstDash val="solid"/>
          </a:ln>
        </p:spPr>
      </p:sp>
      <p:sp>
        <p:nvSpPr>
          <p:cNvPr id="24" name="path-1050">
            <a:extLst xmlns:a="http://schemas.openxmlformats.org/drawingml/2006/main">
              <a:ext uri="{FF2B5EF4-FFF2-40B4-BE49-F238E27FC236}">
                <a16:creationId xmlns:a16="http://schemas.microsoft.com/office/drawing/2014/main" id="{DC5508C0-F1E4-4F73-96F1-1D1CC190AEF3}"/>
              </a:ext>
            </a:extLst>
          </p:cNvPr>
          <p:cNvSpPr>
            <a:spLocks xmlns:a="http://schemas.openxmlformats.org/drawingml/2006/main" noGrp="1"/>
          </p:cNvSpPr>
          <p:nvPr/>
        </p:nvSpPr>
        <p:spPr>
          <a:xfrm xmlns:a="http://schemas.openxmlformats.org/drawingml/2006/main">
            <a:off x="2257425" y="3495845"/>
            <a:ext cx="496757" cy="180805"/>
          </a:xfrm>
          <a:custGeom xmlns:a="http://schemas.openxmlformats.org/drawingml/2006/main">
            <a:pathLst>
              <a:path w="496757" h="180805">
                <a:moveTo>
                  <a:pt x="0" y="180805"/>
                </a:moveTo>
                <a:lnTo>
                  <a:pt x="496757" y="0"/>
                </a:lnTo>
              </a:path>
            </a:pathLst>
          </a:custGeom>
          <a:noFill xmlns:a="http://schemas.openxmlformats.org/drawingml/2006/main"/>
          <a:ln xmlns:a="http://schemas.openxmlformats.org/drawingml/2006/main" w="28575">
            <a:solidFill>
              <a:srgbClr val="304C68"/>
            </a:solidFill>
            <a:prstDash val="solid"/>
          </a:ln>
        </p:spPr>
      </p:sp>
      <p:sp>
        <p:nvSpPr>
          <p:cNvPr id="25" name="shape-1051">
            <a:extLst xmlns:a="http://schemas.openxmlformats.org/drawingml/2006/main">
              <a:ext uri="{FF2B5EF4-FFF2-40B4-BE49-F238E27FC236}">
                <a16:creationId xmlns:a16="http://schemas.microsoft.com/office/drawing/2014/main" id="{A460F818-81F7-4118-8386-B94B4D7CC52B}"/>
              </a:ext>
            </a:extLst>
          </p:cNvPr>
          <p:cNvSpPr>
            <a:spLocks xmlns:a="http://schemas.openxmlformats.org/drawingml/2006/main" noGrp="1"/>
          </p:cNvSpPr>
          <p:nvPr/>
        </p:nvSpPr>
        <p:spPr>
          <a:xfrm xmlns:a="http://schemas.openxmlformats.org/drawingml/2006/main" rot="0">
            <a:off x="2047875" y="3505200"/>
            <a:ext cx="428625" cy="428625"/>
          </a:xfrm>
          <a:prstGeom xmlns:a="http://schemas.openxmlformats.org/drawingml/2006/main" prst="rect">
            <a:avLst/>
          </a:prstGeom>
          <a:noFill xmlns:a="http://schemas.openxmlformats.org/drawingml/2006/main"/>
          <a:ln xmlns:a="http://schemas.openxmlformats.org/drawingml/2006/main" w="28575">
            <a:solidFill>
              <a:srgbClr val="7351C7"/>
            </a:solidFill>
            <a:prstDash val="solid"/>
          </a:ln>
        </p:spPr>
      </p:sp>
      <p:sp>
        <p:nvSpPr>
          <p:cNvPr id="26" name="shape-1052">
            <a:extLst xmlns:a="http://schemas.openxmlformats.org/drawingml/2006/main">
              <a:ext uri="{FF2B5EF4-FFF2-40B4-BE49-F238E27FC236}">
                <a16:creationId xmlns:a16="http://schemas.microsoft.com/office/drawing/2014/main" id="{64001A83-5643-4BA7-A70E-09B1EEACBFE3}"/>
              </a:ext>
            </a:extLst>
          </p:cNvPr>
          <p:cNvSpPr>
            <a:spLocks xmlns:a="http://schemas.openxmlformats.org/drawingml/2006/main" noGrp="1"/>
          </p:cNvSpPr>
          <p:nvPr/>
        </p:nvSpPr>
        <p:spPr>
          <a:xfrm xmlns:a="http://schemas.openxmlformats.org/drawingml/2006/main" rot="0">
            <a:off x="2219325" y="3676650"/>
            <a:ext cx="76200" cy="76200"/>
          </a:xfrm>
          <a:prstGeom xmlns:a="http://schemas.openxmlformats.org/drawingml/2006/main" prst="ellipse">
            <a:avLst/>
          </a:prstGeom>
          <a:solidFill xmlns:a="http://schemas.openxmlformats.org/drawingml/2006/main">
            <a:srgbClr val="7351C7"/>
          </a:solidFill>
          <a:ln xmlns:a="http://schemas.openxmlformats.org/drawingml/2006/main" w="9525">
            <a:solidFill>
              <a:srgbClr val="7351C7"/>
            </a:solidFill>
            <a:prstDash val="solid"/>
          </a:ln>
        </p:spPr>
      </p:sp>
      <p:sp>
        <p:nvSpPr>
          <p:cNvPr id="27" name="path-1053">
            <a:extLst xmlns:a="http://schemas.openxmlformats.org/drawingml/2006/main">
              <a:ext uri="{FF2B5EF4-FFF2-40B4-BE49-F238E27FC236}">
                <a16:creationId xmlns:a16="http://schemas.microsoft.com/office/drawing/2014/main" id="{E408200B-B8D1-4F14-B7B3-073D14D00D39}"/>
              </a:ext>
            </a:extLst>
          </p:cNvPr>
          <p:cNvSpPr>
            <a:spLocks xmlns:a="http://schemas.openxmlformats.org/drawingml/2006/main" noGrp="1"/>
          </p:cNvSpPr>
          <p:nvPr/>
        </p:nvSpPr>
        <p:spPr>
          <a:xfrm xmlns:a="http://schemas.openxmlformats.org/drawingml/2006/main">
            <a:off x="2562225" y="2895600"/>
            <a:ext cx="1857375" cy="819150"/>
          </a:xfrm>
          <a:custGeom xmlns:a="http://schemas.openxmlformats.org/drawingml/2006/main">
            <a:pathLst>
              <a:path w="1857375" h="819150">
                <a:moveTo>
                  <a:pt x="0" y="819150"/>
                </a:moveTo>
                <a:lnTo>
                  <a:pt x="1400175" y="819150"/>
                </a:lnTo>
                <a:lnTo>
                  <a:pt x="1400175" y="0"/>
                </a:lnTo>
                <a:lnTo>
                  <a:pt x="1857375" y="0"/>
                </a:lnTo>
              </a:path>
            </a:pathLst>
          </a:custGeom>
          <a:noFill xmlns:a="http://schemas.openxmlformats.org/drawingml/2006/main"/>
          <a:ln xmlns:a="http://schemas.openxmlformats.org/drawingml/2006/main" w="22860">
            <a:solidFill>
              <a:srgbClr val="7351C7"/>
            </a:solidFill>
            <a:prstDash val="solid"/>
          </a:ln>
        </p:spPr>
      </p:sp>
      <p:sp>
        <p:nvSpPr>
          <p:cNvPr id="28" name="path-1054">
            <a:extLst xmlns:a="http://schemas.openxmlformats.org/drawingml/2006/main">
              <a:ext uri="{FF2B5EF4-FFF2-40B4-BE49-F238E27FC236}">
                <a16:creationId xmlns:a16="http://schemas.microsoft.com/office/drawing/2014/main" id="{9EBA3EAE-1550-4C6D-972F-40327E5F4476}"/>
              </a:ext>
            </a:extLst>
          </p:cNvPr>
          <p:cNvSpPr>
            <a:spLocks xmlns:a="http://schemas.openxmlformats.org/drawingml/2006/main" noGrp="1"/>
          </p:cNvSpPr>
          <p:nvPr/>
        </p:nvSpPr>
        <p:spPr>
          <a:xfrm xmlns:a="http://schemas.openxmlformats.org/drawingml/2006/main">
            <a:off x="4324350" y="2851785"/>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7351C7"/>
          </a:solidFill>
          <a:ln xmlns:a="http://schemas.openxmlformats.org/drawingml/2006/main" w="0">
            <a:solidFill>
              <a:srgbClr val="7351C7"/>
            </a:solidFill>
            <a:prstDash val="solid"/>
          </a:ln>
        </p:spPr>
      </p:sp>
      <p:sp>
        <p:nvSpPr>
          <p:cNvPr id="29" name="label-1055">
            <a:extLst xmlns:a="http://schemas.openxmlformats.org/drawingml/2006/main">
              <a:ext uri="{FF2B5EF4-FFF2-40B4-BE49-F238E27FC236}">
                <a16:creationId xmlns:a16="http://schemas.microsoft.com/office/drawing/2014/main" id="{13AD0818-F3FD-467A-BC8A-53A6590323B4}"/>
              </a:ext>
            </a:extLst>
          </p:cNvPr>
          <p:cNvSpPr>
            <a:spLocks xmlns:a="http://schemas.openxmlformats.org/drawingml/2006/main" noGrp="1"/>
          </p:cNvSpPr>
          <p:nvPr/>
        </p:nvSpPr>
        <p:spPr>
          <a:xfrm xmlns:a="http://schemas.openxmlformats.org/drawingml/2006/main">
            <a:off x="4486275" y="1362075"/>
            <a:ext cx="40195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7351C7"/>
                </a:solidFill>
                <a:latin typeface="DejaVu Sans"/>
                <a:ea typeface="DejaVu Sans"/>
                <a:cs typeface="DejaVu Sans"/>
              </a:defRPr>
            </a:defPPr>
            <a:lvl1pPr algn="l">
              <a:defRPr sz="2100" b="1">
                <a:solidFill>
                  <a:srgbClr val="7351C7"/>
                </a:solidFill>
                <a:latin typeface="DejaVu Sans"/>
                <a:ea typeface="DejaVu Sans"/>
                <a:cs typeface="DejaVu Sans"/>
              </a:defRPr>
            </a:lvl1pPr>
            <a:lvl2pPr algn="l">
              <a:defRPr sz="2100" b="1">
                <a:solidFill>
                  <a:srgbClr val="7351C7"/>
                </a:solidFill>
                <a:latin typeface="DejaVu Sans"/>
                <a:ea typeface="DejaVu Sans"/>
                <a:cs typeface="DejaVu Sans"/>
              </a:defRPr>
            </a:lvl2pPr>
            <a:lvl3pPr algn="l">
              <a:defRPr sz="2100" b="1">
                <a:solidFill>
                  <a:srgbClr val="7351C7"/>
                </a:solidFill>
                <a:latin typeface="DejaVu Sans"/>
                <a:ea typeface="DejaVu Sans"/>
                <a:cs typeface="DejaVu Sans"/>
              </a:defRPr>
            </a:lvl3pPr>
            <a:lvl4pPr algn="l">
              <a:defRPr sz="2100" b="1">
                <a:solidFill>
                  <a:srgbClr val="7351C7"/>
                </a:solidFill>
                <a:latin typeface="DejaVu Sans"/>
                <a:ea typeface="DejaVu Sans"/>
                <a:cs typeface="DejaVu Sans"/>
              </a:defRPr>
            </a:lvl4pPr>
            <a:lvl5pPr algn="l">
              <a:defRPr sz="2100" b="1">
                <a:solidFill>
                  <a:srgbClr val="7351C7"/>
                </a:solidFill>
                <a:latin typeface="DejaVu Sans"/>
                <a:ea typeface="DejaVu Sans"/>
                <a:cs typeface="DejaVu Sans"/>
              </a:defRPr>
            </a:lvl5pPr>
            <a:lvl6pPr algn="l">
              <a:defRPr sz="2100" b="1">
                <a:solidFill>
                  <a:srgbClr val="7351C7"/>
                </a:solidFill>
                <a:latin typeface="DejaVu Sans"/>
                <a:ea typeface="DejaVu Sans"/>
                <a:cs typeface="DejaVu Sans"/>
              </a:defRPr>
            </a:lvl6pPr>
            <a:lvl7pPr algn="l">
              <a:defRPr sz="2100" b="1">
                <a:solidFill>
                  <a:srgbClr val="7351C7"/>
                </a:solidFill>
                <a:latin typeface="DejaVu Sans"/>
                <a:ea typeface="DejaVu Sans"/>
                <a:cs typeface="DejaVu Sans"/>
              </a:defRPr>
            </a:lvl7pPr>
            <a:lvl8pPr algn="l">
              <a:defRPr sz="2100" b="1">
                <a:solidFill>
                  <a:srgbClr val="7351C7"/>
                </a:solidFill>
                <a:latin typeface="DejaVu Sans"/>
                <a:ea typeface="DejaVu Sans"/>
                <a:cs typeface="DejaVu Sans"/>
              </a:defRPr>
            </a:lvl8pPr>
            <a:lvl9pPr algn="l">
              <a:defRPr sz="2100" b="1">
                <a:solidFill>
                  <a:srgbClr val="7351C7"/>
                </a:solidFill>
                <a:latin typeface="DejaVu Sans"/>
                <a:ea typeface="DejaVu Sans"/>
                <a:cs typeface="DejaVu Sans"/>
              </a:defRPr>
            </a:lvl9pPr>
          </a:lstStyle>
          <a:p xmlns:a="http://schemas.openxmlformats.org/drawingml/2006/main">
            <a:pPr algn="l">
              <a:defRPr sz="2100" b="1">
                <a:solidFill>
                  <a:srgbClr val="7351C7"/>
                </a:solidFill>
                <a:latin typeface="DejaVu Sans"/>
                <a:ea typeface="DejaVu Sans"/>
                <a:cs typeface="DejaVu Sans"/>
              </a:defRPr>
            </a:pPr>
            <a:r>
              <a:rPr sz="2100" b="1">
                <a:solidFill>
                  <a:srgbClr val="7351C7"/>
                </a:solidFill>
                <a:latin typeface="DejaVu Sans"/>
                <a:ea typeface="DejaVu Sans"/>
                <a:cs typeface="DejaVu Sans"/>
              </a:rPr>
              <a:t>5 × 5 sample centers</a:t>
            </a:r>
          </a:p>
        </p:txBody>
      </p:sp>
      <p:sp>
        <p:nvSpPr>
          <p:cNvPr id="30" name="shape-1056">
            <a:extLst xmlns:a="http://schemas.openxmlformats.org/drawingml/2006/main">
              <a:ext uri="{FF2B5EF4-FFF2-40B4-BE49-F238E27FC236}">
                <a16:creationId xmlns:a16="http://schemas.microsoft.com/office/drawing/2014/main" id="{124E8447-CC0F-4E4F-9BD0-6932DA18CF78}"/>
              </a:ext>
            </a:extLst>
          </p:cNvPr>
          <p:cNvSpPr>
            <a:spLocks xmlns:a="http://schemas.openxmlformats.org/drawingml/2006/main" noGrp="1"/>
          </p:cNvSpPr>
          <p:nvPr/>
        </p:nvSpPr>
        <p:spPr>
          <a:xfrm xmlns:a="http://schemas.openxmlformats.org/drawingml/2006/main" rot="0">
            <a:off x="4543425" y="2124075"/>
            <a:ext cx="2705100" cy="2705100"/>
          </a:xfrm>
          <a:prstGeom xmlns:a="http://schemas.openxmlformats.org/drawingml/2006/main" prst="rect">
            <a:avLst/>
          </a:prstGeom>
          <a:solidFill xmlns:a="http://schemas.openxmlformats.org/drawingml/2006/main">
            <a:srgbClr val="FFFFFF"/>
          </a:solidFill>
          <a:ln xmlns:a="http://schemas.openxmlformats.org/drawingml/2006/main" w="11430">
            <a:solidFill>
              <a:srgbClr val="CFD7E2"/>
            </a:solidFill>
            <a:prstDash val="solid"/>
          </a:ln>
        </p:spPr>
      </p:sp>
      <p:sp>
        <p:nvSpPr>
          <p:cNvPr id="31" name="path-1057">
            <a:extLst xmlns:a="http://schemas.openxmlformats.org/drawingml/2006/main">
              <a:ext uri="{FF2B5EF4-FFF2-40B4-BE49-F238E27FC236}">
                <a16:creationId xmlns:a16="http://schemas.microsoft.com/office/drawing/2014/main" id="{0423995F-2EC9-49DB-9C09-7FC60396904C}"/>
              </a:ext>
            </a:extLst>
          </p:cNvPr>
          <p:cNvSpPr>
            <a:spLocks xmlns:a="http://schemas.openxmlformats.org/drawingml/2006/main" noGrp="1"/>
          </p:cNvSpPr>
          <p:nvPr/>
        </p:nvSpPr>
        <p:spPr>
          <a:xfrm xmlns:a="http://schemas.openxmlformats.org/drawingml/2006/main">
            <a:off x="4881563" y="2124075"/>
            <a:ext cx="953" cy="2705100"/>
          </a:xfrm>
          <a:custGeom xmlns:a="http://schemas.openxmlformats.org/drawingml/2006/main">
            <a:pathLst>
              <a:path w="953" h="2705100">
                <a:moveTo>
                  <a:pt x="0" y="0"/>
                </a:moveTo>
                <a:lnTo>
                  <a:pt x="0" y="2705100"/>
                </a:lnTo>
              </a:path>
            </a:pathLst>
          </a:custGeom>
          <a:noFill xmlns:a="http://schemas.openxmlformats.org/drawingml/2006/main"/>
          <a:ln xmlns:a="http://schemas.openxmlformats.org/drawingml/2006/main" w="7620">
            <a:solidFill>
              <a:srgbClr val="CFD7E2"/>
            </a:solidFill>
            <a:prstDash val="solid"/>
          </a:ln>
        </p:spPr>
      </p:sp>
      <p:sp>
        <p:nvSpPr>
          <p:cNvPr id="32" name="path-1058">
            <a:extLst xmlns:a="http://schemas.openxmlformats.org/drawingml/2006/main">
              <a:ext uri="{FF2B5EF4-FFF2-40B4-BE49-F238E27FC236}">
                <a16:creationId xmlns:a16="http://schemas.microsoft.com/office/drawing/2014/main" id="{7A131493-3C7F-4E37-A648-059D1E8FCBCC}"/>
              </a:ext>
            </a:extLst>
          </p:cNvPr>
          <p:cNvSpPr>
            <a:spLocks xmlns:a="http://schemas.openxmlformats.org/drawingml/2006/main" noGrp="1"/>
          </p:cNvSpPr>
          <p:nvPr/>
        </p:nvSpPr>
        <p:spPr>
          <a:xfrm xmlns:a="http://schemas.openxmlformats.org/drawingml/2006/main">
            <a:off x="5219700" y="2124075"/>
            <a:ext cx="953" cy="2705100"/>
          </a:xfrm>
          <a:custGeom xmlns:a="http://schemas.openxmlformats.org/drawingml/2006/main">
            <a:pathLst>
              <a:path w="953" h="2705100">
                <a:moveTo>
                  <a:pt x="0" y="0"/>
                </a:moveTo>
                <a:lnTo>
                  <a:pt x="0" y="2705100"/>
                </a:lnTo>
              </a:path>
            </a:pathLst>
          </a:custGeom>
          <a:noFill xmlns:a="http://schemas.openxmlformats.org/drawingml/2006/main"/>
          <a:ln xmlns:a="http://schemas.openxmlformats.org/drawingml/2006/main" w="7620">
            <a:solidFill>
              <a:srgbClr val="CFD7E2"/>
            </a:solidFill>
            <a:prstDash val="solid"/>
          </a:ln>
        </p:spPr>
      </p:sp>
      <p:sp>
        <p:nvSpPr>
          <p:cNvPr id="33" name="path-1059">
            <a:extLst xmlns:a="http://schemas.openxmlformats.org/drawingml/2006/main">
              <a:ext uri="{FF2B5EF4-FFF2-40B4-BE49-F238E27FC236}">
                <a16:creationId xmlns:a16="http://schemas.microsoft.com/office/drawing/2014/main" id="{A665353C-231F-4901-9E50-D1894FD70A00}"/>
              </a:ext>
            </a:extLst>
          </p:cNvPr>
          <p:cNvSpPr>
            <a:spLocks xmlns:a="http://schemas.openxmlformats.org/drawingml/2006/main" noGrp="1"/>
          </p:cNvSpPr>
          <p:nvPr/>
        </p:nvSpPr>
        <p:spPr>
          <a:xfrm xmlns:a="http://schemas.openxmlformats.org/drawingml/2006/main">
            <a:off x="5557838" y="2124075"/>
            <a:ext cx="953" cy="2705100"/>
          </a:xfrm>
          <a:custGeom xmlns:a="http://schemas.openxmlformats.org/drawingml/2006/main">
            <a:pathLst>
              <a:path w="953" h="2705100">
                <a:moveTo>
                  <a:pt x="0" y="0"/>
                </a:moveTo>
                <a:lnTo>
                  <a:pt x="0" y="2705100"/>
                </a:lnTo>
              </a:path>
            </a:pathLst>
          </a:custGeom>
          <a:noFill xmlns:a="http://schemas.openxmlformats.org/drawingml/2006/main"/>
          <a:ln xmlns:a="http://schemas.openxmlformats.org/drawingml/2006/main" w="7620">
            <a:solidFill>
              <a:srgbClr val="CFD7E2"/>
            </a:solidFill>
            <a:prstDash val="solid"/>
          </a:ln>
        </p:spPr>
      </p:sp>
      <p:sp>
        <p:nvSpPr>
          <p:cNvPr id="34" name="path-1060">
            <a:extLst xmlns:a="http://schemas.openxmlformats.org/drawingml/2006/main">
              <a:ext uri="{FF2B5EF4-FFF2-40B4-BE49-F238E27FC236}">
                <a16:creationId xmlns:a16="http://schemas.microsoft.com/office/drawing/2014/main" id="{09AFBCE6-8569-4BD9-BD3C-D5BFF2E3EBB5}"/>
              </a:ext>
            </a:extLst>
          </p:cNvPr>
          <p:cNvSpPr>
            <a:spLocks xmlns:a="http://schemas.openxmlformats.org/drawingml/2006/main" noGrp="1"/>
          </p:cNvSpPr>
          <p:nvPr/>
        </p:nvSpPr>
        <p:spPr>
          <a:xfrm xmlns:a="http://schemas.openxmlformats.org/drawingml/2006/main">
            <a:off x="5895975" y="2124075"/>
            <a:ext cx="953" cy="2705100"/>
          </a:xfrm>
          <a:custGeom xmlns:a="http://schemas.openxmlformats.org/drawingml/2006/main">
            <a:pathLst>
              <a:path w="953" h="2705100">
                <a:moveTo>
                  <a:pt x="0" y="0"/>
                </a:moveTo>
                <a:lnTo>
                  <a:pt x="0" y="2705100"/>
                </a:lnTo>
              </a:path>
            </a:pathLst>
          </a:custGeom>
          <a:noFill xmlns:a="http://schemas.openxmlformats.org/drawingml/2006/main"/>
          <a:ln xmlns:a="http://schemas.openxmlformats.org/drawingml/2006/main" w="7620">
            <a:solidFill>
              <a:srgbClr val="CFD7E2"/>
            </a:solidFill>
            <a:prstDash val="solid"/>
          </a:ln>
        </p:spPr>
      </p:sp>
      <p:sp>
        <p:nvSpPr>
          <p:cNvPr id="35" name="path-1061">
            <a:extLst xmlns:a="http://schemas.openxmlformats.org/drawingml/2006/main">
              <a:ext uri="{FF2B5EF4-FFF2-40B4-BE49-F238E27FC236}">
                <a16:creationId xmlns:a16="http://schemas.microsoft.com/office/drawing/2014/main" id="{BE1A83C2-254E-455C-A41B-77B3ADD52B35}"/>
              </a:ext>
            </a:extLst>
          </p:cNvPr>
          <p:cNvSpPr>
            <a:spLocks xmlns:a="http://schemas.openxmlformats.org/drawingml/2006/main" noGrp="1"/>
          </p:cNvSpPr>
          <p:nvPr/>
        </p:nvSpPr>
        <p:spPr>
          <a:xfrm xmlns:a="http://schemas.openxmlformats.org/drawingml/2006/main">
            <a:off x="6234113" y="2124075"/>
            <a:ext cx="953" cy="2705100"/>
          </a:xfrm>
          <a:custGeom xmlns:a="http://schemas.openxmlformats.org/drawingml/2006/main">
            <a:pathLst>
              <a:path w="953" h="2705100">
                <a:moveTo>
                  <a:pt x="0" y="0"/>
                </a:moveTo>
                <a:lnTo>
                  <a:pt x="0" y="2705100"/>
                </a:lnTo>
              </a:path>
            </a:pathLst>
          </a:custGeom>
          <a:noFill xmlns:a="http://schemas.openxmlformats.org/drawingml/2006/main"/>
          <a:ln xmlns:a="http://schemas.openxmlformats.org/drawingml/2006/main" w="7620">
            <a:solidFill>
              <a:srgbClr val="CFD7E2"/>
            </a:solidFill>
            <a:prstDash val="solid"/>
          </a:ln>
        </p:spPr>
      </p:sp>
      <p:sp>
        <p:nvSpPr>
          <p:cNvPr id="36" name="path-1062">
            <a:extLst xmlns:a="http://schemas.openxmlformats.org/drawingml/2006/main">
              <a:ext uri="{FF2B5EF4-FFF2-40B4-BE49-F238E27FC236}">
                <a16:creationId xmlns:a16="http://schemas.microsoft.com/office/drawing/2014/main" id="{7EEF4184-370D-41A9-8DA4-159D10BD9986}"/>
              </a:ext>
            </a:extLst>
          </p:cNvPr>
          <p:cNvSpPr>
            <a:spLocks xmlns:a="http://schemas.openxmlformats.org/drawingml/2006/main" noGrp="1"/>
          </p:cNvSpPr>
          <p:nvPr/>
        </p:nvSpPr>
        <p:spPr>
          <a:xfrm xmlns:a="http://schemas.openxmlformats.org/drawingml/2006/main">
            <a:off x="6572250" y="2124075"/>
            <a:ext cx="953" cy="2705100"/>
          </a:xfrm>
          <a:custGeom xmlns:a="http://schemas.openxmlformats.org/drawingml/2006/main">
            <a:pathLst>
              <a:path w="953" h="2705100">
                <a:moveTo>
                  <a:pt x="0" y="0"/>
                </a:moveTo>
                <a:lnTo>
                  <a:pt x="0" y="2705100"/>
                </a:lnTo>
              </a:path>
            </a:pathLst>
          </a:custGeom>
          <a:noFill xmlns:a="http://schemas.openxmlformats.org/drawingml/2006/main"/>
          <a:ln xmlns:a="http://schemas.openxmlformats.org/drawingml/2006/main" w="7620">
            <a:solidFill>
              <a:srgbClr val="CFD7E2"/>
            </a:solidFill>
            <a:prstDash val="solid"/>
          </a:ln>
        </p:spPr>
      </p:sp>
      <p:sp>
        <p:nvSpPr>
          <p:cNvPr id="37" name="path-1063">
            <a:extLst xmlns:a="http://schemas.openxmlformats.org/drawingml/2006/main">
              <a:ext uri="{FF2B5EF4-FFF2-40B4-BE49-F238E27FC236}">
                <a16:creationId xmlns:a16="http://schemas.microsoft.com/office/drawing/2014/main" id="{293DDB97-0734-4C54-90B3-F06E6A6CE625}"/>
              </a:ext>
            </a:extLst>
          </p:cNvPr>
          <p:cNvSpPr>
            <a:spLocks xmlns:a="http://schemas.openxmlformats.org/drawingml/2006/main" noGrp="1"/>
          </p:cNvSpPr>
          <p:nvPr/>
        </p:nvSpPr>
        <p:spPr>
          <a:xfrm xmlns:a="http://schemas.openxmlformats.org/drawingml/2006/main">
            <a:off x="6910388" y="2124075"/>
            <a:ext cx="953" cy="2705100"/>
          </a:xfrm>
          <a:custGeom xmlns:a="http://schemas.openxmlformats.org/drawingml/2006/main">
            <a:pathLst>
              <a:path w="953" h="2705100">
                <a:moveTo>
                  <a:pt x="0" y="0"/>
                </a:moveTo>
                <a:lnTo>
                  <a:pt x="0" y="2705100"/>
                </a:lnTo>
              </a:path>
            </a:pathLst>
          </a:custGeom>
          <a:noFill xmlns:a="http://schemas.openxmlformats.org/drawingml/2006/main"/>
          <a:ln xmlns:a="http://schemas.openxmlformats.org/drawingml/2006/main" w="7620">
            <a:solidFill>
              <a:srgbClr val="CFD7E2"/>
            </a:solidFill>
            <a:prstDash val="solid"/>
          </a:ln>
        </p:spPr>
      </p:sp>
      <p:sp>
        <p:nvSpPr>
          <p:cNvPr id="38" name="path-1064">
            <a:extLst xmlns:a="http://schemas.openxmlformats.org/drawingml/2006/main">
              <a:ext uri="{FF2B5EF4-FFF2-40B4-BE49-F238E27FC236}">
                <a16:creationId xmlns:a16="http://schemas.microsoft.com/office/drawing/2014/main" id="{FACC5342-BC01-49B9-AFE1-AE0FD02C7230}"/>
              </a:ext>
            </a:extLst>
          </p:cNvPr>
          <p:cNvSpPr>
            <a:spLocks xmlns:a="http://schemas.openxmlformats.org/drawingml/2006/main" noGrp="1"/>
          </p:cNvSpPr>
          <p:nvPr/>
        </p:nvSpPr>
        <p:spPr>
          <a:xfrm xmlns:a="http://schemas.openxmlformats.org/drawingml/2006/main">
            <a:off x="4543425" y="2462213"/>
            <a:ext cx="2705100" cy="953"/>
          </a:xfrm>
          <a:custGeom xmlns:a="http://schemas.openxmlformats.org/drawingml/2006/main">
            <a:pathLst>
              <a:path w="2705100" h="953">
                <a:moveTo>
                  <a:pt x="0" y="0"/>
                </a:moveTo>
                <a:lnTo>
                  <a:pt x="2705100" y="0"/>
                </a:lnTo>
              </a:path>
            </a:pathLst>
          </a:custGeom>
          <a:noFill xmlns:a="http://schemas.openxmlformats.org/drawingml/2006/main"/>
          <a:ln xmlns:a="http://schemas.openxmlformats.org/drawingml/2006/main" w="7620">
            <a:solidFill>
              <a:srgbClr val="CFD7E2"/>
            </a:solidFill>
            <a:prstDash val="solid"/>
          </a:ln>
        </p:spPr>
      </p:sp>
      <p:sp>
        <p:nvSpPr>
          <p:cNvPr id="39" name="path-1065">
            <a:extLst xmlns:a="http://schemas.openxmlformats.org/drawingml/2006/main">
              <a:ext uri="{FF2B5EF4-FFF2-40B4-BE49-F238E27FC236}">
                <a16:creationId xmlns:a16="http://schemas.microsoft.com/office/drawing/2014/main" id="{203C94F3-FEBF-44D2-9BFB-A176B57EEF80}"/>
              </a:ext>
            </a:extLst>
          </p:cNvPr>
          <p:cNvSpPr>
            <a:spLocks xmlns:a="http://schemas.openxmlformats.org/drawingml/2006/main" noGrp="1"/>
          </p:cNvSpPr>
          <p:nvPr/>
        </p:nvSpPr>
        <p:spPr>
          <a:xfrm xmlns:a="http://schemas.openxmlformats.org/drawingml/2006/main">
            <a:off x="4543425" y="2800350"/>
            <a:ext cx="2705100" cy="953"/>
          </a:xfrm>
          <a:custGeom xmlns:a="http://schemas.openxmlformats.org/drawingml/2006/main">
            <a:pathLst>
              <a:path w="2705100" h="953">
                <a:moveTo>
                  <a:pt x="0" y="0"/>
                </a:moveTo>
                <a:lnTo>
                  <a:pt x="2705100" y="0"/>
                </a:lnTo>
              </a:path>
            </a:pathLst>
          </a:custGeom>
          <a:noFill xmlns:a="http://schemas.openxmlformats.org/drawingml/2006/main"/>
          <a:ln xmlns:a="http://schemas.openxmlformats.org/drawingml/2006/main" w="7620">
            <a:solidFill>
              <a:srgbClr val="CFD7E2"/>
            </a:solidFill>
            <a:prstDash val="solid"/>
          </a:ln>
        </p:spPr>
      </p:sp>
      <p:sp>
        <p:nvSpPr>
          <p:cNvPr id="40" name="path-1066">
            <a:extLst xmlns:a="http://schemas.openxmlformats.org/drawingml/2006/main">
              <a:ext uri="{FF2B5EF4-FFF2-40B4-BE49-F238E27FC236}">
                <a16:creationId xmlns:a16="http://schemas.microsoft.com/office/drawing/2014/main" id="{2CE1EE86-C1E3-419A-94D8-B2CE1C269B03}"/>
              </a:ext>
            </a:extLst>
          </p:cNvPr>
          <p:cNvSpPr>
            <a:spLocks xmlns:a="http://schemas.openxmlformats.org/drawingml/2006/main" noGrp="1"/>
          </p:cNvSpPr>
          <p:nvPr/>
        </p:nvSpPr>
        <p:spPr>
          <a:xfrm xmlns:a="http://schemas.openxmlformats.org/drawingml/2006/main">
            <a:off x="4543425" y="3138488"/>
            <a:ext cx="2705100" cy="953"/>
          </a:xfrm>
          <a:custGeom xmlns:a="http://schemas.openxmlformats.org/drawingml/2006/main">
            <a:pathLst>
              <a:path w="2705100" h="953">
                <a:moveTo>
                  <a:pt x="0" y="0"/>
                </a:moveTo>
                <a:lnTo>
                  <a:pt x="2705100" y="0"/>
                </a:lnTo>
              </a:path>
            </a:pathLst>
          </a:custGeom>
          <a:noFill xmlns:a="http://schemas.openxmlformats.org/drawingml/2006/main"/>
          <a:ln xmlns:a="http://schemas.openxmlformats.org/drawingml/2006/main" w="7620">
            <a:solidFill>
              <a:srgbClr val="CFD7E2"/>
            </a:solidFill>
            <a:prstDash val="solid"/>
          </a:ln>
        </p:spPr>
      </p:sp>
      <p:sp>
        <p:nvSpPr>
          <p:cNvPr id="41" name="path-1067">
            <a:extLst xmlns:a="http://schemas.openxmlformats.org/drawingml/2006/main">
              <a:ext uri="{FF2B5EF4-FFF2-40B4-BE49-F238E27FC236}">
                <a16:creationId xmlns:a16="http://schemas.microsoft.com/office/drawing/2014/main" id="{CEA8FB3D-809B-4BA8-99E7-A6654F05F416}"/>
              </a:ext>
            </a:extLst>
          </p:cNvPr>
          <p:cNvSpPr>
            <a:spLocks xmlns:a="http://schemas.openxmlformats.org/drawingml/2006/main" noGrp="1"/>
          </p:cNvSpPr>
          <p:nvPr/>
        </p:nvSpPr>
        <p:spPr>
          <a:xfrm xmlns:a="http://schemas.openxmlformats.org/drawingml/2006/main">
            <a:off x="4543425" y="3476625"/>
            <a:ext cx="2705100" cy="953"/>
          </a:xfrm>
          <a:custGeom xmlns:a="http://schemas.openxmlformats.org/drawingml/2006/main">
            <a:pathLst>
              <a:path w="2705100" h="953">
                <a:moveTo>
                  <a:pt x="0" y="0"/>
                </a:moveTo>
                <a:lnTo>
                  <a:pt x="2705100" y="0"/>
                </a:lnTo>
              </a:path>
            </a:pathLst>
          </a:custGeom>
          <a:noFill xmlns:a="http://schemas.openxmlformats.org/drawingml/2006/main"/>
          <a:ln xmlns:a="http://schemas.openxmlformats.org/drawingml/2006/main" w="7620">
            <a:solidFill>
              <a:srgbClr val="CFD7E2"/>
            </a:solidFill>
            <a:prstDash val="solid"/>
          </a:ln>
        </p:spPr>
      </p:sp>
      <p:sp>
        <p:nvSpPr>
          <p:cNvPr id="42" name="path-1068">
            <a:extLst xmlns:a="http://schemas.openxmlformats.org/drawingml/2006/main">
              <a:ext uri="{FF2B5EF4-FFF2-40B4-BE49-F238E27FC236}">
                <a16:creationId xmlns:a16="http://schemas.microsoft.com/office/drawing/2014/main" id="{4F1A15BB-0DA9-423F-B758-B94E0101B357}"/>
              </a:ext>
            </a:extLst>
          </p:cNvPr>
          <p:cNvSpPr>
            <a:spLocks xmlns:a="http://schemas.openxmlformats.org/drawingml/2006/main" noGrp="1"/>
          </p:cNvSpPr>
          <p:nvPr/>
        </p:nvSpPr>
        <p:spPr>
          <a:xfrm xmlns:a="http://schemas.openxmlformats.org/drawingml/2006/main">
            <a:off x="4543425" y="3814763"/>
            <a:ext cx="2705100" cy="953"/>
          </a:xfrm>
          <a:custGeom xmlns:a="http://schemas.openxmlformats.org/drawingml/2006/main">
            <a:pathLst>
              <a:path w="2705100" h="953">
                <a:moveTo>
                  <a:pt x="0" y="0"/>
                </a:moveTo>
                <a:lnTo>
                  <a:pt x="2705100" y="0"/>
                </a:lnTo>
              </a:path>
            </a:pathLst>
          </a:custGeom>
          <a:noFill xmlns:a="http://schemas.openxmlformats.org/drawingml/2006/main"/>
          <a:ln xmlns:a="http://schemas.openxmlformats.org/drawingml/2006/main" w="7620">
            <a:solidFill>
              <a:srgbClr val="CFD7E2"/>
            </a:solidFill>
            <a:prstDash val="solid"/>
          </a:ln>
        </p:spPr>
      </p:sp>
      <p:sp>
        <p:nvSpPr>
          <p:cNvPr id="43" name="path-1069">
            <a:extLst xmlns:a="http://schemas.openxmlformats.org/drawingml/2006/main">
              <a:ext uri="{FF2B5EF4-FFF2-40B4-BE49-F238E27FC236}">
                <a16:creationId xmlns:a16="http://schemas.microsoft.com/office/drawing/2014/main" id="{9C7087BA-F4F0-4964-AF2A-C26B88511534}"/>
              </a:ext>
            </a:extLst>
          </p:cNvPr>
          <p:cNvSpPr>
            <a:spLocks xmlns:a="http://schemas.openxmlformats.org/drawingml/2006/main" noGrp="1"/>
          </p:cNvSpPr>
          <p:nvPr/>
        </p:nvSpPr>
        <p:spPr>
          <a:xfrm xmlns:a="http://schemas.openxmlformats.org/drawingml/2006/main">
            <a:off x="4543425" y="4152900"/>
            <a:ext cx="2705100" cy="953"/>
          </a:xfrm>
          <a:custGeom xmlns:a="http://schemas.openxmlformats.org/drawingml/2006/main">
            <a:pathLst>
              <a:path w="2705100" h="953">
                <a:moveTo>
                  <a:pt x="0" y="0"/>
                </a:moveTo>
                <a:lnTo>
                  <a:pt x="2705100" y="0"/>
                </a:lnTo>
              </a:path>
            </a:pathLst>
          </a:custGeom>
          <a:noFill xmlns:a="http://schemas.openxmlformats.org/drawingml/2006/main"/>
          <a:ln xmlns:a="http://schemas.openxmlformats.org/drawingml/2006/main" w="7620">
            <a:solidFill>
              <a:srgbClr val="CFD7E2"/>
            </a:solidFill>
            <a:prstDash val="solid"/>
          </a:ln>
        </p:spPr>
      </p:sp>
      <p:sp>
        <p:nvSpPr>
          <p:cNvPr id="44" name="path-1070">
            <a:extLst xmlns:a="http://schemas.openxmlformats.org/drawingml/2006/main">
              <a:ext uri="{FF2B5EF4-FFF2-40B4-BE49-F238E27FC236}">
                <a16:creationId xmlns:a16="http://schemas.microsoft.com/office/drawing/2014/main" id="{7BC8CD0D-269B-42A3-8DA4-F01CFF37CA56}"/>
              </a:ext>
            </a:extLst>
          </p:cNvPr>
          <p:cNvSpPr>
            <a:spLocks xmlns:a="http://schemas.openxmlformats.org/drawingml/2006/main" noGrp="1"/>
          </p:cNvSpPr>
          <p:nvPr/>
        </p:nvSpPr>
        <p:spPr>
          <a:xfrm xmlns:a="http://schemas.openxmlformats.org/drawingml/2006/main">
            <a:off x="4543425" y="4491038"/>
            <a:ext cx="2705100" cy="953"/>
          </a:xfrm>
          <a:custGeom xmlns:a="http://schemas.openxmlformats.org/drawingml/2006/main">
            <a:pathLst>
              <a:path w="2705100" h="953">
                <a:moveTo>
                  <a:pt x="0" y="0"/>
                </a:moveTo>
                <a:lnTo>
                  <a:pt x="2705100" y="0"/>
                </a:lnTo>
              </a:path>
            </a:pathLst>
          </a:custGeom>
          <a:noFill xmlns:a="http://schemas.openxmlformats.org/drawingml/2006/main"/>
          <a:ln xmlns:a="http://schemas.openxmlformats.org/drawingml/2006/main" w="7620">
            <a:solidFill>
              <a:srgbClr val="CFD7E2"/>
            </a:solidFill>
            <a:prstDash val="solid"/>
          </a:ln>
        </p:spPr>
      </p:sp>
      <p:sp>
        <p:nvSpPr>
          <p:cNvPr id="45" name="shape-1071">
            <a:extLst xmlns:a="http://schemas.openxmlformats.org/drawingml/2006/main">
              <a:ext uri="{FF2B5EF4-FFF2-40B4-BE49-F238E27FC236}">
                <a16:creationId xmlns:a16="http://schemas.microsoft.com/office/drawing/2014/main" id="{F54181C6-12D5-4C84-B92C-18E06B7F077D}"/>
              </a:ext>
            </a:extLst>
          </p:cNvPr>
          <p:cNvSpPr>
            <a:spLocks xmlns:a="http://schemas.openxmlformats.org/drawingml/2006/main" noGrp="1"/>
          </p:cNvSpPr>
          <p:nvPr/>
        </p:nvSpPr>
        <p:spPr>
          <a:xfrm xmlns:a="http://schemas.openxmlformats.org/drawingml/2006/main" rot="0">
            <a:off x="4905375" y="2466975"/>
            <a:ext cx="95250" cy="95250"/>
          </a:xfrm>
          <a:prstGeom xmlns:a="http://schemas.openxmlformats.org/drawingml/2006/main" prst="ellipse">
            <a:avLst/>
          </a:prstGeom>
          <a:solidFill xmlns:a="http://schemas.openxmlformats.org/drawingml/2006/main">
            <a:srgbClr val="7351C7"/>
          </a:solidFill>
          <a:ln xmlns:a="http://schemas.openxmlformats.org/drawingml/2006/main" w="9525">
            <a:solidFill>
              <a:srgbClr val="7351C7"/>
            </a:solidFill>
            <a:prstDash val="solid"/>
          </a:ln>
        </p:spPr>
      </p:sp>
      <p:sp>
        <p:nvSpPr>
          <p:cNvPr id="46" name="shape-1072">
            <a:extLst xmlns:a="http://schemas.openxmlformats.org/drawingml/2006/main">
              <a:ext uri="{FF2B5EF4-FFF2-40B4-BE49-F238E27FC236}">
                <a16:creationId xmlns:a16="http://schemas.microsoft.com/office/drawing/2014/main" id="{3CB829F6-4E4F-460D-B73D-03E8FA14C374}"/>
              </a:ext>
            </a:extLst>
          </p:cNvPr>
          <p:cNvSpPr>
            <a:spLocks xmlns:a="http://schemas.openxmlformats.org/drawingml/2006/main" noGrp="1"/>
          </p:cNvSpPr>
          <p:nvPr/>
        </p:nvSpPr>
        <p:spPr>
          <a:xfrm xmlns:a="http://schemas.openxmlformats.org/drawingml/2006/main" rot="0">
            <a:off x="5324475" y="2466975"/>
            <a:ext cx="95250" cy="95250"/>
          </a:xfrm>
          <a:prstGeom xmlns:a="http://schemas.openxmlformats.org/drawingml/2006/main" prst="ellipse">
            <a:avLst/>
          </a:prstGeom>
          <a:solidFill xmlns:a="http://schemas.openxmlformats.org/drawingml/2006/main">
            <a:srgbClr val="7351C7"/>
          </a:solidFill>
          <a:ln xmlns:a="http://schemas.openxmlformats.org/drawingml/2006/main" w="9525">
            <a:solidFill>
              <a:srgbClr val="7351C7"/>
            </a:solidFill>
            <a:prstDash val="solid"/>
          </a:ln>
        </p:spPr>
      </p:sp>
      <p:sp>
        <p:nvSpPr>
          <p:cNvPr id="47" name="shape-1073">
            <a:extLst xmlns:a="http://schemas.openxmlformats.org/drawingml/2006/main">
              <a:ext uri="{FF2B5EF4-FFF2-40B4-BE49-F238E27FC236}">
                <a16:creationId xmlns:a16="http://schemas.microsoft.com/office/drawing/2014/main" id="{38EC2C5E-CAFA-429E-A128-5B3BB20098C6}"/>
              </a:ext>
            </a:extLst>
          </p:cNvPr>
          <p:cNvSpPr>
            <a:spLocks xmlns:a="http://schemas.openxmlformats.org/drawingml/2006/main" noGrp="1"/>
          </p:cNvSpPr>
          <p:nvPr/>
        </p:nvSpPr>
        <p:spPr>
          <a:xfrm xmlns:a="http://schemas.openxmlformats.org/drawingml/2006/main" rot="0">
            <a:off x="5743575" y="2466975"/>
            <a:ext cx="95250" cy="95250"/>
          </a:xfrm>
          <a:prstGeom xmlns:a="http://schemas.openxmlformats.org/drawingml/2006/main" prst="ellipse">
            <a:avLst/>
          </a:prstGeom>
          <a:solidFill xmlns:a="http://schemas.openxmlformats.org/drawingml/2006/main">
            <a:srgbClr val="7351C7"/>
          </a:solidFill>
          <a:ln xmlns:a="http://schemas.openxmlformats.org/drawingml/2006/main" w="9525">
            <a:solidFill>
              <a:srgbClr val="7351C7"/>
            </a:solidFill>
            <a:prstDash val="solid"/>
          </a:ln>
        </p:spPr>
      </p:sp>
      <p:sp>
        <p:nvSpPr>
          <p:cNvPr id="48" name="shape-1074">
            <a:extLst xmlns:a="http://schemas.openxmlformats.org/drawingml/2006/main">
              <a:ext uri="{FF2B5EF4-FFF2-40B4-BE49-F238E27FC236}">
                <a16:creationId xmlns:a16="http://schemas.microsoft.com/office/drawing/2014/main" id="{45ADEAC1-064F-4C8D-88BA-A0F61BAF9A9A}"/>
              </a:ext>
            </a:extLst>
          </p:cNvPr>
          <p:cNvSpPr>
            <a:spLocks xmlns:a="http://schemas.openxmlformats.org/drawingml/2006/main" noGrp="1"/>
          </p:cNvSpPr>
          <p:nvPr/>
        </p:nvSpPr>
        <p:spPr>
          <a:xfrm xmlns:a="http://schemas.openxmlformats.org/drawingml/2006/main" rot="0">
            <a:off x="6162675" y="2466975"/>
            <a:ext cx="95250" cy="95250"/>
          </a:xfrm>
          <a:prstGeom xmlns:a="http://schemas.openxmlformats.org/drawingml/2006/main" prst="ellipse">
            <a:avLst/>
          </a:prstGeom>
          <a:solidFill xmlns:a="http://schemas.openxmlformats.org/drawingml/2006/main">
            <a:srgbClr val="7351C7"/>
          </a:solidFill>
          <a:ln xmlns:a="http://schemas.openxmlformats.org/drawingml/2006/main" w="9525">
            <a:solidFill>
              <a:srgbClr val="7351C7"/>
            </a:solidFill>
            <a:prstDash val="solid"/>
          </a:ln>
        </p:spPr>
      </p:sp>
      <p:sp>
        <p:nvSpPr>
          <p:cNvPr id="49" name="shape-1075">
            <a:extLst xmlns:a="http://schemas.openxmlformats.org/drawingml/2006/main">
              <a:ext uri="{FF2B5EF4-FFF2-40B4-BE49-F238E27FC236}">
                <a16:creationId xmlns:a16="http://schemas.microsoft.com/office/drawing/2014/main" id="{7D3942CF-025A-4181-868F-D01860D1C014}"/>
              </a:ext>
            </a:extLst>
          </p:cNvPr>
          <p:cNvSpPr>
            <a:spLocks xmlns:a="http://schemas.openxmlformats.org/drawingml/2006/main" noGrp="1"/>
          </p:cNvSpPr>
          <p:nvPr/>
        </p:nvSpPr>
        <p:spPr>
          <a:xfrm xmlns:a="http://schemas.openxmlformats.org/drawingml/2006/main" rot="0">
            <a:off x="6581775" y="2466975"/>
            <a:ext cx="95250" cy="95250"/>
          </a:xfrm>
          <a:prstGeom xmlns:a="http://schemas.openxmlformats.org/drawingml/2006/main" prst="ellipse">
            <a:avLst/>
          </a:prstGeom>
          <a:solidFill xmlns:a="http://schemas.openxmlformats.org/drawingml/2006/main">
            <a:srgbClr val="7351C7"/>
          </a:solidFill>
          <a:ln xmlns:a="http://schemas.openxmlformats.org/drawingml/2006/main" w="9525">
            <a:solidFill>
              <a:srgbClr val="7351C7"/>
            </a:solidFill>
            <a:prstDash val="solid"/>
          </a:ln>
        </p:spPr>
      </p:sp>
      <p:sp>
        <p:nvSpPr>
          <p:cNvPr id="50" name="shape-1076">
            <a:extLst xmlns:a="http://schemas.openxmlformats.org/drawingml/2006/main">
              <a:ext uri="{FF2B5EF4-FFF2-40B4-BE49-F238E27FC236}">
                <a16:creationId xmlns:a16="http://schemas.microsoft.com/office/drawing/2014/main" id="{A3E244C2-7FA6-4D23-B6AA-8B26416DD10D}"/>
              </a:ext>
            </a:extLst>
          </p:cNvPr>
          <p:cNvSpPr>
            <a:spLocks xmlns:a="http://schemas.openxmlformats.org/drawingml/2006/main" noGrp="1"/>
          </p:cNvSpPr>
          <p:nvPr/>
        </p:nvSpPr>
        <p:spPr>
          <a:xfrm xmlns:a="http://schemas.openxmlformats.org/drawingml/2006/main" rot="0">
            <a:off x="4905375" y="2886075"/>
            <a:ext cx="95250" cy="95250"/>
          </a:xfrm>
          <a:prstGeom xmlns:a="http://schemas.openxmlformats.org/drawingml/2006/main" prst="ellipse">
            <a:avLst/>
          </a:prstGeom>
          <a:solidFill xmlns:a="http://schemas.openxmlformats.org/drawingml/2006/main">
            <a:srgbClr val="7351C7"/>
          </a:solidFill>
          <a:ln xmlns:a="http://schemas.openxmlformats.org/drawingml/2006/main" w="9525">
            <a:solidFill>
              <a:srgbClr val="7351C7"/>
            </a:solidFill>
            <a:prstDash val="solid"/>
          </a:ln>
        </p:spPr>
      </p:sp>
      <p:sp>
        <p:nvSpPr>
          <p:cNvPr id="51" name="shape-1077">
            <a:extLst xmlns:a="http://schemas.openxmlformats.org/drawingml/2006/main">
              <a:ext uri="{FF2B5EF4-FFF2-40B4-BE49-F238E27FC236}">
                <a16:creationId xmlns:a16="http://schemas.microsoft.com/office/drawing/2014/main" id="{CE311DFB-C93F-4FFF-A2E6-CC8147EC7D7B}"/>
              </a:ext>
            </a:extLst>
          </p:cNvPr>
          <p:cNvSpPr>
            <a:spLocks xmlns:a="http://schemas.openxmlformats.org/drawingml/2006/main" noGrp="1"/>
          </p:cNvSpPr>
          <p:nvPr/>
        </p:nvSpPr>
        <p:spPr>
          <a:xfrm xmlns:a="http://schemas.openxmlformats.org/drawingml/2006/main" rot="0">
            <a:off x="5324475" y="2886075"/>
            <a:ext cx="95250" cy="95250"/>
          </a:xfrm>
          <a:prstGeom xmlns:a="http://schemas.openxmlformats.org/drawingml/2006/main" prst="ellipse">
            <a:avLst/>
          </a:prstGeom>
          <a:solidFill xmlns:a="http://schemas.openxmlformats.org/drawingml/2006/main">
            <a:srgbClr val="7351C7"/>
          </a:solidFill>
          <a:ln xmlns:a="http://schemas.openxmlformats.org/drawingml/2006/main" w="9525">
            <a:solidFill>
              <a:srgbClr val="7351C7"/>
            </a:solidFill>
            <a:prstDash val="solid"/>
          </a:ln>
        </p:spPr>
      </p:sp>
      <p:sp>
        <p:nvSpPr>
          <p:cNvPr id="52" name="shape-1078">
            <a:extLst xmlns:a="http://schemas.openxmlformats.org/drawingml/2006/main">
              <a:ext uri="{FF2B5EF4-FFF2-40B4-BE49-F238E27FC236}">
                <a16:creationId xmlns:a16="http://schemas.microsoft.com/office/drawing/2014/main" id="{52D1FE1C-0523-4D00-850C-0FEDB68A3734}"/>
              </a:ext>
            </a:extLst>
          </p:cNvPr>
          <p:cNvSpPr>
            <a:spLocks xmlns:a="http://schemas.openxmlformats.org/drawingml/2006/main" noGrp="1"/>
          </p:cNvSpPr>
          <p:nvPr/>
        </p:nvSpPr>
        <p:spPr>
          <a:xfrm xmlns:a="http://schemas.openxmlformats.org/drawingml/2006/main" rot="0">
            <a:off x="5743575" y="2886075"/>
            <a:ext cx="95250" cy="95250"/>
          </a:xfrm>
          <a:prstGeom xmlns:a="http://schemas.openxmlformats.org/drawingml/2006/main" prst="ellipse">
            <a:avLst/>
          </a:prstGeom>
          <a:solidFill xmlns:a="http://schemas.openxmlformats.org/drawingml/2006/main">
            <a:srgbClr val="7351C7"/>
          </a:solidFill>
          <a:ln xmlns:a="http://schemas.openxmlformats.org/drawingml/2006/main" w="9525">
            <a:solidFill>
              <a:srgbClr val="7351C7"/>
            </a:solidFill>
            <a:prstDash val="solid"/>
          </a:ln>
        </p:spPr>
      </p:sp>
      <p:sp>
        <p:nvSpPr>
          <p:cNvPr id="53" name="shape-1079">
            <a:extLst xmlns:a="http://schemas.openxmlformats.org/drawingml/2006/main">
              <a:ext uri="{FF2B5EF4-FFF2-40B4-BE49-F238E27FC236}">
                <a16:creationId xmlns:a16="http://schemas.microsoft.com/office/drawing/2014/main" id="{C78633DD-B691-4477-8DEA-3E100087072E}"/>
              </a:ext>
            </a:extLst>
          </p:cNvPr>
          <p:cNvSpPr>
            <a:spLocks xmlns:a="http://schemas.openxmlformats.org/drawingml/2006/main" noGrp="1"/>
          </p:cNvSpPr>
          <p:nvPr/>
        </p:nvSpPr>
        <p:spPr>
          <a:xfrm xmlns:a="http://schemas.openxmlformats.org/drawingml/2006/main" rot="0">
            <a:off x="6162675" y="2886075"/>
            <a:ext cx="95250" cy="95250"/>
          </a:xfrm>
          <a:prstGeom xmlns:a="http://schemas.openxmlformats.org/drawingml/2006/main" prst="ellipse">
            <a:avLst/>
          </a:prstGeom>
          <a:solidFill xmlns:a="http://schemas.openxmlformats.org/drawingml/2006/main">
            <a:srgbClr val="7351C7"/>
          </a:solidFill>
          <a:ln xmlns:a="http://schemas.openxmlformats.org/drawingml/2006/main" w="9525">
            <a:solidFill>
              <a:srgbClr val="7351C7"/>
            </a:solidFill>
            <a:prstDash val="solid"/>
          </a:ln>
        </p:spPr>
      </p:sp>
      <p:sp>
        <p:nvSpPr>
          <p:cNvPr id="54" name="shape-1080">
            <a:extLst xmlns:a="http://schemas.openxmlformats.org/drawingml/2006/main">
              <a:ext uri="{FF2B5EF4-FFF2-40B4-BE49-F238E27FC236}">
                <a16:creationId xmlns:a16="http://schemas.microsoft.com/office/drawing/2014/main" id="{70154A1F-B8B3-427E-83FD-DE1D7CE5EDB5}"/>
              </a:ext>
            </a:extLst>
          </p:cNvPr>
          <p:cNvSpPr>
            <a:spLocks xmlns:a="http://schemas.openxmlformats.org/drawingml/2006/main" noGrp="1"/>
          </p:cNvSpPr>
          <p:nvPr/>
        </p:nvSpPr>
        <p:spPr>
          <a:xfrm xmlns:a="http://schemas.openxmlformats.org/drawingml/2006/main" rot="0">
            <a:off x="6581775" y="2886075"/>
            <a:ext cx="95250" cy="95250"/>
          </a:xfrm>
          <a:prstGeom xmlns:a="http://schemas.openxmlformats.org/drawingml/2006/main" prst="ellipse">
            <a:avLst/>
          </a:prstGeom>
          <a:solidFill xmlns:a="http://schemas.openxmlformats.org/drawingml/2006/main">
            <a:srgbClr val="7351C7"/>
          </a:solidFill>
          <a:ln xmlns:a="http://schemas.openxmlformats.org/drawingml/2006/main" w="9525">
            <a:solidFill>
              <a:srgbClr val="7351C7"/>
            </a:solidFill>
            <a:prstDash val="solid"/>
          </a:ln>
        </p:spPr>
      </p:sp>
      <p:sp>
        <p:nvSpPr>
          <p:cNvPr id="55" name="shape-1081">
            <a:extLst xmlns:a="http://schemas.openxmlformats.org/drawingml/2006/main">
              <a:ext uri="{FF2B5EF4-FFF2-40B4-BE49-F238E27FC236}">
                <a16:creationId xmlns:a16="http://schemas.microsoft.com/office/drawing/2014/main" id="{05A0A7DA-BB7B-4BE3-AE36-9186CC67264B}"/>
              </a:ext>
            </a:extLst>
          </p:cNvPr>
          <p:cNvSpPr>
            <a:spLocks xmlns:a="http://schemas.openxmlformats.org/drawingml/2006/main" noGrp="1"/>
          </p:cNvSpPr>
          <p:nvPr/>
        </p:nvSpPr>
        <p:spPr>
          <a:xfrm xmlns:a="http://schemas.openxmlformats.org/drawingml/2006/main" rot="0">
            <a:off x="4905375" y="3305175"/>
            <a:ext cx="95250" cy="95250"/>
          </a:xfrm>
          <a:prstGeom xmlns:a="http://schemas.openxmlformats.org/drawingml/2006/main" prst="ellipse">
            <a:avLst/>
          </a:prstGeom>
          <a:solidFill xmlns:a="http://schemas.openxmlformats.org/drawingml/2006/main">
            <a:srgbClr val="7351C7"/>
          </a:solidFill>
          <a:ln xmlns:a="http://schemas.openxmlformats.org/drawingml/2006/main" w="9525">
            <a:solidFill>
              <a:srgbClr val="7351C7"/>
            </a:solidFill>
            <a:prstDash val="solid"/>
          </a:ln>
        </p:spPr>
      </p:sp>
      <p:sp>
        <p:nvSpPr>
          <p:cNvPr id="56" name="shape-1082">
            <a:extLst xmlns:a="http://schemas.openxmlformats.org/drawingml/2006/main">
              <a:ext uri="{FF2B5EF4-FFF2-40B4-BE49-F238E27FC236}">
                <a16:creationId xmlns:a16="http://schemas.microsoft.com/office/drawing/2014/main" id="{FB4D2EC7-ABB2-4D53-9B77-754A40C41820}"/>
              </a:ext>
            </a:extLst>
          </p:cNvPr>
          <p:cNvSpPr>
            <a:spLocks xmlns:a="http://schemas.openxmlformats.org/drawingml/2006/main" noGrp="1"/>
          </p:cNvSpPr>
          <p:nvPr/>
        </p:nvSpPr>
        <p:spPr>
          <a:xfrm xmlns:a="http://schemas.openxmlformats.org/drawingml/2006/main" rot="0">
            <a:off x="5324475" y="3305175"/>
            <a:ext cx="95250" cy="95250"/>
          </a:xfrm>
          <a:prstGeom xmlns:a="http://schemas.openxmlformats.org/drawingml/2006/main" prst="ellipse">
            <a:avLst/>
          </a:prstGeom>
          <a:solidFill xmlns:a="http://schemas.openxmlformats.org/drawingml/2006/main">
            <a:srgbClr val="7351C7"/>
          </a:solidFill>
          <a:ln xmlns:a="http://schemas.openxmlformats.org/drawingml/2006/main" w="9525">
            <a:solidFill>
              <a:srgbClr val="7351C7"/>
            </a:solidFill>
            <a:prstDash val="solid"/>
          </a:ln>
        </p:spPr>
      </p:sp>
      <p:sp>
        <p:nvSpPr>
          <p:cNvPr id="57" name="shape-1083">
            <a:extLst xmlns:a="http://schemas.openxmlformats.org/drawingml/2006/main">
              <a:ext uri="{FF2B5EF4-FFF2-40B4-BE49-F238E27FC236}">
                <a16:creationId xmlns:a16="http://schemas.microsoft.com/office/drawing/2014/main" id="{B8714E8A-843E-45C8-9A6B-75ECFD624554}"/>
              </a:ext>
            </a:extLst>
          </p:cNvPr>
          <p:cNvSpPr>
            <a:spLocks xmlns:a="http://schemas.openxmlformats.org/drawingml/2006/main" noGrp="1"/>
          </p:cNvSpPr>
          <p:nvPr/>
        </p:nvSpPr>
        <p:spPr>
          <a:xfrm xmlns:a="http://schemas.openxmlformats.org/drawingml/2006/main" rot="0">
            <a:off x="5743575" y="3305175"/>
            <a:ext cx="95250" cy="95250"/>
          </a:xfrm>
          <a:prstGeom xmlns:a="http://schemas.openxmlformats.org/drawingml/2006/main" prst="ellipse">
            <a:avLst/>
          </a:prstGeom>
          <a:solidFill xmlns:a="http://schemas.openxmlformats.org/drawingml/2006/main">
            <a:srgbClr val="7351C7"/>
          </a:solidFill>
          <a:ln xmlns:a="http://schemas.openxmlformats.org/drawingml/2006/main" w="9525">
            <a:solidFill>
              <a:srgbClr val="7351C7"/>
            </a:solidFill>
            <a:prstDash val="solid"/>
          </a:ln>
        </p:spPr>
      </p:sp>
      <p:sp>
        <p:nvSpPr>
          <p:cNvPr id="58" name="shape-1084">
            <a:extLst xmlns:a="http://schemas.openxmlformats.org/drawingml/2006/main">
              <a:ext uri="{FF2B5EF4-FFF2-40B4-BE49-F238E27FC236}">
                <a16:creationId xmlns:a16="http://schemas.microsoft.com/office/drawing/2014/main" id="{10EF2704-AE42-4ADE-A0AA-094BCDD0D29D}"/>
              </a:ext>
            </a:extLst>
          </p:cNvPr>
          <p:cNvSpPr>
            <a:spLocks xmlns:a="http://schemas.openxmlformats.org/drawingml/2006/main" noGrp="1"/>
          </p:cNvSpPr>
          <p:nvPr/>
        </p:nvSpPr>
        <p:spPr>
          <a:xfrm xmlns:a="http://schemas.openxmlformats.org/drawingml/2006/main" rot="0">
            <a:off x="6162675" y="3305175"/>
            <a:ext cx="95250" cy="95250"/>
          </a:xfrm>
          <a:prstGeom xmlns:a="http://schemas.openxmlformats.org/drawingml/2006/main" prst="ellipse">
            <a:avLst/>
          </a:prstGeom>
          <a:solidFill xmlns:a="http://schemas.openxmlformats.org/drawingml/2006/main">
            <a:srgbClr val="7351C7"/>
          </a:solidFill>
          <a:ln xmlns:a="http://schemas.openxmlformats.org/drawingml/2006/main" w="9525">
            <a:solidFill>
              <a:srgbClr val="7351C7"/>
            </a:solidFill>
            <a:prstDash val="solid"/>
          </a:ln>
        </p:spPr>
      </p:sp>
      <p:sp>
        <p:nvSpPr>
          <p:cNvPr id="59" name="shape-1085">
            <a:extLst xmlns:a="http://schemas.openxmlformats.org/drawingml/2006/main">
              <a:ext uri="{FF2B5EF4-FFF2-40B4-BE49-F238E27FC236}">
                <a16:creationId xmlns:a16="http://schemas.microsoft.com/office/drawing/2014/main" id="{BAD4DC7B-7563-485F-BB27-10384CA98690}"/>
              </a:ext>
            </a:extLst>
          </p:cNvPr>
          <p:cNvSpPr>
            <a:spLocks xmlns:a="http://schemas.openxmlformats.org/drawingml/2006/main" noGrp="1"/>
          </p:cNvSpPr>
          <p:nvPr/>
        </p:nvSpPr>
        <p:spPr>
          <a:xfrm xmlns:a="http://schemas.openxmlformats.org/drawingml/2006/main" rot="0">
            <a:off x="6581775" y="3305175"/>
            <a:ext cx="95250" cy="95250"/>
          </a:xfrm>
          <a:prstGeom xmlns:a="http://schemas.openxmlformats.org/drawingml/2006/main" prst="ellipse">
            <a:avLst/>
          </a:prstGeom>
          <a:solidFill xmlns:a="http://schemas.openxmlformats.org/drawingml/2006/main">
            <a:srgbClr val="7351C7"/>
          </a:solidFill>
          <a:ln xmlns:a="http://schemas.openxmlformats.org/drawingml/2006/main" w="9525">
            <a:solidFill>
              <a:srgbClr val="7351C7"/>
            </a:solidFill>
            <a:prstDash val="solid"/>
          </a:ln>
        </p:spPr>
      </p:sp>
      <p:sp>
        <p:nvSpPr>
          <p:cNvPr id="60" name="shape-1086">
            <a:extLst xmlns:a="http://schemas.openxmlformats.org/drawingml/2006/main">
              <a:ext uri="{FF2B5EF4-FFF2-40B4-BE49-F238E27FC236}">
                <a16:creationId xmlns:a16="http://schemas.microsoft.com/office/drawing/2014/main" id="{BF9BF0F3-5CE9-4923-81E0-8C30105DEC76}"/>
              </a:ext>
            </a:extLst>
          </p:cNvPr>
          <p:cNvSpPr>
            <a:spLocks xmlns:a="http://schemas.openxmlformats.org/drawingml/2006/main" noGrp="1"/>
          </p:cNvSpPr>
          <p:nvPr/>
        </p:nvSpPr>
        <p:spPr>
          <a:xfrm xmlns:a="http://schemas.openxmlformats.org/drawingml/2006/main" rot="0">
            <a:off x="4905375" y="3724275"/>
            <a:ext cx="95250" cy="95250"/>
          </a:xfrm>
          <a:prstGeom xmlns:a="http://schemas.openxmlformats.org/drawingml/2006/main" prst="ellipse">
            <a:avLst/>
          </a:prstGeom>
          <a:solidFill xmlns:a="http://schemas.openxmlformats.org/drawingml/2006/main">
            <a:srgbClr val="7351C7"/>
          </a:solidFill>
          <a:ln xmlns:a="http://schemas.openxmlformats.org/drawingml/2006/main" w="9525">
            <a:solidFill>
              <a:srgbClr val="7351C7"/>
            </a:solidFill>
            <a:prstDash val="solid"/>
          </a:ln>
        </p:spPr>
      </p:sp>
      <p:sp>
        <p:nvSpPr>
          <p:cNvPr id="61" name="shape-1087">
            <a:extLst xmlns:a="http://schemas.openxmlformats.org/drawingml/2006/main">
              <a:ext uri="{FF2B5EF4-FFF2-40B4-BE49-F238E27FC236}">
                <a16:creationId xmlns:a16="http://schemas.microsoft.com/office/drawing/2014/main" id="{BB3224CC-F2F9-4301-9B17-E9D074C6CFDB}"/>
              </a:ext>
            </a:extLst>
          </p:cNvPr>
          <p:cNvSpPr>
            <a:spLocks xmlns:a="http://schemas.openxmlformats.org/drawingml/2006/main" noGrp="1"/>
          </p:cNvSpPr>
          <p:nvPr/>
        </p:nvSpPr>
        <p:spPr>
          <a:xfrm xmlns:a="http://schemas.openxmlformats.org/drawingml/2006/main" rot="0">
            <a:off x="5324475" y="3724275"/>
            <a:ext cx="95250" cy="95250"/>
          </a:xfrm>
          <a:prstGeom xmlns:a="http://schemas.openxmlformats.org/drawingml/2006/main" prst="ellipse">
            <a:avLst/>
          </a:prstGeom>
          <a:solidFill xmlns:a="http://schemas.openxmlformats.org/drawingml/2006/main">
            <a:srgbClr val="7351C7"/>
          </a:solidFill>
          <a:ln xmlns:a="http://schemas.openxmlformats.org/drawingml/2006/main" w="9525">
            <a:solidFill>
              <a:srgbClr val="7351C7"/>
            </a:solidFill>
            <a:prstDash val="solid"/>
          </a:ln>
        </p:spPr>
      </p:sp>
      <p:sp>
        <p:nvSpPr>
          <p:cNvPr id="62" name="shape-1088">
            <a:extLst xmlns:a="http://schemas.openxmlformats.org/drawingml/2006/main">
              <a:ext uri="{FF2B5EF4-FFF2-40B4-BE49-F238E27FC236}">
                <a16:creationId xmlns:a16="http://schemas.microsoft.com/office/drawing/2014/main" id="{5FBA33B0-3A54-44C1-B4A3-BD18CA240563}"/>
              </a:ext>
            </a:extLst>
          </p:cNvPr>
          <p:cNvSpPr>
            <a:spLocks xmlns:a="http://schemas.openxmlformats.org/drawingml/2006/main" noGrp="1"/>
          </p:cNvSpPr>
          <p:nvPr/>
        </p:nvSpPr>
        <p:spPr>
          <a:xfrm xmlns:a="http://schemas.openxmlformats.org/drawingml/2006/main" rot="0">
            <a:off x="5743575" y="3724275"/>
            <a:ext cx="95250" cy="95250"/>
          </a:xfrm>
          <a:prstGeom xmlns:a="http://schemas.openxmlformats.org/drawingml/2006/main" prst="ellipse">
            <a:avLst/>
          </a:prstGeom>
          <a:solidFill xmlns:a="http://schemas.openxmlformats.org/drawingml/2006/main">
            <a:srgbClr val="7351C7"/>
          </a:solidFill>
          <a:ln xmlns:a="http://schemas.openxmlformats.org/drawingml/2006/main" w="9525">
            <a:solidFill>
              <a:srgbClr val="7351C7"/>
            </a:solidFill>
            <a:prstDash val="solid"/>
          </a:ln>
        </p:spPr>
      </p:sp>
      <p:sp>
        <p:nvSpPr>
          <p:cNvPr id="63" name="shape-1089">
            <a:extLst xmlns:a="http://schemas.openxmlformats.org/drawingml/2006/main">
              <a:ext uri="{FF2B5EF4-FFF2-40B4-BE49-F238E27FC236}">
                <a16:creationId xmlns:a16="http://schemas.microsoft.com/office/drawing/2014/main" id="{9D803996-9329-4ACD-81E5-514DF028D38D}"/>
              </a:ext>
            </a:extLst>
          </p:cNvPr>
          <p:cNvSpPr>
            <a:spLocks xmlns:a="http://schemas.openxmlformats.org/drawingml/2006/main" noGrp="1"/>
          </p:cNvSpPr>
          <p:nvPr/>
        </p:nvSpPr>
        <p:spPr>
          <a:xfrm xmlns:a="http://schemas.openxmlformats.org/drawingml/2006/main" rot="0">
            <a:off x="6162675" y="3724275"/>
            <a:ext cx="95250" cy="95250"/>
          </a:xfrm>
          <a:prstGeom xmlns:a="http://schemas.openxmlformats.org/drawingml/2006/main" prst="ellipse">
            <a:avLst/>
          </a:prstGeom>
          <a:solidFill xmlns:a="http://schemas.openxmlformats.org/drawingml/2006/main">
            <a:srgbClr val="7351C7"/>
          </a:solidFill>
          <a:ln xmlns:a="http://schemas.openxmlformats.org/drawingml/2006/main" w="9525">
            <a:solidFill>
              <a:srgbClr val="7351C7"/>
            </a:solidFill>
            <a:prstDash val="solid"/>
          </a:ln>
        </p:spPr>
      </p:sp>
      <p:sp>
        <p:nvSpPr>
          <p:cNvPr id="64" name="shape-1090">
            <a:extLst xmlns:a="http://schemas.openxmlformats.org/drawingml/2006/main">
              <a:ext uri="{FF2B5EF4-FFF2-40B4-BE49-F238E27FC236}">
                <a16:creationId xmlns:a16="http://schemas.microsoft.com/office/drawing/2014/main" id="{C30ED6C0-205C-4508-AB07-578982F05BE5}"/>
              </a:ext>
            </a:extLst>
          </p:cNvPr>
          <p:cNvSpPr>
            <a:spLocks xmlns:a="http://schemas.openxmlformats.org/drawingml/2006/main" noGrp="1"/>
          </p:cNvSpPr>
          <p:nvPr/>
        </p:nvSpPr>
        <p:spPr>
          <a:xfrm xmlns:a="http://schemas.openxmlformats.org/drawingml/2006/main" rot="0">
            <a:off x="6581775" y="3724275"/>
            <a:ext cx="95250" cy="95250"/>
          </a:xfrm>
          <a:prstGeom xmlns:a="http://schemas.openxmlformats.org/drawingml/2006/main" prst="ellipse">
            <a:avLst/>
          </a:prstGeom>
          <a:solidFill xmlns:a="http://schemas.openxmlformats.org/drawingml/2006/main">
            <a:srgbClr val="7351C7"/>
          </a:solidFill>
          <a:ln xmlns:a="http://schemas.openxmlformats.org/drawingml/2006/main" w="9525">
            <a:solidFill>
              <a:srgbClr val="7351C7"/>
            </a:solidFill>
            <a:prstDash val="solid"/>
          </a:ln>
        </p:spPr>
      </p:sp>
      <p:sp>
        <p:nvSpPr>
          <p:cNvPr id="65" name="shape-1091">
            <a:extLst xmlns:a="http://schemas.openxmlformats.org/drawingml/2006/main">
              <a:ext uri="{FF2B5EF4-FFF2-40B4-BE49-F238E27FC236}">
                <a16:creationId xmlns:a16="http://schemas.microsoft.com/office/drawing/2014/main" id="{1DB60080-2B9E-4E56-97F0-51DA979EC4AE}"/>
              </a:ext>
            </a:extLst>
          </p:cNvPr>
          <p:cNvSpPr>
            <a:spLocks xmlns:a="http://schemas.openxmlformats.org/drawingml/2006/main" noGrp="1"/>
          </p:cNvSpPr>
          <p:nvPr/>
        </p:nvSpPr>
        <p:spPr>
          <a:xfrm xmlns:a="http://schemas.openxmlformats.org/drawingml/2006/main" rot="0">
            <a:off x="4905375" y="4143375"/>
            <a:ext cx="95250" cy="95250"/>
          </a:xfrm>
          <a:prstGeom xmlns:a="http://schemas.openxmlformats.org/drawingml/2006/main" prst="ellipse">
            <a:avLst/>
          </a:prstGeom>
          <a:solidFill xmlns:a="http://schemas.openxmlformats.org/drawingml/2006/main">
            <a:srgbClr val="7351C7"/>
          </a:solidFill>
          <a:ln xmlns:a="http://schemas.openxmlformats.org/drawingml/2006/main" w="9525">
            <a:solidFill>
              <a:srgbClr val="7351C7"/>
            </a:solidFill>
            <a:prstDash val="solid"/>
          </a:ln>
        </p:spPr>
      </p:sp>
      <p:sp>
        <p:nvSpPr>
          <p:cNvPr id="66" name="shape-1092">
            <a:extLst xmlns:a="http://schemas.openxmlformats.org/drawingml/2006/main">
              <a:ext uri="{FF2B5EF4-FFF2-40B4-BE49-F238E27FC236}">
                <a16:creationId xmlns:a16="http://schemas.microsoft.com/office/drawing/2014/main" id="{4BCF0026-30BE-4883-8720-818B0E62BDA5}"/>
              </a:ext>
            </a:extLst>
          </p:cNvPr>
          <p:cNvSpPr>
            <a:spLocks xmlns:a="http://schemas.openxmlformats.org/drawingml/2006/main" noGrp="1"/>
          </p:cNvSpPr>
          <p:nvPr/>
        </p:nvSpPr>
        <p:spPr>
          <a:xfrm xmlns:a="http://schemas.openxmlformats.org/drawingml/2006/main" rot="0">
            <a:off x="5324475" y="4143375"/>
            <a:ext cx="95250" cy="95250"/>
          </a:xfrm>
          <a:prstGeom xmlns:a="http://schemas.openxmlformats.org/drawingml/2006/main" prst="ellipse">
            <a:avLst/>
          </a:prstGeom>
          <a:solidFill xmlns:a="http://schemas.openxmlformats.org/drawingml/2006/main">
            <a:srgbClr val="7351C7"/>
          </a:solidFill>
          <a:ln xmlns:a="http://schemas.openxmlformats.org/drawingml/2006/main" w="9525">
            <a:solidFill>
              <a:srgbClr val="7351C7"/>
            </a:solidFill>
            <a:prstDash val="solid"/>
          </a:ln>
        </p:spPr>
      </p:sp>
      <p:sp>
        <p:nvSpPr>
          <p:cNvPr id="67" name="shape-1093">
            <a:extLst xmlns:a="http://schemas.openxmlformats.org/drawingml/2006/main">
              <a:ext uri="{FF2B5EF4-FFF2-40B4-BE49-F238E27FC236}">
                <a16:creationId xmlns:a16="http://schemas.microsoft.com/office/drawing/2014/main" id="{A58B8C25-9F25-4BB4-B2E5-11E9B5D56646}"/>
              </a:ext>
            </a:extLst>
          </p:cNvPr>
          <p:cNvSpPr>
            <a:spLocks xmlns:a="http://schemas.openxmlformats.org/drawingml/2006/main" noGrp="1"/>
          </p:cNvSpPr>
          <p:nvPr/>
        </p:nvSpPr>
        <p:spPr>
          <a:xfrm xmlns:a="http://schemas.openxmlformats.org/drawingml/2006/main" rot="0">
            <a:off x="5743575" y="4143375"/>
            <a:ext cx="95250" cy="95250"/>
          </a:xfrm>
          <a:prstGeom xmlns:a="http://schemas.openxmlformats.org/drawingml/2006/main" prst="ellipse">
            <a:avLst/>
          </a:prstGeom>
          <a:solidFill xmlns:a="http://schemas.openxmlformats.org/drawingml/2006/main">
            <a:srgbClr val="7351C7"/>
          </a:solidFill>
          <a:ln xmlns:a="http://schemas.openxmlformats.org/drawingml/2006/main" w="9525">
            <a:solidFill>
              <a:srgbClr val="7351C7"/>
            </a:solidFill>
            <a:prstDash val="solid"/>
          </a:ln>
        </p:spPr>
      </p:sp>
      <p:sp>
        <p:nvSpPr>
          <p:cNvPr id="68" name="shape-1094">
            <a:extLst xmlns:a="http://schemas.openxmlformats.org/drawingml/2006/main">
              <a:ext uri="{FF2B5EF4-FFF2-40B4-BE49-F238E27FC236}">
                <a16:creationId xmlns:a16="http://schemas.microsoft.com/office/drawing/2014/main" id="{C2C322BA-A320-4C89-A08A-208FA6C47791}"/>
              </a:ext>
            </a:extLst>
          </p:cNvPr>
          <p:cNvSpPr>
            <a:spLocks xmlns:a="http://schemas.openxmlformats.org/drawingml/2006/main" noGrp="1"/>
          </p:cNvSpPr>
          <p:nvPr/>
        </p:nvSpPr>
        <p:spPr>
          <a:xfrm xmlns:a="http://schemas.openxmlformats.org/drawingml/2006/main" rot="0">
            <a:off x="6162675" y="4143375"/>
            <a:ext cx="95250" cy="95250"/>
          </a:xfrm>
          <a:prstGeom xmlns:a="http://schemas.openxmlformats.org/drawingml/2006/main" prst="ellipse">
            <a:avLst/>
          </a:prstGeom>
          <a:solidFill xmlns:a="http://schemas.openxmlformats.org/drawingml/2006/main">
            <a:srgbClr val="7351C7"/>
          </a:solidFill>
          <a:ln xmlns:a="http://schemas.openxmlformats.org/drawingml/2006/main" w="9525">
            <a:solidFill>
              <a:srgbClr val="7351C7"/>
            </a:solidFill>
            <a:prstDash val="solid"/>
          </a:ln>
        </p:spPr>
      </p:sp>
      <p:sp>
        <p:nvSpPr>
          <p:cNvPr id="69" name="shape-1095">
            <a:extLst xmlns:a="http://schemas.openxmlformats.org/drawingml/2006/main">
              <a:ext uri="{FF2B5EF4-FFF2-40B4-BE49-F238E27FC236}">
                <a16:creationId xmlns:a16="http://schemas.microsoft.com/office/drawing/2014/main" id="{BE7CAD02-EEAD-4DD8-AA62-A33F099709B2}"/>
              </a:ext>
            </a:extLst>
          </p:cNvPr>
          <p:cNvSpPr>
            <a:spLocks xmlns:a="http://schemas.openxmlformats.org/drawingml/2006/main" noGrp="1"/>
          </p:cNvSpPr>
          <p:nvPr/>
        </p:nvSpPr>
        <p:spPr>
          <a:xfrm xmlns:a="http://schemas.openxmlformats.org/drawingml/2006/main" rot="0">
            <a:off x="6581775" y="4143375"/>
            <a:ext cx="95250" cy="95250"/>
          </a:xfrm>
          <a:prstGeom xmlns:a="http://schemas.openxmlformats.org/drawingml/2006/main" prst="ellipse">
            <a:avLst/>
          </a:prstGeom>
          <a:solidFill xmlns:a="http://schemas.openxmlformats.org/drawingml/2006/main">
            <a:srgbClr val="7351C7"/>
          </a:solidFill>
          <a:ln xmlns:a="http://schemas.openxmlformats.org/drawingml/2006/main" w="9525">
            <a:solidFill>
              <a:srgbClr val="7351C7"/>
            </a:solidFill>
            <a:prstDash val="solid"/>
          </a:ln>
        </p:spPr>
      </p:sp>
      <p:sp>
        <p:nvSpPr>
          <p:cNvPr id="70" name="path-1096">
            <a:extLst xmlns:a="http://schemas.openxmlformats.org/drawingml/2006/main">
              <a:ext uri="{FF2B5EF4-FFF2-40B4-BE49-F238E27FC236}">
                <a16:creationId xmlns:a16="http://schemas.microsoft.com/office/drawing/2014/main" id="{AFD61AA1-8CFE-4AB9-B347-225A4C1BBB0E}"/>
              </a:ext>
            </a:extLst>
          </p:cNvPr>
          <p:cNvSpPr>
            <a:spLocks xmlns:a="http://schemas.openxmlformats.org/drawingml/2006/main" noGrp="1"/>
          </p:cNvSpPr>
          <p:nvPr/>
        </p:nvSpPr>
        <p:spPr>
          <a:xfrm xmlns:a="http://schemas.openxmlformats.org/drawingml/2006/main">
            <a:off x="5123889" y="2884738"/>
            <a:ext cx="1334622" cy="936124"/>
          </a:xfrm>
          <a:custGeom xmlns:a="http://schemas.openxmlformats.org/drawingml/2006/main">
            <a:pathLst>
              <a:path w="1334622" h="936124">
                <a:moveTo>
                  <a:pt x="0" y="416991"/>
                </a:moveTo>
                <a:lnTo>
                  <a:pt x="1145673" y="0"/>
                </a:lnTo>
                <a:lnTo>
                  <a:pt x="1334622" y="519133"/>
                </a:lnTo>
                <a:lnTo>
                  <a:pt x="188949" y="936124"/>
                </a:lnTo>
                <a:close/>
              </a:path>
            </a:pathLst>
          </a:custGeom>
          <a:noFill xmlns:a="http://schemas.openxmlformats.org/drawingml/2006/main"/>
          <a:ln xmlns:a="http://schemas.openxmlformats.org/drawingml/2006/main" w="19050">
            <a:solidFill>
              <a:srgbClr val="304C68"/>
            </a:solidFill>
            <a:prstDash val="solid"/>
          </a:ln>
        </p:spPr>
      </p:sp>
      <p:sp>
        <p:nvSpPr>
          <p:cNvPr id="71" name="path-1097">
            <a:extLst xmlns:a="http://schemas.openxmlformats.org/drawingml/2006/main">
              <a:ext uri="{FF2B5EF4-FFF2-40B4-BE49-F238E27FC236}">
                <a16:creationId xmlns:a16="http://schemas.microsoft.com/office/drawing/2014/main" id="{0612FE64-018D-4560-8643-D63AAC43DBAE}"/>
              </a:ext>
            </a:extLst>
          </p:cNvPr>
          <p:cNvSpPr>
            <a:spLocks xmlns:a="http://schemas.openxmlformats.org/drawingml/2006/main" noGrp="1"/>
          </p:cNvSpPr>
          <p:nvPr/>
        </p:nvSpPr>
        <p:spPr>
          <a:xfrm xmlns:a="http://schemas.openxmlformats.org/drawingml/2006/main">
            <a:off x="5791200" y="3144305"/>
            <a:ext cx="572837" cy="208495"/>
          </a:xfrm>
          <a:custGeom xmlns:a="http://schemas.openxmlformats.org/drawingml/2006/main">
            <a:pathLst>
              <a:path w="572837" h="208495">
                <a:moveTo>
                  <a:pt x="0" y="208495"/>
                </a:moveTo>
                <a:lnTo>
                  <a:pt x="572837" y="0"/>
                </a:lnTo>
              </a:path>
            </a:pathLst>
          </a:custGeom>
          <a:noFill xmlns:a="http://schemas.openxmlformats.org/drawingml/2006/main"/>
          <a:ln xmlns:a="http://schemas.openxmlformats.org/drawingml/2006/main" w="19050">
            <a:solidFill>
              <a:srgbClr val="304C68"/>
            </a:solidFill>
            <a:prstDash val="solid"/>
          </a:ln>
        </p:spPr>
      </p:sp>
      <p:sp>
        <p:nvSpPr>
          <p:cNvPr id="72" name="shape-1098">
            <a:extLst xmlns:a="http://schemas.openxmlformats.org/drawingml/2006/main">
              <a:ext uri="{FF2B5EF4-FFF2-40B4-BE49-F238E27FC236}">
                <a16:creationId xmlns:a16="http://schemas.microsoft.com/office/drawing/2014/main" id="{F3E835A7-586F-4468-8659-A35244501780}"/>
              </a:ext>
            </a:extLst>
          </p:cNvPr>
          <p:cNvSpPr>
            <a:spLocks xmlns:a="http://schemas.openxmlformats.org/drawingml/2006/main" noGrp="1"/>
          </p:cNvSpPr>
          <p:nvPr/>
        </p:nvSpPr>
        <p:spPr>
          <a:xfrm xmlns:a="http://schemas.openxmlformats.org/drawingml/2006/main" rot="0">
            <a:off x="5734050" y="3295650"/>
            <a:ext cx="114300" cy="114300"/>
          </a:xfrm>
          <a:prstGeom xmlns:a="http://schemas.openxmlformats.org/drawingml/2006/main" prst="ellipse">
            <a:avLst/>
          </a:prstGeom>
          <a:solidFill xmlns:a="http://schemas.openxmlformats.org/drawingml/2006/main">
            <a:srgbClr val="7351C7"/>
          </a:solidFill>
          <a:ln xmlns:a="http://schemas.openxmlformats.org/drawingml/2006/main" w="9525">
            <a:solidFill>
              <a:srgbClr val="7351C7"/>
            </a:solidFill>
            <a:prstDash val="solid"/>
          </a:ln>
        </p:spPr>
      </p:sp>
      <p:sp>
        <p:nvSpPr>
          <p:cNvPr id="73" name="path-1099">
            <a:extLst xmlns:a="http://schemas.openxmlformats.org/drawingml/2006/main">
              <a:ext uri="{FF2B5EF4-FFF2-40B4-BE49-F238E27FC236}">
                <a16:creationId xmlns:a16="http://schemas.microsoft.com/office/drawing/2014/main" id="{25F4F457-11D4-4EC5-88B9-26ADE9464E79}"/>
              </a:ext>
            </a:extLst>
          </p:cNvPr>
          <p:cNvSpPr>
            <a:spLocks xmlns:a="http://schemas.openxmlformats.org/drawingml/2006/main" noGrp="1"/>
          </p:cNvSpPr>
          <p:nvPr/>
        </p:nvSpPr>
        <p:spPr>
          <a:xfrm xmlns:a="http://schemas.openxmlformats.org/drawingml/2006/main">
            <a:off x="4953000" y="5153025"/>
            <a:ext cx="1676400" cy="953"/>
          </a:xfrm>
          <a:custGeom xmlns:a="http://schemas.openxmlformats.org/drawingml/2006/main">
            <a:pathLst>
              <a:path w="1676400" h="953">
                <a:moveTo>
                  <a:pt x="0" y="0"/>
                </a:moveTo>
                <a:lnTo>
                  <a:pt x="1676400" y="0"/>
                </a:lnTo>
              </a:path>
            </a:pathLst>
          </a:custGeom>
          <a:noFill xmlns:a="http://schemas.openxmlformats.org/drawingml/2006/main"/>
          <a:ln xmlns:a="http://schemas.openxmlformats.org/drawingml/2006/main" w="15240">
            <a:solidFill>
              <a:srgbClr val="7351C7"/>
            </a:solidFill>
            <a:prstDash val="solid"/>
          </a:ln>
        </p:spPr>
      </p:sp>
      <p:sp>
        <p:nvSpPr>
          <p:cNvPr id="74" name="path-1100">
            <a:extLst xmlns:a="http://schemas.openxmlformats.org/drawingml/2006/main">
              <a:ext uri="{FF2B5EF4-FFF2-40B4-BE49-F238E27FC236}">
                <a16:creationId xmlns:a16="http://schemas.microsoft.com/office/drawing/2014/main" id="{F6C95B10-A4C8-4940-8BC8-B9A25E45AFAE}"/>
              </a:ext>
            </a:extLst>
          </p:cNvPr>
          <p:cNvSpPr>
            <a:spLocks xmlns:a="http://schemas.openxmlformats.org/drawingml/2006/main" noGrp="1"/>
          </p:cNvSpPr>
          <p:nvPr/>
        </p:nvSpPr>
        <p:spPr>
          <a:xfrm xmlns:a="http://schemas.openxmlformats.org/drawingml/2006/main">
            <a:off x="6534150" y="5109210"/>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7351C7"/>
          </a:solidFill>
          <a:ln xmlns:a="http://schemas.openxmlformats.org/drawingml/2006/main" w="0">
            <a:solidFill>
              <a:srgbClr val="7351C7"/>
            </a:solidFill>
            <a:prstDash val="solid"/>
          </a:ln>
        </p:spPr>
      </p:sp>
      <p:sp>
        <p:nvSpPr>
          <p:cNvPr id="75" name="path-1101">
            <a:extLst xmlns:a="http://schemas.openxmlformats.org/drawingml/2006/main">
              <a:ext uri="{FF2B5EF4-FFF2-40B4-BE49-F238E27FC236}">
                <a16:creationId xmlns:a16="http://schemas.microsoft.com/office/drawing/2014/main" id="{8EC96E93-7788-4DEE-9423-43005074E365}"/>
              </a:ext>
            </a:extLst>
          </p:cNvPr>
          <p:cNvSpPr>
            <a:spLocks xmlns:a="http://schemas.openxmlformats.org/drawingml/2006/main" noGrp="1"/>
          </p:cNvSpPr>
          <p:nvPr/>
        </p:nvSpPr>
        <p:spPr>
          <a:xfrm xmlns:a="http://schemas.openxmlformats.org/drawingml/2006/main">
            <a:off x="4953000" y="5019675"/>
            <a:ext cx="953" cy="219075"/>
          </a:xfrm>
          <a:custGeom xmlns:a="http://schemas.openxmlformats.org/drawingml/2006/main">
            <a:pathLst>
              <a:path w="953" h="219075">
                <a:moveTo>
                  <a:pt x="0" y="0"/>
                </a:moveTo>
                <a:lnTo>
                  <a:pt x="0" y="219075"/>
                </a:lnTo>
              </a:path>
            </a:pathLst>
          </a:custGeom>
          <a:noFill xmlns:a="http://schemas.openxmlformats.org/drawingml/2006/main"/>
          <a:ln xmlns:a="http://schemas.openxmlformats.org/drawingml/2006/main" w="14288">
            <a:solidFill>
              <a:srgbClr val="7351C7"/>
            </a:solidFill>
            <a:prstDash val="solid"/>
          </a:ln>
        </p:spPr>
      </p:sp>
      <p:sp>
        <p:nvSpPr>
          <p:cNvPr id="76" name="path-1102">
            <a:extLst xmlns:a="http://schemas.openxmlformats.org/drawingml/2006/main">
              <a:ext uri="{FF2B5EF4-FFF2-40B4-BE49-F238E27FC236}">
                <a16:creationId xmlns:a16="http://schemas.microsoft.com/office/drawing/2014/main" id="{C98F4FAA-B8CA-4635-8B7B-C313A49BCA7B}"/>
              </a:ext>
            </a:extLst>
          </p:cNvPr>
          <p:cNvSpPr>
            <a:spLocks xmlns:a="http://schemas.openxmlformats.org/drawingml/2006/main" noGrp="1"/>
          </p:cNvSpPr>
          <p:nvPr/>
        </p:nvSpPr>
        <p:spPr>
          <a:xfrm xmlns:a="http://schemas.openxmlformats.org/drawingml/2006/main">
            <a:off x="6629400" y="5019675"/>
            <a:ext cx="953" cy="219075"/>
          </a:xfrm>
          <a:custGeom xmlns:a="http://schemas.openxmlformats.org/drawingml/2006/main">
            <a:pathLst>
              <a:path w="953" h="219075">
                <a:moveTo>
                  <a:pt x="0" y="0"/>
                </a:moveTo>
                <a:lnTo>
                  <a:pt x="0" y="219075"/>
                </a:lnTo>
              </a:path>
            </a:pathLst>
          </a:custGeom>
          <a:noFill xmlns:a="http://schemas.openxmlformats.org/drawingml/2006/main"/>
          <a:ln xmlns:a="http://schemas.openxmlformats.org/drawingml/2006/main" w="14288">
            <a:solidFill>
              <a:srgbClr val="7351C7"/>
            </a:solidFill>
            <a:prstDash val="solid"/>
          </a:ln>
        </p:spPr>
      </p:sp>
      <p:sp>
        <p:nvSpPr>
          <p:cNvPr id="77" name="label-1103">
            <a:extLst xmlns:a="http://schemas.openxmlformats.org/drawingml/2006/main">
              <a:ext uri="{FF2B5EF4-FFF2-40B4-BE49-F238E27FC236}">
                <a16:creationId xmlns:a16="http://schemas.microsoft.com/office/drawing/2014/main" id="{B3963391-2D09-44E5-A86C-163A9F4934FA}"/>
              </a:ext>
            </a:extLst>
          </p:cNvPr>
          <p:cNvSpPr>
            <a:spLocks xmlns:a="http://schemas.openxmlformats.org/drawingml/2006/main" noGrp="1"/>
          </p:cNvSpPr>
          <p:nvPr/>
        </p:nvSpPr>
        <p:spPr>
          <a:xfrm xmlns:a="http://schemas.openxmlformats.org/drawingml/2006/main">
            <a:off x="4429125" y="5305425"/>
            <a:ext cx="30384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0">
                <a:solidFill>
                  <a:srgbClr val="7351C7"/>
                </a:solidFill>
                <a:latin typeface="DejaVu Sans"/>
                <a:ea typeface="DejaVu Sans"/>
                <a:cs typeface="DejaVu Sans"/>
              </a:defRPr>
            </a:defPPr>
            <a:lvl1pPr algn="ctr">
              <a:defRPr sz="1650" b="0">
                <a:solidFill>
                  <a:srgbClr val="7351C7"/>
                </a:solidFill>
                <a:latin typeface="DejaVu Sans"/>
                <a:ea typeface="DejaVu Sans"/>
                <a:cs typeface="DejaVu Sans"/>
              </a:defRPr>
            </a:lvl1pPr>
            <a:lvl2pPr algn="ctr">
              <a:defRPr sz="1650" b="0">
                <a:solidFill>
                  <a:srgbClr val="7351C7"/>
                </a:solidFill>
                <a:latin typeface="DejaVu Sans"/>
                <a:ea typeface="DejaVu Sans"/>
                <a:cs typeface="DejaVu Sans"/>
              </a:defRPr>
            </a:lvl2pPr>
            <a:lvl3pPr algn="ctr">
              <a:defRPr sz="1650" b="0">
                <a:solidFill>
                  <a:srgbClr val="7351C7"/>
                </a:solidFill>
                <a:latin typeface="DejaVu Sans"/>
                <a:ea typeface="DejaVu Sans"/>
                <a:cs typeface="DejaVu Sans"/>
              </a:defRPr>
            </a:lvl3pPr>
            <a:lvl4pPr algn="ctr">
              <a:defRPr sz="1650" b="0">
                <a:solidFill>
                  <a:srgbClr val="7351C7"/>
                </a:solidFill>
                <a:latin typeface="DejaVu Sans"/>
                <a:ea typeface="DejaVu Sans"/>
                <a:cs typeface="DejaVu Sans"/>
              </a:defRPr>
            </a:lvl4pPr>
            <a:lvl5pPr algn="ctr">
              <a:defRPr sz="1650" b="0">
                <a:solidFill>
                  <a:srgbClr val="7351C7"/>
                </a:solidFill>
                <a:latin typeface="DejaVu Sans"/>
                <a:ea typeface="DejaVu Sans"/>
                <a:cs typeface="DejaVu Sans"/>
              </a:defRPr>
            </a:lvl5pPr>
            <a:lvl6pPr algn="ctr">
              <a:defRPr sz="1650" b="0">
                <a:solidFill>
                  <a:srgbClr val="7351C7"/>
                </a:solidFill>
                <a:latin typeface="DejaVu Sans"/>
                <a:ea typeface="DejaVu Sans"/>
                <a:cs typeface="DejaVu Sans"/>
              </a:defRPr>
            </a:lvl6pPr>
            <a:lvl7pPr algn="ctr">
              <a:defRPr sz="1650" b="0">
                <a:solidFill>
                  <a:srgbClr val="7351C7"/>
                </a:solidFill>
                <a:latin typeface="DejaVu Sans"/>
                <a:ea typeface="DejaVu Sans"/>
                <a:cs typeface="DejaVu Sans"/>
              </a:defRPr>
            </a:lvl7pPr>
            <a:lvl8pPr algn="ctr">
              <a:defRPr sz="1650" b="0">
                <a:solidFill>
                  <a:srgbClr val="7351C7"/>
                </a:solidFill>
                <a:latin typeface="DejaVu Sans"/>
                <a:ea typeface="DejaVu Sans"/>
                <a:cs typeface="DejaVu Sans"/>
              </a:defRPr>
            </a:lvl8pPr>
            <a:lvl9pPr algn="ctr">
              <a:defRPr sz="1650" b="0">
                <a:solidFill>
                  <a:srgbClr val="7351C7"/>
                </a:solidFill>
                <a:latin typeface="DejaVu Sans"/>
                <a:ea typeface="DejaVu Sans"/>
                <a:cs typeface="DejaVu Sans"/>
              </a:defRPr>
            </a:lvl9pPr>
          </a:lstStyle>
          <a:p xmlns:a="http://schemas.openxmlformats.org/drawingml/2006/main">
            <a:pPr algn="ctr">
              <a:defRPr sz="1650" b="0">
                <a:solidFill>
                  <a:srgbClr val="7351C7"/>
                </a:solidFill>
                <a:latin typeface="DejaVu Sans"/>
                <a:ea typeface="DejaVu Sans"/>
                <a:cs typeface="DejaVu Sans"/>
              </a:defRPr>
            </a:pPr>
            <a:r>
              <a:rPr sz="1650" b="0">
                <a:solidFill>
                  <a:srgbClr val="7351C7"/>
                </a:solidFill>
                <a:latin typeface="DejaVu Sans"/>
                <a:ea typeface="DejaVu Sans"/>
                <a:cs typeface="DejaVu Sans"/>
              </a:rPr>
              <a:t>2.4 m outer-center span</a:t>
            </a:r>
          </a:p>
        </p:txBody>
      </p:sp>
      <p:sp>
        <p:nvSpPr>
          <p:cNvPr id="78" name="path-1104">
            <a:extLst xmlns:a="http://schemas.openxmlformats.org/drawingml/2006/main">
              <a:ext uri="{FF2B5EF4-FFF2-40B4-BE49-F238E27FC236}">
                <a16:creationId xmlns:a16="http://schemas.microsoft.com/office/drawing/2014/main" id="{957984C9-984B-4D55-B802-2B047B7948EE}"/>
              </a:ext>
            </a:extLst>
          </p:cNvPr>
          <p:cNvSpPr>
            <a:spLocks xmlns:a="http://schemas.openxmlformats.org/drawingml/2006/main" noGrp="1"/>
          </p:cNvSpPr>
          <p:nvPr/>
        </p:nvSpPr>
        <p:spPr>
          <a:xfrm xmlns:a="http://schemas.openxmlformats.org/drawingml/2006/main">
            <a:off x="7419975" y="3371850"/>
            <a:ext cx="723900" cy="953"/>
          </a:xfrm>
          <a:custGeom xmlns:a="http://schemas.openxmlformats.org/drawingml/2006/main">
            <a:pathLst>
              <a:path w="723900" h="953">
                <a:moveTo>
                  <a:pt x="0" y="0"/>
                </a:moveTo>
                <a:lnTo>
                  <a:pt x="723900" y="0"/>
                </a:lnTo>
              </a:path>
            </a:pathLst>
          </a:custGeom>
          <a:noFill xmlns:a="http://schemas.openxmlformats.org/drawingml/2006/main"/>
          <a:ln xmlns:a="http://schemas.openxmlformats.org/drawingml/2006/main" w="22860">
            <a:solidFill>
              <a:srgbClr val="7351C7"/>
            </a:solidFill>
            <a:prstDash val="solid"/>
          </a:ln>
        </p:spPr>
      </p:sp>
      <p:sp>
        <p:nvSpPr>
          <p:cNvPr id="79" name="path-1105">
            <a:extLst xmlns:a="http://schemas.openxmlformats.org/drawingml/2006/main">
              <a:ext uri="{FF2B5EF4-FFF2-40B4-BE49-F238E27FC236}">
                <a16:creationId xmlns:a16="http://schemas.microsoft.com/office/drawing/2014/main" id="{BADDC3E2-CE0D-4CE0-BBD1-4D39A528FC08}"/>
              </a:ext>
            </a:extLst>
          </p:cNvPr>
          <p:cNvSpPr>
            <a:spLocks xmlns:a="http://schemas.openxmlformats.org/drawingml/2006/main" noGrp="1"/>
          </p:cNvSpPr>
          <p:nvPr/>
        </p:nvSpPr>
        <p:spPr>
          <a:xfrm xmlns:a="http://schemas.openxmlformats.org/drawingml/2006/main">
            <a:off x="8048625" y="3328035"/>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7351C7"/>
          </a:solidFill>
          <a:ln xmlns:a="http://schemas.openxmlformats.org/drawingml/2006/main" w="0">
            <a:solidFill>
              <a:srgbClr val="7351C7"/>
            </a:solidFill>
            <a:prstDash val="solid"/>
          </a:ln>
        </p:spPr>
      </p:sp>
      <p:sp>
        <p:nvSpPr>
          <p:cNvPr id="80" name="path-1106">
            <a:extLst xmlns:a="http://schemas.openxmlformats.org/drawingml/2006/main">
              <a:ext uri="{FF2B5EF4-FFF2-40B4-BE49-F238E27FC236}">
                <a16:creationId xmlns:a16="http://schemas.microsoft.com/office/drawing/2014/main" id="{37A4684B-5229-4AD1-8B49-4DD90A763F30}"/>
              </a:ext>
            </a:extLst>
          </p:cNvPr>
          <p:cNvSpPr>
            <a:spLocks xmlns:a="http://schemas.openxmlformats.org/drawingml/2006/main" noGrp="1"/>
          </p:cNvSpPr>
          <p:nvPr/>
        </p:nvSpPr>
        <p:spPr>
          <a:xfrm xmlns:a="http://schemas.openxmlformats.org/drawingml/2006/main">
            <a:off x="8315325" y="2419350"/>
            <a:ext cx="1400175" cy="161925"/>
          </a:xfrm>
          <a:custGeom xmlns:a="http://schemas.openxmlformats.org/drawingml/2006/main">
            <a:pathLst>
              <a:path w="1400175" h="161925">
                <a:moveTo>
                  <a:pt x="0" y="161925"/>
                </a:moveTo>
                <a:lnTo>
                  <a:pt x="161925" y="0"/>
                </a:lnTo>
                <a:lnTo>
                  <a:pt x="1400175" y="0"/>
                </a:lnTo>
                <a:lnTo>
                  <a:pt x="1238250" y="161925"/>
                </a:lnTo>
                <a:close/>
              </a:path>
            </a:pathLst>
          </a:custGeom>
          <a:solidFill xmlns:a="http://schemas.openxmlformats.org/drawingml/2006/main">
            <a:srgbClr val="7351C7">
              <a:lumMod val="35000"/>
              <a:lumOff val="65000"/>
            </a:srgbClr>
          </a:solidFill>
          <a:ln xmlns:a="http://schemas.openxmlformats.org/drawingml/2006/main" w="13335">
            <a:solidFill>
              <a:srgbClr val="7351C7"/>
            </a:solidFill>
            <a:prstDash val="solid"/>
          </a:ln>
        </p:spPr>
      </p:sp>
      <p:sp>
        <p:nvSpPr>
          <p:cNvPr id="81" name="path-1107">
            <a:extLst xmlns:a="http://schemas.openxmlformats.org/drawingml/2006/main">
              <a:ext uri="{FF2B5EF4-FFF2-40B4-BE49-F238E27FC236}">
                <a16:creationId xmlns:a16="http://schemas.microsoft.com/office/drawing/2014/main" id="{7834977B-4AD2-40FD-BF72-B59A6C325471}"/>
              </a:ext>
            </a:extLst>
          </p:cNvPr>
          <p:cNvSpPr>
            <a:spLocks xmlns:a="http://schemas.openxmlformats.org/drawingml/2006/main" noGrp="1"/>
          </p:cNvSpPr>
          <p:nvPr/>
        </p:nvSpPr>
        <p:spPr>
          <a:xfrm xmlns:a="http://schemas.openxmlformats.org/drawingml/2006/main">
            <a:off x="9553575" y="2419350"/>
            <a:ext cx="161925" cy="1733550"/>
          </a:xfrm>
          <a:custGeom xmlns:a="http://schemas.openxmlformats.org/drawingml/2006/main">
            <a:pathLst>
              <a:path w="161925" h="1733550">
                <a:moveTo>
                  <a:pt x="0" y="161925"/>
                </a:moveTo>
                <a:lnTo>
                  <a:pt x="161925" y="0"/>
                </a:lnTo>
                <a:lnTo>
                  <a:pt x="161925" y="1571625"/>
                </a:lnTo>
                <a:lnTo>
                  <a:pt x="0" y="1733550"/>
                </a:lnTo>
                <a:close/>
              </a:path>
            </a:pathLst>
          </a:custGeom>
          <a:solidFill xmlns:a="http://schemas.openxmlformats.org/drawingml/2006/main">
            <a:srgbClr val="7351C7">
              <a:lumMod val="65000"/>
              <a:lumOff val="35000"/>
            </a:srgbClr>
          </a:solidFill>
          <a:ln xmlns:a="http://schemas.openxmlformats.org/drawingml/2006/main" w="13335">
            <a:solidFill>
              <a:srgbClr val="7351C7"/>
            </a:solidFill>
            <a:prstDash val="solid"/>
          </a:ln>
        </p:spPr>
      </p:sp>
      <p:sp>
        <p:nvSpPr>
          <p:cNvPr id="82" name="shape-1108">
            <a:extLst xmlns:a="http://schemas.openxmlformats.org/drawingml/2006/main">
              <a:ext uri="{FF2B5EF4-FFF2-40B4-BE49-F238E27FC236}">
                <a16:creationId xmlns:a16="http://schemas.microsoft.com/office/drawing/2014/main" id="{02FD7089-44EA-4941-A86F-7D4D45CECAD4}"/>
              </a:ext>
            </a:extLst>
          </p:cNvPr>
          <p:cNvSpPr>
            <a:spLocks xmlns:a="http://schemas.openxmlformats.org/drawingml/2006/main" noGrp="1"/>
          </p:cNvSpPr>
          <p:nvPr/>
        </p:nvSpPr>
        <p:spPr>
          <a:xfrm xmlns:a="http://schemas.openxmlformats.org/drawingml/2006/main" rot="0">
            <a:off x="8315325" y="2581275"/>
            <a:ext cx="1238250" cy="1571625"/>
          </a:xfrm>
          <a:prstGeom xmlns:a="http://schemas.openxmlformats.org/drawingml/2006/main" prst="rect">
            <a:avLst/>
          </a:prstGeom>
          <a:solidFill xmlns:a="http://schemas.openxmlformats.org/drawingml/2006/main">
            <a:srgbClr val="7351C7">
              <a:lumMod val="18000"/>
              <a:lumOff val="82000"/>
            </a:srgbClr>
          </a:solidFill>
          <a:ln xmlns:a="http://schemas.openxmlformats.org/drawingml/2006/main" w="15240">
            <a:solidFill>
              <a:srgbClr val="7351C7"/>
            </a:solidFill>
            <a:prstDash val="solid"/>
          </a:ln>
        </p:spPr>
      </p:sp>
      <p:sp>
        <p:nvSpPr>
          <p:cNvPr id="83" name="path-1109">
            <a:extLst xmlns:a="http://schemas.openxmlformats.org/drawingml/2006/main">
              <a:ext uri="{FF2B5EF4-FFF2-40B4-BE49-F238E27FC236}">
                <a16:creationId xmlns:a16="http://schemas.microsoft.com/office/drawing/2014/main" id="{F577D4F5-40AF-4A58-96F5-975CB7FB5134}"/>
              </a:ext>
            </a:extLst>
          </p:cNvPr>
          <p:cNvSpPr>
            <a:spLocks xmlns:a="http://schemas.openxmlformats.org/drawingml/2006/main" noGrp="1"/>
          </p:cNvSpPr>
          <p:nvPr/>
        </p:nvSpPr>
        <p:spPr>
          <a:xfrm xmlns:a="http://schemas.openxmlformats.org/drawingml/2006/main">
            <a:off x="8624888" y="2581275"/>
            <a:ext cx="953" cy="1571625"/>
          </a:xfrm>
          <a:custGeom xmlns:a="http://schemas.openxmlformats.org/drawingml/2006/main">
            <a:pathLst>
              <a:path w="953" h="1571625">
                <a:moveTo>
                  <a:pt x="0" y="0"/>
                </a:moveTo>
                <a:lnTo>
                  <a:pt x="0" y="1571625"/>
                </a:lnTo>
              </a:path>
            </a:pathLst>
          </a:custGeom>
          <a:noFill xmlns:a="http://schemas.openxmlformats.org/drawingml/2006/main"/>
          <a:ln xmlns:a="http://schemas.openxmlformats.org/drawingml/2006/main" w="6668">
            <a:solidFill>
              <a:srgbClr val="7351C7">
                <a:lumMod val="45000"/>
                <a:lumOff val="55000"/>
              </a:srgbClr>
            </a:solidFill>
            <a:prstDash val="solid"/>
          </a:ln>
        </p:spPr>
      </p:sp>
      <p:sp>
        <p:nvSpPr>
          <p:cNvPr id="84" name="path-1110">
            <a:extLst xmlns:a="http://schemas.openxmlformats.org/drawingml/2006/main">
              <a:ext uri="{FF2B5EF4-FFF2-40B4-BE49-F238E27FC236}">
                <a16:creationId xmlns:a16="http://schemas.microsoft.com/office/drawing/2014/main" id="{D61142AE-9D4B-4361-9A39-6E228BD1A9EE}"/>
              </a:ext>
            </a:extLst>
          </p:cNvPr>
          <p:cNvSpPr>
            <a:spLocks xmlns:a="http://schemas.openxmlformats.org/drawingml/2006/main" noGrp="1"/>
          </p:cNvSpPr>
          <p:nvPr/>
        </p:nvSpPr>
        <p:spPr>
          <a:xfrm xmlns:a="http://schemas.openxmlformats.org/drawingml/2006/main">
            <a:off x="8934450" y="2581275"/>
            <a:ext cx="953" cy="1571625"/>
          </a:xfrm>
          <a:custGeom xmlns:a="http://schemas.openxmlformats.org/drawingml/2006/main">
            <a:pathLst>
              <a:path w="953" h="1571625">
                <a:moveTo>
                  <a:pt x="0" y="0"/>
                </a:moveTo>
                <a:lnTo>
                  <a:pt x="0" y="1571625"/>
                </a:lnTo>
              </a:path>
            </a:pathLst>
          </a:custGeom>
          <a:noFill xmlns:a="http://schemas.openxmlformats.org/drawingml/2006/main"/>
          <a:ln xmlns:a="http://schemas.openxmlformats.org/drawingml/2006/main" w="6668">
            <a:solidFill>
              <a:srgbClr val="7351C7">
                <a:lumMod val="45000"/>
                <a:lumOff val="55000"/>
              </a:srgbClr>
            </a:solidFill>
            <a:prstDash val="solid"/>
          </a:ln>
        </p:spPr>
      </p:sp>
      <p:sp>
        <p:nvSpPr>
          <p:cNvPr id="85" name="path-1111">
            <a:extLst xmlns:a="http://schemas.openxmlformats.org/drawingml/2006/main">
              <a:ext uri="{FF2B5EF4-FFF2-40B4-BE49-F238E27FC236}">
                <a16:creationId xmlns:a16="http://schemas.microsoft.com/office/drawing/2014/main" id="{36790598-5FF1-4C34-9094-D4FF77875B4C}"/>
              </a:ext>
            </a:extLst>
          </p:cNvPr>
          <p:cNvSpPr>
            <a:spLocks xmlns:a="http://schemas.openxmlformats.org/drawingml/2006/main" noGrp="1"/>
          </p:cNvSpPr>
          <p:nvPr/>
        </p:nvSpPr>
        <p:spPr>
          <a:xfrm xmlns:a="http://schemas.openxmlformats.org/drawingml/2006/main">
            <a:off x="9244013" y="2581275"/>
            <a:ext cx="953" cy="1571625"/>
          </a:xfrm>
          <a:custGeom xmlns:a="http://schemas.openxmlformats.org/drawingml/2006/main">
            <a:pathLst>
              <a:path w="953" h="1571625">
                <a:moveTo>
                  <a:pt x="0" y="0"/>
                </a:moveTo>
                <a:lnTo>
                  <a:pt x="0" y="1571625"/>
                </a:lnTo>
              </a:path>
            </a:pathLst>
          </a:custGeom>
          <a:noFill xmlns:a="http://schemas.openxmlformats.org/drawingml/2006/main"/>
          <a:ln xmlns:a="http://schemas.openxmlformats.org/drawingml/2006/main" w="6668">
            <a:solidFill>
              <a:srgbClr val="7351C7">
                <a:lumMod val="45000"/>
                <a:lumOff val="55000"/>
              </a:srgbClr>
            </a:solidFill>
            <a:prstDash val="solid"/>
          </a:ln>
        </p:spPr>
      </p:sp>
      <p:sp>
        <p:nvSpPr>
          <p:cNvPr id="86" name="path-1112">
            <a:extLst xmlns:a="http://schemas.openxmlformats.org/drawingml/2006/main">
              <a:ext uri="{FF2B5EF4-FFF2-40B4-BE49-F238E27FC236}">
                <a16:creationId xmlns:a16="http://schemas.microsoft.com/office/drawing/2014/main" id="{5891B328-1794-4FA1-8572-15E23EA0C704}"/>
              </a:ext>
            </a:extLst>
          </p:cNvPr>
          <p:cNvSpPr>
            <a:spLocks xmlns:a="http://schemas.openxmlformats.org/drawingml/2006/main" noGrp="1"/>
          </p:cNvSpPr>
          <p:nvPr/>
        </p:nvSpPr>
        <p:spPr>
          <a:xfrm xmlns:a="http://schemas.openxmlformats.org/drawingml/2006/main">
            <a:off x="8315325" y="2974181"/>
            <a:ext cx="1238250" cy="953"/>
          </a:xfrm>
          <a:custGeom xmlns:a="http://schemas.openxmlformats.org/drawingml/2006/main">
            <a:pathLst>
              <a:path w="1238250" h="953">
                <a:moveTo>
                  <a:pt x="0" y="0"/>
                </a:moveTo>
                <a:lnTo>
                  <a:pt x="1238250" y="0"/>
                </a:lnTo>
              </a:path>
            </a:pathLst>
          </a:custGeom>
          <a:noFill xmlns:a="http://schemas.openxmlformats.org/drawingml/2006/main"/>
          <a:ln xmlns:a="http://schemas.openxmlformats.org/drawingml/2006/main" w="6668">
            <a:solidFill>
              <a:srgbClr val="7351C7">
                <a:lumMod val="45000"/>
                <a:lumOff val="55000"/>
              </a:srgbClr>
            </a:solidFill>
            <a:prstDash val="solid"/>
          </a:ln>
        </p:spPr>
      </p:sp>
      <p:sp>
        <p:nvSpPr>
          <p:cNvPr id="87" name="path-1113">
            <a:extLst xmlns:a="http://schemas.openxmlformats.org/drawingml/2006/main">
              <a:ext uri="{FF2B5EF4-FFF2-40B4-BE49-F238E27FC236}">
                <a16:creationId xmlns:a16="http://schemas.microsoft.com/office/drawing/2014/main" id="{20E369D1-15D0-45B5-A55F-4756B86E4958}"/>
              </a:ext>
            </a:extLst>
          </p:cNvPr>
          <p:cNvSpPr>
            <a:spLocks xmlns:a="http://schemas.openxmlformats.org/drawingml/2006/main" noGrp="1"/>
          </p:cNvSpPr>
          <p:nvPr/>
        </p:nvSpPr>
        <p:spPr>
          <a:xfrm xmlns:a="http://schemas.openxmlformats.org/drawingml/2006/main">
            <a:off x="8315325" y="3367088"/>
            <a:ext cx="1238250" cy="953"/>
          </a:xfrm>
          <a:custGeom xmlns:a="http://schemas.openxmlformats.org/drawingml/2006/main">
            <a:pathLst>
              <a:path w="1238250" h="953">
                <a:moveTo>
                  <a:pt x="0" y="0"/>
                </a:moveTo>
                <a:lnTo>
                  <a:pt x="1238250" y="0"/>
                </a:lnTo>
              </a:path>
            </a:pathLst>
          </a:custGeom>
          <a:noFill xmlns:a="http://schemas.openxmlformats.org/drawingml/2006/main"/>
          <a:ln xmlns:a="http://schemas.openxmlformats.org/drawingml/2006/main" w="6668">
            <a:solidFill>
              <a:srgbClr val="7351C7">
                <a:lumMod val="45000"/>
                <a:lumOff val="55000"/>
              </a:srgbClr>
            </a:solidFill>
            <a:prstDash val="solid"/>
          </a:ln>
        </p:spPr>
      </p:sp>
      <p:sp>
        <p:nvSpPr>
          <p:cNvPr id="88" name="path-1114">
            <a:extLst xmlns:a="http://schemas.openxmlformats.org/drawingml/2006/main">
              <a:ext uri="{FF2B5EF4-FFF2-40B4-BE49-F238E27FC236}">
                <a16:creationId xmlns:a16="http://schemas.microsoft.com/office/drawing/2014/main" id="{EAE6598A-C682-4567-A7FD-70059ED87F70}"/>
              </a:ext>
            </a:extLst>
          </p:cNvPr>
          <p:cNvSpPr>
            <a:spLocks xmlns:a="http://schemas.openxmlformats.org/drawingml/2006/main" noGrp="1"/>
          </p:cNvSpPr>
          <p:nvPr/>
        </p:nvSpPr>
        <p:spPr>
          <a:xfrm xmlns:a="http://schemas.openxmlformats.org/drawingml/2006/main">
            <a:off x="8315325" y="3759994"/>
            <a:ext cx="1238250" cy="953"/>
          </a:xfrm>
          <a:custGeom xmlns:a="http://schemas.openxmlformats.org/drawingml/2006/main">
            <a:pathLst>
              <a:path w="1238250" h="953">
                <a:moveTo>
                  <a:pt x="0" y="0"/>
                </a:moveTo>
                <a:lnTo>
                  <a:pt x="1238250" y="0"/>
                </a:lnTo>
              </a:path>
            </a:pathLst>
          </a:custGeom>
          <a:noFill xmlns:a="http://schemas.openxmlformats.org/drawingml/2006/main"/>
          <a:ln xmlns:a="http://schemas.openxmlformats.org/drawingml/2006/main" w="6668">
            <a:solidFill>
              <a:srgbClr val="7351C7">
                <a:lumMod val="45000"/>
                <a:lumOff val="55000"/>
              </a:srgbClr>
            </a:solidFill>
            <a:prstDash val="solid"/>
          </a:ln>
        </p:spPr>
      </p:sp>
      <p:sp>
        <p:nvSpPr>
          <p:cNvPr id="89" name="label-1115">
            <a:extLst xmlns:a="http://schemas.openxmlformats.org/drawingml/2006/main">
              <a:ext uri="{FF2B5EF4-FFF2-40B4-BE49-F238E27FC236}">
                <a16:creationId xmlns:a16="http://schemas.microsoft.com/office/drawing/2014/main" id="{DB994B21-4772-46A5-9CDB-3EFAC5BA11F4}"/>
              </a:ext>
            </a:extLst>
          </p:cNvPr>
          <p:cNvSpPr>
            <a:spLocks xmlns:a="http://schemas.openxmlformats.org/drawingml/2006/main" noGrp="1"/>
          </p:cNvSpPr>
          <p:nvPr/>
        </p:nvSpPr>
        <p:spPr>
          <a:xfrm xmlns:a="http://schemas.openxmlformats.org/drawingml/2006/main">
            <a:off x="8353425" y="2657475"/>
            <a:ext cx="1162050" cy="1419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7351C7"/>
                </a:solidFill>
                <a:latin typeface="DejaVu Sans"/>
                <a:ea typeface="DejaVu Sans"/>
                <a:cs typeface="DejaVu Sans"/>
              </a:defRPr>
            </a:defPPr>
            <a:lvl1pPr algn="ctr">
              <a:defRPr sz="1725" b="1">
                <a:solidFill>
                  <a:srgbClr val="7351C7"/>
                </a:solidFill>
                <a:latin typeface="DejaVu Sans"/>
                <a:ea typeface="DejaVu Sans"/>
                <a:cs typeface="DejaVu Sans"/>
              </a:defRPr>
            </a:lvl1pPr>
            <a:lvl2pPr algn="ctr">
              <a:defRPr sz="1725" b="1">
                <a:solidFill>
                  <a:srgbClr val="7351C7"/>
                </a:solidFill>
                <a:latin typeface="DejaVu Sans"/>
                <a:ea typeface="DejaVu Sans"/>
                <a:cs typeface="DejaVu Sans"/>
              </a:defRPr>
            </a:lvl2pPr>
            <a:lvl3pPr algn="ctr">
              <a:defRPr sz="1725" b="1">
                <a:solidFill>
                  <a:srgbClr val="7351C7"/>
                </a:solidFill>
                <a:latin typeface="DejaVu Sans"/>
                <a:ea typeface="DejaVu Sans"/>
                <a:cs typeface="DejaVu Sans"/>
              </a:defRPr>
            </a:lvl3pPr>
            <a:lvl4pPr algn="ctr">
              <a:defRPr sz="1725" b="1">
                <a:solidFill>
                  <a:srgbClr val="7351C7"/>
                </a:solidFill>
                <a:latin typeface="DejaVu Sans"/>
                <a:ea typeface="DejaVu Sans"/>
                <a:cs typeface="DejaVu Sans"/>
              </a:defRPr>
            </a:lvl4pPr>
            <a:lvl5pPr algn="ctr">
              <a:defRPr sz="1725" b="1">
                <a:solidFill>
                  <a:srgbClr val="7351C7"/>
                </a:solidFill>
                <a:latin typeface="DejaVu Sans"/>
                <a:ea typeface="DejaVu Sans"/>
                <a:cs typeface="DejaVu Sans"/>
              </a:defRPr>
            </a:lvl5pPr>
            <a:lvl6pPr algn="ctr">
              <a:defRPr sz="1725" b="1">
                <a:solidFill>
                  <a:srgbClr val="7351C7"/>
                </a:solidFill>
                <a:latin typeface="DejaVu Sans"/>
                <a:ea typeface="DejaVu Sans"/>
                <a:cs typeface="DejaVu Sans"/>
              </a:defRPr>
            </a:lvl6pPr>
            <a:lvl7pPr algn="ctr">
              <a:defRPr sz="1725" b="1">
                <a:solidFill>
                  <a:srgbClr val="7351C7"/>
                </a:solidFill>
                <a:latin typeface="DejaVu Sans"/>
                <a:ea typeface="DejaVu Sans"/>
                <a:cs typeface="DejaVu Sans"/>
              </a:defRPr>
            </a:lvl7pPr>
            <a:lvl8pPr algn="ctr">
              <a:defRPr sz="1725" b="1">
                <a:solidFill>
                  <a:srgbClr val="7351C7"/>
                </a:solidFill>
                <a:latin typeface="DejaVu Sans"/>
                <a:ea typeface="DejaVu Sans"/>
                <a:cs typeface="DejaVu Sans"/>
              </a:defRPr>
            </a:lvl8pPr>
            <a:lvl9pPr algn="ctr">
              <a:defRPr sz="1725" b="1">
                <a:solidFill>
                  <a:srgbClr val="7351C7"/>
                </a:solidFill>
                <a:latin typeface="DejaVu Sans"/>
                <a:ea typeface="DejaVu Sans"/>
                <a:cs typeface="DejaVu Sans"/>
              </a:defRPr>
            </a:lvl9pPr>
          </a:lstStyle>
          <a:p xmlns:a="http://schemas.openxmlformats.org/drawingml/2006/main">
            <a:pPr algn="ctr">
              <a:defRPr sz="1725" b="1">
                <a:solidFill>
                  <a:srgbClr val="7351C7"/>
                </a:solidFill>
                <a:latin typeface="DejaVu Sans"/>
                <a:ea typeface="DejaVu Sans"/>
                <a:cs typeface="DejaVu Sans"/>
              </a:defRPr>
            </a:pPr>
            <a:r>
              <a:rPr sz="1725" b="1">
                <a:solidFill>
                  <a:srgbClr val="7351C7"/>
                </a:solidFill>
                <a:latin typeface="DejaVu Sans"/>
                <a:ea typeface="DejaVu Sans"/>
                <a:cs typeface="DejaVu Sans"/>
              </a:rPr>
              <a:t>128 ch</a:t>
            </a:r>
          </a:p>
          <a:p xmlns:a="http://schemas.openxmlformats.org/drawingml/2006/main">
            <a:pPr algn="ctr">
              <a:defRPr sz="1725" b="1">
                <a:solidFill>
                  <a:srgbClr val="7351C7"/>
                </a:solidFill>
                <a:latin typeface="DejaVu Sans"/>
                <a:ea typeface="DejaVu Sans"/>
                <a:cs typeface="DejaVu Sans"/>
              </a:defRPr>
            </a:pPr>
            <a:r>
              <a:rPr sz="1725" b="1">
                <a:solidFill>
                  <a:srgbClr val="7351C7"/>
                </a:solidFill>
                <a:latin typeface="DejaVu Sans"/>
                <a:ea typeface="DejaVu Sans"/>
                <a:cs typeface="DejaVu Sans"/>
              </a:rPr>
              <a:t>× 25</a:t>
            </a:r>
          </a:p>
        </p:txBody>
      </p:sp>
      <p:sp>
        <p:nvSpPr>
          <p:cNvPr id="90" name="path-1116">
            <a:extLst xmlns:a="http://schemas.openxmlformats.org/drawingml/2006/main">
              <a:ext uri="{FF2B5EF4-FFF2-40B4-BE49-F238E27FC236}">
                <a16:creationId xmlns:a16="http://schemas.microsoft.com/office/drawing/2014/main" id="{396BB3FF-11AB-4313-8810-05761D9BBA0C}"/>
              </a:ext>
            </a:extLst>
          </p:cNvPr>
          <p:cNvSpPr>
            <a:spLocks xmlns:a="http://schemas.openxmlformats.org/drawingml/2006/main" noGrp="1"/>
          </p:cNvSpPr>
          <p:nvPr/>
        </p:nvSpPr>
        <p:spPr>
          <a:xfrm xmlns:a="http://schemas.openxmlformats.org/drawingml/2006/main">
            <a:off x="9705975" y="3371850"/>
            <a:ext cx="419100" cy="953"/>
          </a:xfrm>
          <a:custGeom xmlns:a="http://schemas.openxmlformats.org/drawingml/2006/main">
            <a:pathLst>
              <a:path w="419100" h="953">
                <a:moveTo>
                  <a:pt x="0" y="0"/>
                </a:moveTo>
                <a:lnTo>
                  <a:pt x="419100" y="0"/>
                </a:lnTo>
              </a:path>
            </a:pathLst>
          </a:custGeom>
          <a:noFill xmlns:a="http://schemas.openxmlformats.org/drawingml/2006/main"/>
          <a:ln xmlns:a="http://schemas.openxmlformats.org/drawingml/2006/main" w="22860">
            <a:solidFill>
              <a:srgbClr val="7351C7"/>
            </a:solidFill>
            <a:prstDash val="solid"/>
          </a:ln>
        </p:spPr>
      </p:sp>
      <p:sp>
        <p:nvSpPr>
          <p:cNvPr id="91" name="path-1117">
            <a:extLst xmlns:a="http://schemas.openxmlformats.org/drawingml/2006/main">
              <a:ext uri="{FF2B5EF4-FFF2-40B4-BE49-F238E27FC236}">
                <a16:creationId xmlns:a16="http://schemas.microsoft.com/office/drawing/2014/main" id="{C0E74F1C-9BDD-4DF3-B5F2-25D662FF2CB1}"/>
              </a:ext>
            </a:extLst>
          </p:cNvPr>
          <p:cNvSpPr>
            <a:spLocks xmlns:a="http://schemas.openxmlformats.org/drawingml/2006/main" noGrp="1"/>
          </p:cNvSpPr>
          <p:nvPr/>
        </p:nvSpPr>
        <p:spPr>
          <a:xfrm xmlns:a="http://schemas.openxmlformats.org/drawingml/2006/main">
            <a:off x="10029825" y="3328035"/>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7351C7"/>
          </a:solidFill>
          <a:ln xmlns:a="http://schemas.openxmlformats.org/drawingml/2006/main" w="0">
            <a:solidFill>
              <a:srgbClr val="7351C7"/>
            </a:solidFill>
            <a:prstDash val="solid"/>
          </a:ln>
        </p:spPr>
      </p:sp>
      <p:sp>
        <p:nvSpPr>
          <p:cNvPr id="92" name="shape-1118">
            <a:extLst xmlns:a="http://schemas.openxmlformats.org/drawingml/2006/main">
              <a:ext uri="{FF2B5EF4-FFF2-40B4-BE49-F238E27FC236}">
                <a16:creationId xmlns:a16="http://schemas.microsoft.com/office/drawing/2014/main" id="{9BE07130-73C2-4670-A93F-1685B3011A9A}"/>
              </a:ext>
            </a:extLst>
          </p:cNvPr>
          <p:cNvSpPr>
            <a:spLocks xmlns:a="http://schemas.openxmlformats.org/drawingml/2006/main" noGrp="1"/>
          </p:cNvSpPr>
          <p:nvPr/>
        </p:nvSpPr>
        <p:spPr>
          <a:xfrm xmlns:a="http://schemas.openxmlformats.org/drawingml/2006/main" rot="0">
            <a:off x="10125075" y="2924175"/>
            <a:ext cx="1533525" cy="895350"/>
          </a:xfrm>
          <a:prstGeom xmlns:a="http://schemas.openxmlformats.org/drawingml/2006/main" prst="rect">
            <a:avLst/>
          </a:prstGeom>
          <a:solidFill xmlns:a="http://schemas.openxmlformats.org/drawingml/2006/main">
            <a:srgbClr val="EEE7FA"/>
          </a:solidFill>
          <a:ln xmlns:a="http://schemas.openxmlformats.org/drawingml/2006/main" w="15240">
            <a:solidFill>
              <a:srgbClr val="7351C7"/>
            </a:solidFill>
            <a:prstDash val="solid"/>
          </a:ln>
        </p:spPr>
      </p:sp>
      <p:sp>
        <p:nvSpPr>
          <p:cNvPr id="93" name="label-1119">
            <a:extLst xmlns:a="http://schemas.openxmlformats.org/drawingml/2006/main">
              <a:ext uri="{FF2B5EF4-FFF2-40B4-BE49-F238E27FC236}">
                <a16:creationId xmlns:a16="http://schemas.microsoft.com/office/drawing/2014/main" id="{BD0D0B97-36A0-45C4-8CB6-E466F5D38904}"/>
              </a:ext>
            </a:extLst>
          </p:cNvPr>
          <p:cNvSpPr>
            <a:spLocks xmlns:a="http://schemas.openxmlformats.org/drawingml/2006/main" noGrp="1"/>
          </p:cNvSpPr>
          <p:nvPr/>
        </p:nvSpPr>
        <p:spPr>
          <a:xfrm xmlns:a="http://schemas.openxmlformats.org/drawingml/2006/main">
            <a:off x="10201275" y="2971800"/>
            <a:ext cx="138112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950" b="1">
                <a:solidFill>
                  <a:srgbClr val="7351C7"/>
                </a:solidFill>
                <a:latin typeface="DejaVu Sans"/>
                <a:ea typeface="DejaVu Sans"/>
                <a:cs typeface="DejaVu Sans"/>
              </a:defRPr>
            </a:defPPr>
            <a:lvl1pPr algn="ctr">
              <a:defRPr sz="1950" b="1">
                <a:solidFill>
                  <a:srgbClr val="7351C7"/>
                </a:solidFill>
                <a:latin typeface="DejaVu Sans"/>
                <a:ea typeface="DejaVu Sans"/>
                <a:cs typeface="DejaVu Sans"/>
              </a:defRPr>
            </a:lvl1pPr>
            <a:lvl2pPr algn="ctr">
              <a:defRPr sz="1950" b="1">
                <a:solidFill>
                  <a:srgbClr val="7351C7"/>
                </a:solidFill>
                <a:latin typeface="DejaVu Sans"/>
                <a:ea typeface="DejaVu Sans"/>
                <a:cs typeface="DejaVu Sans"/>
              </a:defRPr>
            </a:lvl2pPr>
            <a:lvl3pPr algn="ctr">
              <a:defRPr sz="1950" b="1">
                <a:solidFill>
                  <a:srgbClr val="7351C7"/>
                </a:solidFill>
                <a:latin typeface="DejaVu Sans"/>
                <a:ea typeface="DejaVu Sans"/>
                <a:cs typeface="DejaVu Sans"/>
              </a:defRPr>
            </a:lvl3pPr>
            <a:lvl4pPr algn="ctr">
              <a:defRPr sz="1950" b="1">
                <a:solidFill>
                  <a:srgbClr val="7351C7"/>
                </a:solidFill>
                <a:latin typeface="DejaVu Sans"/>
                <a:ea typeface="DejaVu Sans"/>
                <a:cs typeface="DejaVu Sans"/>
              </a:defRPr>
            </a:lvl4pPr>
            <a:lvl5pPr algn="ctr">
              <a:defRPr sz="1950" b="1">
                <a:solidFill>
                  <a:srgbClr val="7351C7"/>
                </a:solidFill>
                <a:latin typeface="DejaVu Sans"/>
                <a:ea typeface="DejaVu Sans"/>
                <a:cs typeface="DejaVu Sans"/>
              </a:defRPr>
            </a:lvl5pPr>
            <a:lvl6pPr algn="ctr">
              <a:defRPr sz="1950" b="1">
                <a:solidFill>
                  <a:srgbClr val="7351C7"/>
                </a:solidFill>
                <a:latin typeface="DejaVu Sans"/>
                <a:ea typeface="DejaVu Sans"/>
                <a:cs typeface="DejaVu Sans"/>
              </a:defRPr>
            </a:lvl6pPr>
            <a:lvl7pPr algn="ctr">
              <a:defRPr sz="1950" b="1">
                <a:solidFill>
                  <a:srgbClr val="7351C7"/>
                </a:solidFill>
                <a:latin typeface="DejaVu Sans"/>
                <a:ea typeface="DejaVu Sans"/>
                <a:cs typeface="DejaVu Sans"/>
              </a:defRPr>
            </a:lvl7pPr>
            <a:lvl8pPr algn="ctr">
              <a:defRPr sz="1950" b="1">
                <a:solidFill>
                  <a:srgbClr val="7351C7"/>
                </a:solidFill>
                <a:latin typeface="DejaVu Sans"/>
                <a:ea typeface="DejaVu Sans"/>
                <a:cs typeface="DejaVu Sans"/>
              </a:defRPr>
            </a:lvl8pPr>
            <a:lvl9pPr algn="ctr">
              <a:defRPr sz="1950" b="1">
                <a:solidFill>
                  <a:srgbClr val="7351C7"/>
                </a:solidFill>
                <a:latin typeface="DejaVu Sans"/>
                <a:ea typeface="DejaVu Sans"/>
                <a:cs typeface="DejaVu Sans"/>
              </a:defRPr>
            </a:lvl9pPr>
          </a:lstStyle>
          <a:p xmlns:a="http://schemas.openxmlformats.org/drawingml/2006/main">
            <a:pPr algn="ctr">
              <a:defRPr sz="1950" b="1">
                <a:solidFill>
                  <a:srgbClr val="7351C7"/>
                </a:solidFill>
                <a:latin typeface="DejaVu Sans"/>
                <a:ea typeface="DejaVu Sans"/>
                <a:cs typeface="DejaVu Sans"/>
              </a:defRPr>
            </a:pPr>
            <a:r>
              <a:rPr sz="1950" b="1">
                <a:solidFill>
                  <a:srgbClr val="7351C7"/>
                </a:solidFill>
                <a:latin typeface="DejaVu Sans"/>
                <a:ea typeface="DejaVu Sans"/>
                <a:cs typeface="DejaVu Sans"/>
              </a:rPr>
              <a:t>Mean</a:t>
            </a:r>
          </a:p>
          <a:p xmlns:a="http://schemas.openxmlformats.org/drawingml/2006/main">
            <a:pPr algn="ctr">
              <a:defRPr sz="1950" b="1">
                <a:solidFill>
                  <a:srgbClr val="7351C7"/>
                </a:solidFill>
                <a:latin typeface="DejaVu Sans"/>
                <a:ea typeface="DejaVu Sans"/>
                <a:cs typeface="DejaVu Sans"/>
              </a:defRPr>
            </a:pPr>
            <a:r>
              <a:rPr sz="1950" b="1">
                <a:solidFill>
                  <a:srgbClr val="7351C7"/>
                </a:solidFill>
                <a:latin typeface="DejaVu Sans"/>
                <a:ea typeface="DejaVu Sans"/>
                <a:cs typeface="DejaVu Sans"/>
              </a:rPr>
              <a:t>pool</a:t>
            </a:r>
          </a:p>
        </p:txBody>
      </p:sp>
      <p:sp>
        <p:nvSpPr>
          <p:cNvPr id="94" name="label-1120">
            <a:extLst xmlns:a="http://schemas.openxmlformats.org/drawingml/2006/main">
              <a:ext uri="{FF2B5EF4-FFF2-40B4-BE49-F238E27FC236}">
                <a16:creationId xmlns:a16="http://schemas.microsoft.com/office/drawing/2014/main" id="{828BA2D3-44AA-4098-9A14-9227C0304B9F}"/>
              </a:ext>
            </a:extLst>
          </p:cNvPr>
          <p:cNvSpPr>
            <a:spLocks xmlns:a="http://schemas.openxmlformats.org/drawingml/2006/main" noGrp="1"/>
          </p:cNvSpPr>
          <p:nvPr/>
        </p:nvSpPr>
        <p:spPr>
          <a:xfrm xmlns:a="http://schemas.openxmlformats.org/drawingml/2006/main">
            <a:off x="10001250" y="4143375"/>
            <a:ext cx="165735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950" b="0">
                <a:solidFill>
                  <a:srgbClr val="7351C7"/>
                </a:solidFill>
                <a:latin typeface="DejaVu Sans"/>
                <a:ea typeface="DejaVu Sans"/>
                <a:cs typeface="DejaVu Sans"/>
              </a:defRPr>
            </a:defPPr>
            <a:lvl1pPr algn="ctr">
              <a:defRPr sz="1950" b="0">
                <a:solidFill>
                  <a:srgbClr val="7351C7"/>
                </a:solidFill>
                <a:latin typeface="DejaVu Sans"/>
                <a:ea typeface="DejaVu Sans"/>
                <a:cs typeface="DejaVu Sans"/>
              </a:defRPr>
            </a:lvl1pPr>
            <a:lvl2pPr algn="ctr">
              <a:defRPr sz="1950" b="0">
                <a:solidFill>
                  <a:srgbClr val="7351C7"/>
                </a:solidFill>
                <a:latin typeface="DejaVu Sans"/>
                <a:ea typeface="DejaVu Sans"/>
                <a:cs typeface="DejaVu Sans"/>
              </a:defRPr>
            </a:lvl2pPr>
            <a:lvl3pPr algn="ctr">
              <a:defRPr sz="1950" b="0">
                <a:solidFill>
                  <a:srgbClr val="7351C7"/>
                </a:solidFill>
                <a:latin typeface="DejaVu Sans"/>
                <a:ea typeface="DejaVu Sans"/>
                <a:cs typeface="DejaVu Sans"/>
              </a:defRPr>
            </a:lvl3pPr>
            <a:lvl4pPr algn="ctr">
              <a:defRPr sz="1950" b="0">
                <a:solidFill>
                  <a:srgbClr val="7351C7"/>
                </a:solidFill>
                <a:latin typeface="DejaVu Sans"/>
                <a:ea typeface="DejaVu Sans"/>
                <a:cs typeface="DejaVu Sans"/>
              </a:defRPr>
            </a:lvl4pPr>
            <a:lvl5pPr algn="ctr">
              <a:defRPr sz="1950" b="0">
                <a:solidFill>
                  <a:srgbClr val="7351C7"/>
                </a:solidFill>
                <a:latin typeface="DejaVu Sans"/>
                <a:ea typeface="DejaVu Sans"/>
                <a:cs typeface="DejaVu Sans"/>
              </a:defRPr>
            </a:lvl5pPr>
            <a:lvl6pPr algn="ctr">
              <a:defRPr sz="1950" b="0">
                <a:solidFill>
                  <a:srgbClr val="7351C7"/>
                </a:solidFill>
                <a:latin typeface="DejaVu Sans"/>
                <a:ea typeface="DejaVu Sans"/>
                <a:cs typeface="DejaVu Sans"/>
              </a:defRPr>
            </a:lvl6pPr>
            <a:lvl7pPr algn="ctr">
              <a:defRPr sz="1950" b="0">
                <a:solidFill>
                  <a:srgbClr val="7351C7"/>
                </a:solidFill>
                <a:latin typeface="DejaVu Sans"/>
                <a:ea typeface="DejaVu Sans"/>
                <a:cs typeface="DejaVu Sans"/>
              </a:defRPr>
            </a:lvl7pPr>
            <a:lvl8pPr algn="ctr">
              <a:defRPr sz="1950" b="0">
                <a:solidFill>
                  <a:srgbClr val="7351C7"/>
                </a:solidFill>
                <a:latin typeface="DejaVu Sans"/>
                <a:ea typeface="DejaVu Sans"/>
                <a:cs typeface="DejaVu Sans"/>
              </a:defRPr>
            </a:lvl8pPr>
            <a:lvl9pPr algn="ctr">
              <a:defRPr sz="1950" b="0">
                <a:solidFill>
                  <a:srgbClr val="7351C7"/>
                </a:solidFill>
                <a:latin typeface="DejaVu Sans"/>
                <a:ea typeface="DejaVu Sans"/>
                <a:cs typeface="DejaVu Sans"/>
              </a:defRPr>
            </a:lvl9pPr>
          </a:lstStyle>
          <a:p xmlns:a="http://schemas.openxmlformats.org/drawingml/2006/main">
            <a:pPr algn="ctr">
              <a:defRPr sz="1950" b="0">
                <a:solidFill>
                  <a:srgbClr val="7351C7"/>
                </a:solidFill>
                <a:latin typeface="DejaVu Sans"/>
                <a:ea typeface="DejaVu Sans"/>
                <a:cs typeface="DejaVu Sans"/>
              </a:defRPr>
            </a:pPr>
            <a:r>
              <a:rPr sz="1950" b="0">
                <a:solidFill>
                  <a:srgbClr val="7351C7"/>
                </a:solidFill>
                <a:latin typeface="DejaVu Sans"/>
                <a:ea typeface="DejaVu Sans"/>
                <a:cs typeface="DejaVu Sans"/>
              </a:rPr>
              <a:t>128-dim</a:t>
            </a:r>
          </a:p>
          <a:p xmlns:a="http://schemas.openxmlformats.org/drawingml/2006/main">
            <a:pPr algn="ctr">
              <a:defRPr sz="1950" b="0">
                <a:solidFill>
                  <a:srgbClr val="7351C7"/>
                </a:solidFill>
                <a:latin typeface="DejaVu Sans"/>
                <a:ea typeface="DejaVu Sans"/>
                <a:cs typeface="DejaVu Sans"/>
              </a:defRPr>
            </a:pPr>
            <a:r>
              <a:rPr sz="1950" b="0">
                <a:solidFill>
                  <a:srgbClr val="7351C7"/>
                </a:solidFill>
                <a:latin typeface="DejaVu Sans"/>
                <a:ea typeface="DejaVu Sans"/>
                <a:cs typeface="DejaVu Sans"/>
              </a:rPr>
              <a:t>local context</a:t>
            </a:r>
          </a:p>
        </p:txBody>
      </p:sp>
      <p:sp>
        <p:nvSpPr>
          <p:cNvPr id="95" name="label-1121">
            <a:extLst xmlns:a="http://schemas.openxmlformats.org/drawingml/2006/main">
              <a:ext uri="{FF2B5EF4-FFF2-40B4-BE49-F238E27FC236}">
                <a16:creationId xmlns:a16="http://schemas.microsoft.com/office/drawing/2014/main" id="{27334DAC-BA58-4728-B26E-758614C39B3C}"/>
              </a:ext>
            </a:extLst>
          </p:cNvPr>
          <p:cNvSpPr>
            <a:spLocks xmlns:a="http://schemas.openxmlformats.org/drawingml/2006/main" noGrp="1"/>
          </p:cNvSpPr>
          <p:nvPr/>
        </p:nvSpPr>
        <p:spPr>
          <a:xfrm xmlns:a="http://schemas.openxmlformats.org/drawingml/2006/main">
            <a:off x="533400" y="5467350"/>
            <a:ext cx="39814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8677C"/>
                </a:solidFill>
                <a:latin typeface="DejaVu Sans"/>
                <a:ea typeface="DejaVu Sans"/>
                <a:cs typeface="DejaVu Sans"/>
              </a:defRPr>
            </a:defPPr>
            <a:lvl1pPr algn="l">
              <a:defRPr sz="1725" b="0">
                <a:solidFill>
                  <a:srgbClr val="58677C"/>
                </a:solidFill>
                <a:latin typeface="DejaVu Sans"/>
                <a:ea typeface="DejaVu Sans"/>
                <a:cs typeface="DejaVu Sans"/>
              </a:defRPr>
            </a:lvl1pPr>
            <a:lvl2pPr algn="l">
              <a:defRPr sz="1725" b="0">
                <a:solidFill>
                  <a:srgbClr val="58677C"/>
                </a:solidFill>
                <a:latin typeface="DejaVu Sans"/>
                <a:ea typeface="DejaVu Sans"/>
                <a:cs typeface="DejaVu Sans"/>
              </a:defRPr>
            </a:lvl2pPr>
            <a:lvl3pPr algn="l">
              <a:defRPr sz="1725" b="0">
                <a:solidFill>
                  <a:srgbClr val="58677C"/>
                </a:solidFill>
                <a:latin typeface="DejaVu Sans"/>
                <a:ea typeface="DejaVu Sans"/>
                <a:cs typeface="DejaVu Sans"/>
              </a:defRPr>
            </a:lvl3pPr>
            <a:lvl4pPr algn="l">
              <a:defRPr sz="1725" b="0">
                <a:solidFill>
                  <a:srgbClr val="58677C"/>
                </a:solidFill>
                <a:latin typeface="DejaVu Sans"/>
                <a:ea typeface="DejaVu Sans"/>
                <a:cs typeface="DejaVu Sans"/>
              </a:defRPr>
            </a:lvl4pPr>
            <a:lvl5pPr algn="l">
              <a:defRPr sz="1725" b="0">
                <a:solidFill>
                  <a:srgbClr val="58677C"/>
                </a:solidFill>
                <a:latin typeface="DejaVu Sans"/>
                <a:ea typeface="DejaVu Sans"/>
                <a:cs typeface="DejaVu Sans"/>
              </a:defRPr>
            </a:lvl5pPr>
            <a:lvl6pPr algn="l">
              <a:defRPr sz="1725" b="0">
                <a:solidFill>
                  <a:srgbClr val="58677C"/>
                </a:solidFill>
                <a:latin typeface="DejaVu Sans"/>
                <a:ea typeface="DejaVu Sans"/>
                <a:cs typeface="DejaVu Sans"/>
              </a:defRPr>
            </a:lvl6pPr>
            <a:lvl7pPr algn="l">
              <a:defRPr sz="1725" b="0">
                <a:solidFill>
                  <a:srgbClr val="58677C"/>
                </a:solidFill>
                <a:latin typeface="DejaVu Sans"/>
                <a:ea typeface="DejaVu Sans"/>
                <a:cs typeface="DejaVu Sans"/>
              </a:defRPr>
            </a:lvl7pPr>
            <a:lvl8pPr algn="l">
              <a:defRPr sz="1725" b="0">
                <a:solidFill>
                  <a:srgbClr val="58677C"/>
                </a:solidFill>
                <a:latin typeface="DejaVu Sans"/>
                <a:ea typeface="DejaVu Sans"/>
                <a:cs typeface="DejaVu Sans"/>
              </a:defRPr>
            </a:lvl8pPr>
            <a:lvl9pPr algn="l">
              <a:defRPr sz="1725" b="0">
                <a:solidFill>
                  <a:srgbClr val="58677C"/>
                </a:solidFill>
                <a:latin typeface="DejaVu Sans"/>
                <a:ea typeface="DejaVu Sans"/>
                <a:cs typeface="DejaVu Sans"/>
              </a:defRPr>
            </a:lvl9pPr>
          </a:lstStyle>
          <a:p xmlns:a="http://schemas.openxmlformats.org/drawingml/2006/main">
            <a:pPr algn="l">
              <a:defRPr sz="1725" b="0">
                <a:solidFill>
                  <a:srgbClr val="58677C"/>
                </a:solidFill>
                <a:latin typeface="DejaVu Sans"/>
                <a:ea typeface="DejaVu Sans"/>
                <a:cs typeface="DejaVu Sans"/>
              </a:defRPr>
            </a:pPr>
            <a:r>
              <a:rPr sz="1725" b="0">
                <a:solidFill>
                  <a:srgbClr val="58677C"/>
                </a:solidFill>
                <a:latin typeface="DejaVu Sans"/>
                <a:ea typeface="DejaVu Sans"/>
                <a:cs typeface="DejaVu Sans"/>
              </a:rPr>
              <a:t>0.6 m between sample centers</a:t>
            </a:r>
          </a:p>
        </p:txBody>
      </p:sp>
      <p:sp>
        <p:nvSpPr>
          <p:cNvPr id="96" name="path-1122">
            <a:extLst xmlns:a="http://schemas.openxmlformats.org/drawingml/2006/main">
              <a:ext uri="{FF2B5EF4-FFF2-40B4-BE49-F238E27FC236}">
                <a16:creationId xmlns:a16="http://schemas.microsoft.com/office/drawing/2014/main" id="{23902A96-8891-42D9-A61F-7EAD54F5AA0D}"/>
              </a:ext>
            </a:extLst>
          </p:cNvPr>
          <p:cNvSpPr>
            <a:spLocks xmlns:a="http://schemas.openxmlformats.org/drawingml/2006/main" noGrp="1"/>
          </p:cNvSpPr>
          <p:nvPr/>
        </p:nvSpPr>
        <p:spPr>
          <a:xfrm xmlns:a="http://schemas.openxmlformats.org/drawingml/2006/main">
            <a:off x="533400" y="6019800"/>
            <a:ext cx="11125200" cy="953"/>
          </a:xfrm>
          <a:custGeom xmlns:a="http://schemas.openxmlformats.org/drawingml/2006/main">
            <a:pathLst>
              <a:path w="11125200" h="953">
                <a:moveTo>
                  <a:pt x="0" y="0"/>
                </a:moveTo>
                <a:lnTo>
                  <a:pt x="11125200" y="0"/>
                </a:lnTo>
              </a:path>
            </a:pathLst>
          </a:custGeom>
          <a:noFill xmlns:a="http://schemas.openxmlformats.org/drawingml/2006/main"/>
          <a:ln xmlns:a="http://schemas.openxmlformats.org/drawingml/2006/main" w="9525">
            <a:solidFill>
              <a:srgbClr val="CFD7E2"/>
            </a:solidFill>
            <a:prstDash val="solid"/>
          </a:ln>
        </p:spPr>
      </p:sp>
      <p:sp>
        <p:nvSpPr>
          <p:cNvPr id="97" name="label-1123">
            <a:extLst xmlns:a="http://schemas.openxmlformats.org/drawingml/2006/main">
              <a:ext uri="{FF2B5EF4-FFF2-40B4-BE49-F238E27FC236}">
                <a16:creationId xmlns:a16="http://schemas.microsoft.com/office/drawing/2014/main" id="{0EBF9735-A166-4B73-BB36-A5FA6681EBB9}"/>
              </a:ext>
            </a:extLst>
          </p:cNvPr>
          <p:cNvSpPr>
            <a:spLocks xmlns:a="http://schemas.openxmlformats.org/drawingml/2006/main" noGrp="1"/>
          </p:cNvSpPr>
          <p:nvPr/>
        </p:nvSpPr>
        <p:spPr>
          <a:xfrm xmlns:a="http://schemas.openxmlformats.org/drawingml/2006/main">
            <a:off x="533400" y="6181725"/>
            <a:ext cx="10334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6253B"/>
                </a:solidFill>
                <a:latin typeface="DejaVu Sans"/>
                <a:ea typeface="DejaVu Sans"/>
                <a:cs typeface="DejaVu Sans"/>
              </a:defRPr>
            </a:defPPr>
            <a:lvl1pPr algn="l">
              <a:defRPr sz="1725" b="0">
                <a:solidFill>
                  <a:srgbClr val="16253B"/>
                </a:solidFill>
                <a:latin typeface="DejaVu Sans"/>
                <a:ea typeface="DejaVu Sans"/>
                <a:cs typeface="DejaVu Sans"/>
              </a:defRPr>
            </a:lvl1pPr>
            <a:lvl2pPr algn="l">
              <a:defRPr sz="1725" b="0">
                <a:solidFill>
                  <a:srgbClr val="16253B"/>
                </a:solidFill>
                <a:latin typeface="DejaVu Sans"/>
                <a:ea typeface="DejaVu Sans"/>
                <a:cs typeface="DejaVu Sans"/>
              </a:defRPr>
            </a:lvl2pPr>
            <a:lvl3pPr algn="l">
              <a:defRPr sz="1725" b="0">
                <a:solidFill>
                  <a:srgbClr val="16253B"/>
                </a:solidFill>
                <a:latin typeface="DejaVu Sans"/>
                <a:ea typeface="DejaVu Sans"/>
                <a:cs typeface="DejaVu Sans"/>
              </a:defRPr>
            </a:lvl3pPr>
            <a:lvl4pPr algn="l">
              <a:defRPr sz="1725" b="0">
                <a:solidFill>
                  <a:srgbClr val="16253B"/>
                </a:solidFill>
                <a:latin typeface="DejaVu Sans"/>
                <a:ea typeface="DejaVu Sans"/>
                <a:cs typeface="DejaVu Sans"/>
              </a:defRPr>
            </a:lvl4pPr>
            <a:lvl5pPr algn="l">
              <a:defRPr sz="1725" b="0">
                <a:solidFill>
                  <a:srgbClr val="16253B"/>
                </a:solidFill>
                <a:latin typeface="DejaVu Sans"/>
                <a:ea typeface="DejaVu Sans"/>
                <a:cs typeface="DejaVu Sans"/>
              </a:defRPr>
            </a:lvl5pPr>
            <a:lvl6pPr algn="l">
              <a:defRPr sz="1725" b="0">
                <a:solidFill>
                  <a:srgbClr val="16253B"/>
                </a:solidFill>
                <a:latin typeface="DejaVu Sans"/>
                <a:ea typeface="DejaVu Sans"/>
                <a:cs typeface="DejaVu Sans"/>
              </a:defRPr>
            </a:lvl6pPr>
            <a:lvl7pPr algn="l">
              <a:defRPr sz="1725" b="0">
                <a:solidFill>
                  <a:srgbClr val="16253B"/>
                </a:solidFill>
                <a:latin typeface="DejaVu Sans"/>
                <a:ea typeface="DejaVu Sans"/>
                <a:cs typeface="DejaVu Sans"/>
              </a:defRPr>
            </a:lvl7pPr>
            <a:lvl8pPr algn="l">
              <a:defRPr sz="1725" b="0">
                <a:solidFill>
                  <a:srgbClr val="16253B"/>
                </a:solidFill>
                <a:latin typeface="DejaVu Sans"/>
                <a:ea typeface="DejaVu Sans"/>
                <a:cs typeface="DejaVu Sans"/>
              </a:defRPr>
            </a:lvl8pPr>
            <a:lvl9pPr algn="l">
              <a:defRPr sz="1725" b="0">
                <a:solidFill>
                  <a:srgbClr val="16253B"/>
                </a:solidFill>
                <a:latin typeface="DejaVu Sans"/>
                <a:ea typeface="DejaVu Sans"/>
                <a:cs typeface="DejaVu Sans"/>
              </a:defRPr>
            </a:lvl9pPr>
          </a:lstStyle>
          <a:p xmlns:a="http://schemas.openxmlformats.org/drawingml/2006/main">
            <a:pPr algn="l">
              <a:defRPr sz="1725" b="0">
                <a:solidFill>
                  <a:srgbClr val="16253B"/>
                </a:solidFill>
                <a:latin typeface="DejaVu Sans"/>
                <a:ea typeface="DejaVu Sans"/>
                <a:cs typeface="DejaVu Sans"/>
              </a:defRPr>
            </a:pPr>
            <a:r>
              <a:rPr sz="1725" b="0">
                <a:solidFill>
                  <a:srgbClr val="16253B"/>
                </a:solidFill>
                <a:latin typeface="DejaVu Sans"/>
                <a:ea typeface="DejaVu Sans"/>
                <a:cs typeface="DejaVu Sans"/>
              </a:rPr>
              <a:t>The patch follows the predicted center. It is fixed in BEV axes, independent of box size or yaw.</a:t>
            </a:r>
          </a:p>
        </p:txBody>
      </p:sp>
    </p:spTree>
    <p:extLst>
      <p:ext uri="{BB962C8B-B14F-4D97-AF65-F5344CB8AC3E}">
        <p14:creationId xmlns:p14="http://schemas.microsoft.com/office/powerpoint/2010/main" val="1655095496"/>
      </p:ext>
    </p:extLst>
  </p:cSld>
</p:sld>
</file>

<file path=ppt/slides/slide13.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34" name="slide-title">
            <a:extLst xmlns:a="http://schemas.openxmlformats.org/drawingml/2006/main">
              <a:ext uri="{FF2B5EF4-FFF2-40B4-BE49-F238E27FC236}">
                <a16:creationId xmlns:a16="http://schemas.microsoft.com/office/drawing/2014/main" id="{3648C083-68A2-4840-846E-840C76BBD733}"/>
              </a:ext>
            </a:extLst>
          </p:cNvPr>
          <p:cNvSpPr>
            <a:spLocks xmlns:a="http://schemas.openxmlformats.org/drawingml/2006/main" noGrp="1"/>
          </p:cNvSpPr>
          <p:nvPr/>
        </p:nvSpPr>
        <p:spPr>
          <a:xfrm xmlns:a="http://schemas.openxmlformats.org/drawingml/2006/main">
            <a:off x="533400" y="361950"/>
            <a:ext cx="1112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6253B"/>
                </a:solidFill>
                <a:latin typeface="DejaVu Sans"/>
                <a:ea typeface="DejaVu Sans"/>
                <a:cs typeface="DejaVu Sans"/>
              </a:defRPr>
            </a:defPPr>
            <a:lvl1pPr algn="l">
              <a:defRPr sz="3300" b="1">
                <a:solidFill>
                  <a:srgbClr val="16253B"/>
                </a:solidFill>
                <a:latin typeface="DejaVu Sans"/>
                <a:ea typeface="DejaVu Sans"/>
                <a:cs typeface="DejaVu Sans"/>
              </a:defRPr>
            </a:lvl1pPr>
            <a:lvl2pPr algn="l">
              <a:defRPr sz="3300" b="1">
                <a:solidFill>
                  <a:srgbClr val="16253B"/>
                </a:solidFill>
                <a:latin typeface="DejaVu Sans"/>
                <a:ea typeface="DejaVu Sans"/>
                <a:cs typeface="DejaVu Sans"/>
              </a:defRPr>
            </a:lvl2pPr>
            <a:lvl3pPr algn="l">
              <a:defRPr sz="3300" b="1">
                <a:solidFill>
                  <a:srgbClr val="16253B"/>
                </a:solidFill>
                <a:latin typeface="DejaVu Sans"/>
                <a:ea typeface="DejaVu Sans"/>
                <a:cs typeface="DejaVu Sans"/>
              </a:defRPr>
            </a:lvl3pPr>
            <a:lvl4pPr algn="l">
              <a:defRPr sz="3300" b="1">
                <a:solidFill>
                  <a:srgbClr val="16253B"/>
                </a:solidFill>
                <a:latin typeface="DejaVu Sans"/>
                <a:ea typeface="DejaVu Sans"/>
                <a:cs typeface="DejaVu Sans"/>
              </a:defRPr>
            </a:lvl4pPr>
            <a:lvl5pPr algn="l">
              <a:defRPr sz="3300" b="1">
                <a:solidFill>
                  <a:srgbClr val="16253B"/>
                </a:solidFill>
                <a:latin typeface="DejaVu Sans"/>
                <a:ea typeface="DejaVu Sans"/>
                <a:cs typeface="DejaVu Sans"/>
              </a:defRPr>
            </a:lvl5pPr>
            <a:lvl6pPr algn="l">
              <a:defRPr sz="3300" b="1">
                <a:solidFill>
                  <a:srgbClr val="16253B"/>
                </a:solidFill>
                <a:latin typeface="DejaVu Sans"/>
                <a:ea typeface="DejaVu Sans"/>
                <a:cs typeface="DejaVu Sans"/>
              </a:defRPr>
            </a:lvl6pPr>
            <a:lvl7pPr algn="l">
              <a:defRPr sz="3300" b="1">
                <a:solidFill>
                  <a:srgbClr val="16253B"/>
                </a:solidFill>
                <a:latin typeface="DejaVu Sans"/>
                <a:ea typeface="DejaVu Sans"/>
                <a:cs typeface="DejaVu Sans"/>
              </a:defRPr>
            </a:lvl7pPr>
            <a:lvl8pPr algn="l">
              <a:defRPr sz="3300" b="1">
                <a:solidFill>
                  <a:srgbClr val="16253B"/>
                </a:solidFill>
                <a:latin typeface="DejaVu Sans"/>
                <a:ea typeface="DejaVu Sans"/>
                <a:cs typeface="DejaVu Sans"/>
              </a:defRPr>
            </a:lvl8pPr>
            <a:lvl9pPr algn="l">
              <a:defRPr sz="3300" b="1">
                <a:solidFill>
                  <a:srgbClr val="16253B"/>
                </a:solidFill>
                <a:latin typeface="DejaVu Sans"/>
                <a:ea typeface="DejaVu Sans"/>
                <a:cs typeface="DejaVu Sans"/>
              </a:defRPr>
            </a:lvl9pPr>
          </a:lstStyle>
          <a:p xmlns:a="http://schemas.openxmlformats.org/drawingml/2006/main">
            <a:pPr algn="l">
              <a:defRPr sz="3300" b="1">
                <a:solidFill>
                  <a:srgbClr val="16253B"/>
                </a:solidFill>
                <a:latin typeface="DejaVu Sans"/>
                <a:ea typeface="DejaVu Sans"/>
                <a:cs typeface="DejaVu Sans"/>
              </a:defRPr>
            </a:pPr>
            <a:r>
              <a:rPr sz="3300" b="1">
                <a:solidFill>
                  <a:srgbClr val="16253B"/>
                </a:solidFill>
                <a:latin typeface="DejaVu Sans"/>
                <a:ea typeface="DejaVu Sans"/>
                <a:cs typeface="DejaVu Sans"/>
              </a:rPr>
              <a:t>The local box refinement network</a:t>
            </a:r>
          </a:p>
        </p:txBody>
      </p:sp>
      <p:sp>
        <p:nvSpPr>
          <p:cNvPr id="2" name="label-1124">
            <a:extLst xmlns:a="http://schemas.openxmlformats.org/drawingml/2006/main">
              <a:ext uri="{FF2B5EF4-FFF2-40B4-BE49-F238E27FC236}">
                <a16:creationId xmlns:a16="http://schemas.microsoft.com/office/drawing/2014/main" id="{5243E6CA-AA1A-4338-90B0-3758D4C32AB9}"/>
              </a:ext>
            </a:extLst>
          </p:cNvPr>
          <p:cNvSpPr>
            <a:spLocks xmlns:a="http://schemas.openxmlformats.org/drawingml/2006/main" noGrp="1"/>
          </p:cNvSpPr>
          <p:nvPr/>
        </p:nvSpPr>
        <p:spPr>
          <a:xfrm xmlns:a="http://schemas.openxmlformats.org/drawingml/2006/main">
            <a:off x="11144250" y="64674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77C"/>
                </a:solidFill>
                <a:latin typeface="DejaVu Sans"/>
                <a:ea typeface="DejaVu Sans"/>
                <a:cs typeface="DejaVu Sans"/>
              </a:defRPr>
            </a:defPPr>
            <a:lvl1pPr algn="r">
              <a:defRPr sz="1200" b="0">
                <a:solidFill>
                  <a:srgbClr val="58677C"/>
                </a:solidFill>
                <a:latin typeface="DejaVu Sans"/>
                <a:ea typeface="DejaVu Sans"/>
                <a:cs typeface="DejaVu Sans"/>
              </a:defRPr>
            </a:lvl1pPr>
            <a:lvl2pPr algn="r">
              <a:defRPr sz="1200" b="0">
                <a:solidFill>
                  <a:srgbClr val="58677C"/>
                </a:solidFill>
                <a:latin typeface="DejaVu Sans"/>
                <a:ea typeface="DejaVu Sans"/>
                <a:cs typeface="DejaVu Sans"/>
              </a:defRPr>
            </a:lvl2pPr>
            <a:lvl3pPr algn="r">
              <a:defRPr sz="1200" b="0">
                <a:solidFill>
                  <a:srgbClr val="58677C"/>
                </a:solidFill>
                <a:latin typeface="DejaVu Sans"/>
                <a:ea typeface="DejaVu Sans"/>
                <a:cs typeface="DejaVu Sans"/>
              </a:defRPr>
            </a:lvl3pPr>
            <a:lvl4pPr algn="r">
              <a:defRPr sz="1200" b="0">
                <a:solidFill>
                  <a:srgbClr val="58677C"/>
                </a:solidFill>
                <a:latin typeface="DejaVu Sans"/>
                <a:ea typeface="DejaVu Sans"/>
                <a:cs typeface="DejaVu Sans"/>
              </a:defRPr>
            </a:lvl4pPr>
            <a:lvl5pPr algn="r">
              <a:defRPr sz="1200" b="0">
                <a:solidFill>
                  <a:srgbClr val="58677C"/>
                </a:solidFill>
                <a:latin typeface="DejaVu Sans"/>
                <a:ea typeface="DejaVu Sans"/>
                <a:cs typeface="DejaVu Sans"/>
              </a:defRPr>
            </a:lvl5pPr>
            <a:lvl6pPr algn="r">
              <a:defRPr sz="1200" b="0">
                <a:solidFill>
                  <a:srgbClr val="58677C"/>
                </a:solidFill>
                <a:latin typeface="DejaVu Sans"/>
                <a:ea typeface="DejaVu Sans"/>
                <a:cs typeface="DejaVu Sans"/>
              </a:defRPr>
            </a:lvl6pPr>
            <a:lvl7pPr algn="r">
              <a:defRPr sz="1200" b="0">
                <a:solidFill>
                  <a:srgbClr val="58677C"/>
                </a:solidFill>
                <a:latin typeface="DejaVu Sans"/>
                <a:ea typeface="DejaVu Sans"/>
                <a:cs typeface="DejaVu Sans"/>
              </a:defRPr>
            </a:lvl7pPr>
            <a:lvl8pPr algn="r">
              <a:defRPr sz="1200" b="0">
                <a:solidFill>
                  <a:srgbClr val="58677C"/>
                </a:solidFill>
                <a:latin typeface="DejaVu Sans"/>
                <a:ea typeface="DejaVu Sans"/>
                <a:cs typeface="DejaVu Sans"/>
              </a:defRPr>
            </a:lvl8pPr>
            <a:lvl9pPr algn="r">
              <a:defRPr sz="1200" b="0">
                <a:solidFill>
                  <a:srgbClr val="58677C"/>
                </a:solidFill>
                <a:latin typeface="DejaVu Sans"/>
                <a:ea typeface="DejaVu Sans"/>
                <a:cs typeface="DejaVu Sans"/>
              </a:defRPr>
            </a:lvl9pPr>
          </a:lstStyle>
          <a:p xmlns:a="http://schemas.openxmlformats.org/drawingml/2006/main">
            <a:pPr algn="r">
              <a:defRPr sz="1200" b="0">
                <a:solidFill>
                  <a:srgbClr val="58677C"/>
                </a:solidFill>
                <a:latin typeface="DejaVu Sans"/>
                <a:ea typeface="DejaVu Sans"/>
                <a:cs typeface="DejaVu Sans"/>
              </a:defRPr>
            </a:pPr>
            <a:r>
              <a:rPr sz="1200" b="0">
                <a:solidFill>
                  <a:srgbClr val="58677C"/>
                </a:solidFill>
                <a:latin typeface="DejaVu Sans"/>
                <a:ea typeface="DejaVu Sans"/>
                <a:cs typeface="DejaVu Sans"/>
              </a:rPr>
              <a:t>13</a:t>
            </a:r>
          </a:p>
        </p:txBody>
      </p:sp>
      <p:sp>
        <p:nvSpPr>
          <p:cNvPr id="3" name="shape-1125">
            <a:extLst xmlns:a="http://schemas.openxmlformats.org/drawingml/2006/main">
              <a:ext uri="{FF2B5EF4-FFF2-40B4-BE49-F238E27FC236}">
                <a16:creationId xmlns:a16="http://schemas.microsoft.com/office/drawing/2014/main" id="{20A0306C-AAC4-4CA9-8963-7817942B774F}"/>
              </a:ext>
            </a:extLst>
          </p:cNvPr>
          <p:cNvSpPr>
            <a:spLocks xmlns:a="http://schemas.openxmlformats.org/drawingml/2006/main" noGrp="1"/>
          </p:cNvSpPr>
          <p:nvPr/>
        </p:nvSpPr>
        <p:spPr>
          <a:xfrm xmlns:a="http://schemas.openxmlformats.org/drawingml/2006/main" rot="0">
            <a:off x="533400" y="1714500"/>
            <a:ext cx="2381250" cy="790575"/>
          </a:xfrm>
          <a:prstGeom xmlns:a="http://schemas.openxmlformats.org/drawingml/2006/main" prst="rect">
            <a:avLst/>
          </a:prstGeom>
          <a:solidFill xmlns:a="http://schemas.openxmlformats.org/drawingml/2006/main">
            <a:srgbClr val="E5EBF2"/>
          </a:solidFill>
          <a:ln xmlns:a="http://schemas.openxmlformats.org/drawingml/2006/main" w="15240">
            <a:solidFill>
              <a:srgbClr val="304C68"/>
            </a:solidFill>
            <a:prstDash val="solid"/>
          </a:ln>
        </p:spPr>
      </p:sp>
      <p:sp>
        <p:nvSpPr>
          <p:cNvPr id="4" name="label-1126">
            <a:extLst xmlns:a="http://schemas.openxmlformats.org/drawingml/2006/main">
              <a:ext uri="{FF2B5EF4-FFF2-40B4-BE49-F238E27FC236}">
                <a16:creationId xmlns:a16="http://schemas.microsoft.com/office/drawing/2014/main" id="{9BC28819-6950-4C40-9BEE-DBB9E24B3D9E}"/>
              </a:ext>
            </a:extLst>
          </p:cNvPr>
          <p:cNvSpPr>
            <a:spLocks xmlns:a="http://schemas.openxmlformats.org/drawingml/2006/main" noGrp="1"/>
          </p:cNvSpPr>
          <p:nvPr/>
        </p:nvSpPr>
        <p:spPr>
          <a:xfrm xmlns:a="http://schemas.openxmlformats.org/drawingml/2006/main">
            <a:off x="609600" y="1762125"/>
            <a:ext cx="22288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75" b="1">
                <a:solidFill>
                  <a:srgbClr val="304C68"/>
                </a:solidFill>
                <a:latin typeface="DejaVu Sans"/>
                <a:ea typeface="DejaVu Sans"/>
                <a:cs typeface="DejaVu Sans"/>
              </a:defRPr>
            </a:defPPr>
            <a:lvl1pPr algn="ctr">
              <a:defRPr sz="1875" b="1">
                <a:solidFill>
                  <a:srgbClr val="304C68"/>
                </a:solidFill>
                <a:latin typeface="DejaVu Sans"/>
                <a:ea typeface="DejaVu Sans"/>
                <a:cs typeface="DejaVu Sans"/>
              </a:defRPr>
            </a:lvl1pPr>
            <a:lvl2pPr algn="ctr">
              <a:defRPr sz="1875" b="1">
                <a:solidFill>
                  <a:srgbClr val="304C68"/>
                </a:solidFill>
                <a:latin typeface="DejaVu Sans"/>
                <a:ea typeface="DejaVu Sans"/>
                <a:cs typeface="DejaVu Sans"/>
              </a:defRPr>
            </a:lvl2pPr>
            <a:lvl3pPr algn="ctr">
              <a:defRPr sz="1875" b="1">
                <a:solidFill>
                  <a:srgbClr val="304C68"/>
                </a:solidFill>
                <a:latin typeface="DejaVu Sans"/>
                <a:ea typeface="DejaVu Sans"/>
                <a:cs typeface="DejaVu Sans"/>
              </a:defRPr>
            </a:lvl3pPr>
            <a:lvl4pPr algn="ctr">
              <a:defRPr sz="1875" b="1">
                <a:solidFill>
                  <a:srgbClr val="304C68"/>
                </a:solidFill>
                <a:latin typeface="DejaVu Sans"/>
                <a:ea typeface="DejaVu Sans"/>
                <a:cs typeface="DejaVu Sans"/>
              </a:defRPr>
            </a:lvl4pPr>
            <a:lvl5pPr algn="ctr">
              <a:defRPr sz="1875" b="1">
                <a:solidFill>
                  <a:srgbClr val="304C68"/>
                </a:solidFill>
                <a:latin typeface="DejaVu Sans"/>
                <a:ea typeface="DejaVu Sans"/>
                <a:cs typeface="DejaVu Sans"/>
              </a:defRPr>
            </a:lvl5pPr>
            <a:lvl6pPr algn="ctr">
              <a:defRPr sz="1875" b="1">
                <a:solidFill>
                  <a:srgbClr val="304C68"/>
                </a:solidFill>
                <a:latin typeface="DejaVu Sans"/>
                <a:ea typeface="DejaVu Sans"/>
                <a:cs typeface="DejaVu Sans"/>
              </a:defRPr>
            </a:lvl6pPr>
            <a:lvl7pPr algn="ctr">
              <a:defRPr sz="1875" b="1">
                <a:solidFill>
                  <a:srgbClr val="304C68"/>
                </a:solidFill>
                <a:latin typeface="DejaVu Sans"/>
                <a:ea typeface="DejaVu Sans"/>
                <a:cs typeface="DejaVu Sans"/>
              </a:defRPr>
            </a:lvl7pPr>
            <a:lvl8pPr algn="ctr">
              <a:defRPr sz="1875" b="1">
                <a:solidFill>
                  <a:srgbClr val="304C68"/>
                </a:solidFill>
                <a:latin typeface="DejaVu Sans"/>
                <a:ea typeface="DejaVu Sans"/>
                <a:cs typeface="DejaVu Sans"/>
              </a:defRPr>
            </a:lvl8pPr>
            <a:lvl9pPr algn="ctr">
              <a:defRPr sz="1875" b="1">
                <a:solidFill>
                  <a:srgbClr val="304C68"/>
                </a:solidFill>
                <a:latin typeface="DejaVu Sans"/>
                <a:ea typeface="DejaVu Sans"/>
                <a:cs typeface="DejaVu Sans"/>
              </a:defRPr>
            </a:lvl9pPr>
          </a:lstStyle>
          <a:p xmlns:a="http://schemas.openxmlformats.org/drawingml/2006/main">
            <a:pPr algn="ctr">
              <a:defRPr sz="1875" b="1">
                <a:solidFill>
                  <a:srgbClr val="304C68"/>
                </a:solidFill>
                <a:latin typeface="DejaVu Sans"/>
                <a:ea typeface="DejaVu Sans"/>
                <a:cs typeface="DejaVu Sans"/>
              </a:defRPr>
            </a:pPr>
            <a:r>
              <a:rPr sz="1875" b="1">
                <a:solidFill>
                  <a:srgbClr val="304C68"/>
                </a:solidFill>
                <a:latin typeface="DejaVu Sans"/>
                <a:ea typeface="DejaVu Sans"/>
                <a:cs typeface="DejaVu Sans"/>
              </a:rPr>
              <a:t>Decoder query</a:t>
            </a:r>
          </a:p>
          <a:p xmlns:a="http://schemas.openxmlformats.org/drawingml/2006/main">
            <a:pPr algn="ctr">
              <a:defRPr sz="1875" b="1">
                <a:solidFill>
                  <a:srgbClr val="304C68"/>
                </a:solidFill>
                <a:latin typeface="DejaVu Sans"/>
                <a:ea typeface="DejaVu Sans"/>
                <a:cs typeface="DejaVu Sans"/>
              </a:defRPr>
            </a:pPr>
            <a:r>
              <a:rPr sz="1875" b="1">
                <a:solidFill>
                  <a:srgbClr val="304C68"/>
                </a:solidFill>
                <a:latin typeface="DejaVu Sans"/>
                <a:ea typeface="DejaVu Sans"/>
                <a:cs typeface="DejaVu Sans"/>
              </a:rPr>
              <a:t>128 channels</a:t>
            </a:r>
          </a:p>
        </p:txBody>
      </p:sp>
      <p:sp>
        <p:nvSpPr>
          <p:cNvPr id="5" name="shape-1127">
            <a:extLst xmlns:a="http://schemas.openxmlformats.org/drawingml/2006/main">
              <a:ext uri="{FF2B5EF4-FFF2-40B4-BE49-F238E27FC236}">
                <a16:creationId xmlns:a16="http://schemas.microsoft.com/office/drawing/2014/main" id="{F0AA81B7-0F7D-408A-B047-CF00E1D475CA}"/>
              </a:ext>
            </a:extLst>
          </p:cNvPr>
          <p:cNvSpPr>
            <a:spLocks xmlns:a="http://schemas.openxmlformats.org/drawingml/2006/main" noGrp="1"/>
          </p:cNvSpPr>
          <p:nvPr/>
        </p:nvSpPr>
        <p:spPr>
          <a:xfrm xmlns:a="http://schemas.openxmlformats.org/drawingml/2006/main" rot="0">
            <a:off x="533400" y="3409950"/>
            <a:ext cx="2381250" cy="790575"/>
          </a:xfrm>
          <a:prstGeom xmlns:a="http://schemas.openxmlformats.org/drawingml/2006/main" prst="rect">
            <a:avLst/>
          </a:prstGeom>
          <a:solidFill xmlns:a="http://schemas.openxmlformats.org/drawingml/2006/main">
            <a:srgbClr val="EEE7FA"/>
          </a:solidFill>
          <a:ln xmlns:a="http://schemas.openxmlformats.org/drawingml/2006/main" w="15240">
            <a:solidFill>
              <a:srgbClr val="7351C7"/>
            </a:solidFill>
            <a:prstDash val="solid"/>
          </a:ln>
        </p:spPr>
      </p:sp>
      <p:sp>
        <p:nvSpPr>
          <p:cNvPr id="6" name="label-1128">
            <a:extLst xmlns:a="http://schemas.openxmlformats.org/drawingml/2006/main">
              <a:ext uri="{FF2B5EF4-FFF2-40B4-BE49-F238E27FC236}">
                <a16:creationId xmlns:a16="http://schemas.microsoft.com/office/drawing/2014/main" id="{AF4EA89B-987F-43C2-8C09-C1490E18315E}"/>
              </a:ext>
            </a:extLst>
          </p:cNvPr>
          <p:cNvSpPr>
            <a:spLocks xmlns:a="http://schemas.openxmlformats.org/drawingml/2006/main" noGrp="1"/>
          </p:cNvSpPr>
          <p:nvPr/>
        </p:nvSpPr>
        <p:spPr>
          <a:xfrm xmlns:a="http://schemas.openxmlformats.org/drawingml/2006/main">
            <a:off x="609600" y="3457575"/>
            <a:ext cx="222885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75" b="1">
                <a:solidFill>
                  <a:srgbClr val="7351C7"/>
                </a:solidFill>
                <a:latin typeface="DejaVu Sans"/>
                <a:ea typeface="DejaVu Sans"/>
                <a:cs typeface="DejaVu Sans"/>
              </a:defRPr>
            </a:defPPr>
            <a:lvl1pPr algn="ctr">
              <a:defRPr sz="1875" b="1">
                <a:solidFill>
                  <a:srgbClr val="7351C7"/>
                </a:solidFill>
                <a:latin typeface="DejaVu Sans"/>
                <a:ea typeface="DejaVu Sans"/>
                <a:cs typeface="DejaVu Sans"/>
              </a:defRPr>
            </a:lvl1pPr>
            <a:lvl2pPr algn="ctr">
              <a:defRPr sz="1875" b="1">
                <a:solidFill>
                  <a:srgbClr val="7351C7"/>
                </a:solidFill>
                <a:latin typeface="DejaVu Sans"/>
                <a:ea typeface="DejaVu Sans"/>
                <a:cs typeface="DejaVu Sans"/>
              </a:defRPr>
            </a:lvl2pPr>
            <a:lvl3pPr algn="ctr">
              <a:defRPr sz="1875" b="1">
                <a:solidFill>
                  <a:srgbClr val="7351C7"/>
                </a:solidFill>
                <a:latin typeface="DejaVu Sans"/>
                <a:ea typeface="DejaVu Sans"/>
                <a:cs typeface="DejaVu Sans"/>
              </a:defRPr>
            </a:lvl3pPr>
            <a:lvl4pPr algn="ctr">
              <a:defRPr sz="1875" b="1">
                <a:solidFill>
                  <a:srgbClr val="7351C7"/>
                </a:solidFill>
                <a:latin typeface="DejaVu Sans"/>
                <a:ea typeface="DejaVu Sans"/>
                <a:cs typeface="DejaVu Sans"/>
              </a:defRPr>
            </a:lvl4pPr>
            <a:lvl5pPr algn="ctr">
              <a:defRPr sz="1875" b="1">
                <a:solidFill>
                  <a:srgbClr val="7351C7"/>
                </a:solidFill>
                <a:latin typeface="DejaVu Sans"/>
                <a:ea typeface="DejaVu Sans"/>
                <a:cs typeface="DejaVu Sans"/>
              </a:defRPr>
            </a:lvl5pPr>
            <a:lvl6pPr algn="ctr">
              <a:defRPr sz="1875" b="1">
                <a:solidFill>
                  <a:srgbClr val="7351C7"/>
                </a:solidFill>
                <a:latin typeface="DejaVu Sans"/>
                <a:ea typeface="DejaVu Sans"/>
                <a:cs typeface="DejaVu Sans"/>
              </a:defRPr>
            </a:lvl6pPr>
            <a:lvl7pPr algn="ctr">
              <a:defRPr sz="1875" b="1">
                <a:solidFill>
                  <a:srgbClr val="7351C7"/>
                </a:solidFill>
                <a:latin typeface="DejaVu Sans"/>
                <a:ea typeface="DejaVu Sans"/>
                <a:cs typeface="DejaVu Sans"/>
              </a:defRPr>
            </a:lvl7pPr>
            <a:lvl8pPr algn="ctr">
              <a:defRPr sz="1875" b="1">
                <a:solidFill>
                  <a:srgbClr val="7351C7"/>
                </a:solidFill>
                <a:latin typeface="DejaVu Sans"/>
                <a:ea typeface="DejaVu Sans"/>
                <a:cs typeface="DejaVu Sans"/>
              </a:defRPr>
            </a:lvl8pPr>
            <a:lvl9pPr algn="ctr">
              <a:defRPr sz="1875" b="1">
                <a:solidFill>
                  <a:srgbClr val="7351C7"/>
                </a:solidFill>
                <a:latin typeface="DejaVu Sans"/>
                <a:ea typeface="DejaVu Sans"/>
                <a:cs typeface="DejaVu Sans"/>
              </a:defRPr>
            </a:lvl9pPr>
          </a:lstStyle>
          <a:p xmlns:a="http://schemas.openxmlformats.org/drawingml/2006/main">
            <a:pPr algn="ctr">
              <a:defRPr sz="1875" b="1">
                <a:solidFill>
                  <a:srgbClr val="7351C7"/>
                </a:solidFill>
                <a:latin typeface="DejaVu Sans"/>
                <a:ea typeface="DejaVu Sans"/>
                <a:cs typeface="DejaVu Sans"/>
              </a:defRPr>
            </a:pPr>
            <a:r>
              <a:rPr sz="1875" b="1">
                <a:solidFill>
                  <a:srgbClr val="7351C7"/>
                </a:solidFill>
                <a:latin typeface="DejaVu Sans"/>
                <a:ea typeface="DejaVu Sans"/>
                <a:cs typeface="DejaVu Sans"/>
              </a:rPr>
              <a:t>Local context</a:t>
            </a:r>
          </a:p>
          <a:p xmlns:a="http://schemas.openxmlformats.org/drawingml/2006/main">
            <a:pPr algn="ctr">
              <a:defRPr sz="1875" b="1">
                <a:solidFill>
                  <a:srgbClr val="7351C7"/>
                </a:solidFill>
                <a:latin typeface="DejaVu Sans"/>
                <a:ea typeface="DejaVu Sans"/>
                <a:cs typeface="DejaVu Sans"/>
              </a:defRPr>
            </a:pPr>
            <a:r>
              <a:rPr sz="1875" b="1">
                <a:solidFill>
                  <a:srgbClr val="7351C7"/>
                </a:solidFill>
                <a:latin typeface="DejaVu Sans"/>
                <a:ea typeface="DejaVu Sans"/>
                <a:cs typeface="DejaVu Sans"/>
              </a:rPr>
              <a:t>128 channels</a:t>
            </a:r>
          </a:p>
        </p:txBody>
      </p:sp>
      <p:sp>
        <p:nvSpPr>
          <p:cNvPr id="7" name="shape-1129">
            <a:extLst xmlns:a="http://schemas.openxmlformats.org/drawingml/2006/main">
              <a:ext uri="{FF2B5EF4-FFF2-40B4-BE49-F238E27FC236}">
                <a16:creationId xmlns:a16="http://schemas.microsoft.com/office/drawing/2014/main" id="{08F310BA-B719-4403-B3BF-435A111FC201}"/>
              </a:ext>
            </a:extLst>
          </p:cNvPr>
          <p:cNvSpPr>
            <a:spLocks xmlns:a="http://schemas.openxmlformats.org/drawingml/2006/main" noGrp="1"/>
          </p:cNvSpPr>
          <p:nvPr/>
        </p:nvSpPr>
        <p:spPr>
          <a:xfrm xmlns:a="http://schemas.openxmlformats.org/drawingml/2006/main" rot="0">
            <a:off x="3524250" y="2543175"/>
            <a:ext cx="1762125" cy="838200"/>
          </a:xfrm>
          <a:prstGeom xmlns:a="http://schemas.openxmlformats.org/drawingml/2006/main" prst="rect">
            <a:avLst/>
          </a:prstGeom>
          <a:solidFill xmlns:a="http://schemas.openxmlformats.org/drawingml/2006/main">
            <a:srgbClr val="EEE7FA"/>
          </a:solidFill>
          <a:ln xmlns:a="http://schemas.openxmlformats.org/drawingml/2006/main" w="15240">
            <a:solidFill>
              <a:srgbClr val="7351C7"/>
            </a:solidFill>
            <a:prstDash val="solid"/>
          </a:ln>
        </p:spPr>
      </p:sp>
      <p:sp>
        <p:nvSpPr>
          <p:cNvPr id="8" name="label-1130">
            <a:extLst xmlns:a="http://schemas.openxmlformats.org/drawingml/2006/main">
              <a:ext uri="{FF2B5EF4-FFF2-40B4-BE49-F238E27FC236}">
                <a16:creationId xmlns:a16="http://schemas.microsoft.com/office/drawing/2014/main" id="{D57F4303-B8E9-4554-B37B-8DAECDFBB6A7}"/>
              </a:ext>
            </a:extLst>
          </p:cNvPr>
          <p:cNvSpPr>
            <a:spLocks xmlns:a="http://schemas.openxmlformats.org/drawingml/2006/main" noGrp="1"/>
          </p:cNvSpPr>
          <p:nvPr/>
        </p:nvSpPr>
        <p:spPr>
          <a:xfrm xmlns:a="http://schemas.openxmlformats.org/drawingml/2006/main">
            <a:off x="3600450" y="2590800"/>
            <a:ext cx="1609725"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75" b="1">
                <a:solidFill>
                  <a:srgbClr val="7351C7"/>
                </a:solidFill>
                <a:latin typeface="DejaVu Sans"/>
                <a:ea typeface="DejaVu Sans"/>
                <a:cs typeface="DejaVu Sans"/>
              </a:defRPr>
            </a:defPPr>
            <a:lvl1pPr algn="ctr">
              <a:defRPr sz="1875" b="1">
                <a:solidFill>
                  <a:srgbClr val="7351C7"/>
                </a:solidFill>
                <a:latin typeface="DejaVu Sans"/>
                <a:ea typeface="DejaVu Sans"/>
                <a:cs typeface="DejaVu Sans"/>
              </a:defRPr>
            </a:lvl1pPr>
            <a:lvl2pPr algn="ctr">
              <a:defRPr sz="1875" b="1">
                <a:solidFill>
                  <a:srgbClr val="7351C7"/>
                </a:solidFill>
                <a:latin typeface="DejaVu Sans"/>
                <a:ea typeface="DejaVu Sans"/>
                <a:cs typeface="DejaVu Sans"/>
              </a:defRPr>
            </a:lvl2pPr>
            <a:lvl3pPr algn="ctr">
              <a:defRPr sz="1875" b="1">
                <a:solidFill>
                  <a:srgbClr val="7351C7"/>
                </a:solidFill>
                <a:latin typeface="DejaVu Sans"/>
                <a:ea typeface="DejaVu Sans"/>
                <a:cs typeface="DejaVu Sans"/>
              </a:defRPr>
            </a:lvl3pPr>
            <a:lvl4pPr algn="ctr">
              <a:defRPr sz="1875" b="1">
                <a:solidFill>
                  <a:srgbClr val="7351C7"/>
                </a:solidFill>
                <a:latin typeface="DejaVu Sans"/>
                <a:ea typeface="DejaVu Sans"/>
                <a:cs typeface="DejaVu Sans"/>
              </a:defRPr>
            </a:lvl4pPr>
            <a:lvl5pPr algn="ctr">
              <a:defRPr sz="1875" b="1">
                <a:solidFill>
                  <a:srgbClr val="7351C7"/>
                </a:solidFill>
                <a:latin typeface="DejaVu Sans"/>
                <a:ea typeface="DejaVu Sans"/>
                <a:cs typeface="DejaVu Sans"/>
              </a:defRPr>
            </a:lvl5pPr>
            <a:lvl6pPr algn="ctr">
              <a:defRPr sz="1875" b="1">
                <a:solidFill>
                  <a:srgbClr val="7351C7"/>
                </a:solidFill>
                <a:latin typeface="DejaVu Sans"/>
                <a:ea typeface="DejaVu Sans"/>
                <a:cs typeface="DejaVu Sans"/>
              </a:defRPr>
            </a:lvl6pPr>
            <a:lvl7pPr algn="ctr">
              <a:defRPr sz="1875" b="1">
                <a:solidFill>
                  <a:srgbClr val="7351C7"/>
                </a:solidFill>
                <a:latin typeface="DejaVu Sans"/>
                <a:ea typeface="DejaVu Sans"/>
                <a:cs typeface="DejaVu Sans"/>
              </a:defRPr>
            </a:lvl7pPr>
            <a:lvl8pPr algn="ctr">
              <a:defRPr sz="1875" b="1">
                <a:solidFill>
                  <a:srgbClr val="7351C7"/>
                </a:solidFill>
                <a:latin typeface="DejaVu Sans"/>
                <a:ea typeface="DejaVu Sans"/>
                <a:cs typeface="DejaVu Sans"/>
              </a:defRPr>
            </a:lvl8pPr>
            <a:lvl9pPr algn="ctr">
              <a:defRPr sz="1875" b="1">
                <a:solidFill>
                  <a:srgbClr val="7351C7"/>
                </a:solidFill>
                <a:latin typeface="DejaVu Sans"/>
                <a:ea typeface="DejaVu Sans"/>
                <a:cs typeface="DejaVu Sans"/>
              </a:defRPr>
            </a:lvl9pPr>
          </a:lstStyle>
          <a:p xmlns:a="http://schemas.openxmlformats.org/drawingml/2006/main">
            <a:pPr algn="ctr">
              <a:defRPr sz="1875" b="1">
                <a:solidFill>
                  <a:srgbClr val="7351C7"/>
                </a:solidFill>
                <a:latin typeface="DejaVu Sans"/>
                <a:ea typeface="DejaVu Sans"/>
                <a:cs typeface="DejaVu Sans"/>
              </a:defRPr>
            </a:pPr>
            <a:r>
              <a:rPr sz="1875" b="1">
                <a:solidFill>
                  <a:srgbClr val="7351C7"/>
                </a:solidFill>
                <a:latin typeface="DejaVu Sans"/>
                <a:ea typeface="DejaVu Sans"/>
                <a:cs typeface="DejaVu Sans"/>
              </a:rPr>
              <a:t>Concat</a:t>
            </a:r>
          </a:p>
          <a:p xmlns:a="http://schemas.openxmlformats.org/drawingml/2006/main">
            <a:pPr algn="ctr">
              <a:defRPr sz="1875" b="1">
                <a:solidFill>
                  <a:srgbClr val="7351C7"/>
                </a:solidFill>
                <a:latin typeface="DejaVu Sans"/>
                <a:ea typeface="DejaVu Sans"/>
                <a:cs typeface="DejaVu Sans"/>
              </a:defRPr>
            </a:pPr>
            <a:r>
              <a:rPr sz="1875" b="1">
                <a:solidFill>
                  <a:srgbClr val="7351C7"/>
                </a:solidFill>
                <a:latin typeface="DejaVu Sans"/>
                <a:ea typeface="DejaVu Sans"/>
                <a:cs typeface="DejaVu Sans"/>
              </a:rPr>
              <a:t>256 ch</a:t>
            </a:r>
          </a:p>
        </p:txBody>
      </p:sp>
      <p:sp>
        <p:nvSpPr>
          <p:cNvPr id="9" name="path-1131">
            <a:extLst xmlns:a="http://schemas.openxmlformats.org/drawingml/2006/main">
              <a:ext uri="{FF2B5EF4-FFF2-40B4-BE49-F238E27FC236}">
                <a16:creationId xmlns:a16="http://schemas.microsoft.com/office/drawing/2014/main" id="{33B6D4E4-85DC-4F2A-9BF5-9A48D96BB896}"/>
              </a:ext>
            </a:extLst>
          </p:cNvPr>
          <p:cNvSpPr>
            <a:spLocks xmlns:a="http://schemas.openxmlformats.org/drawingml/2006/main" noGrp="1"/>
          </p:cNvSpPr>
          <p:nvPr/>
        </p:nvSpPr>
        <p:spPr>
          <a:xfrm xmlns:a="http://schemas.openxmlformats.org/drawingml/2006/main">
            <a:off x="2914650" y="2105025"/>
            <a:ext cx="609600" cy="647700"/>
          </a:xfrm>
          <a:custGeom xmlns:a="http://schemas.openxmlformats.org/drawingml/2006/main">
            <a:pathLst>
              <a:path w="609600" h="647700">
                <a:moveTo>
                  <a:pt x="0" y="0"/>
                </a:moveTo>
                <a:lnTo>
                  <a:pt x="314325" y="0"/>
                </a:lnTo>
                <a:lnTo>
                  <a:pt x="314325" y="647700"/>
                </a:lnTo>
                <a:lnTo>
                  <a:pt x="609600" y="647700"/>
                </a:lnTo>
              </a:path>
            </a:pathLst>
          </a:custGeom>
          <a:noFill xmlns:a="http://schemas.openxmlformats.org/drawingml/2006/main"/>
          <a:ln xmlns:a="http://schemas.openxmlformats.org/drawingml/2006/main" w="22860">
            <a:solidFill>
              <a:srgbClr val="304C68"/>
            </a:solidFill>
            <a:prstDash val="solid"/>
          </a:ln>
        </p:spPr>
      </p:sp>
      <p:sp>
        <p:nvSpPr>
          <p:cNvPr id="10" name="path-1132">
            <a:extLst xmlns:a="http://schemas.openxmlformats.org/drawingml/2006/main">
              <a:ext uri="{FF2B5EF4-FFF2-40B4-BE49-F238E27FC236}">
                <a16:creationId xmlns:a16="http://schemas.microsoft.com/office/drawing/2014/main" id="{4F9FD6FA-4FC1-44BB-9A23-4A9324292DD1}"/>
              </a:ext>
            </a:extLst>
          </p:cNvPr>
          <p:cNvSpPr>
            <a:spLocks xmlns:a="http://schemas.openxmlformats.org/drawingml/2006/main" noGrp="1"/>
          </p:cNvSpPr>
          <p:nvPr/>
        </p:nvSpPr>
        <p:spPr>
          <a:xfrm xmlns:a="http://schemas.openxmlformats.org/drawingml/2006/main">
            <a:off x="3429000" y="2708910"/>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304C68"/>
          </a:solidFill>
          <a:ln xmlns:a="http://schemas.openxmlformats.org/drawingml/2006/main" w="0">
            <a:solidFill>
              <a:srgbClr val="304C68"/>
            </a:solidFill>
            <a:prstDash val="solid"/>
          </a:ln>
        </p:spPr>
      </p:sp>
      <p:sp>
        <p:nvSpPr>
          <p:cNvPr id="11" name="path-1133">
            <a:extLst xmlns:a="http://schemas.openxmlformats.org/drawingml/2006/main">
              <a:ext uri="{FF2B5EF4-FFF2-40B4-BE49-F238E27FC236}">
                <a16:creationId xmlns:a16="http://schemas.microsoft.com/office/drawing/2014/main" id="{5DF8297D-4E92-4A0E-B290-197A1DE6B50B}"/>
              </a:ext>
            </a:extLst>
          </p:cNvPr>
          <p:cNvSpPr>
            <a:spLocks xmlns:a="http://schemas.openxmlformats.org/drawingml/2006/main" noGrp="1"/>
          </p:cNvSpPr>
          <p:nvPr/>
        </p:nvSpPr>
        <p:spPr>
          <a:xfrm xmlns:a="http://schemas.openxmlformats.org/drawingml/2006/main">
            <a:off x="2914650" y="3181350"/>
            <a:ext cx="609600" cy="619125"/>
          </a:xfrm>
          <a:custGeom xmlns:a="http://schemas.openxmlformats.org/drawingml/2006/main">
            <a:pathLst>
              <a:path w="609600" h="619125">
                <a:moveTo>
                  <a:pt x="0" y="619125"/>
                </a:moveTo>
                <a:lnTo>
                  <a:pt x="314325" y="619125"/>
                </a:lnTo>
                <a:lnTo>
                  <a:pt x="314325" y="0"/>
                </a:lnTo>
                <a:lnTo>
                  <a:pt x="609600" y="0"/>
                </a:lnTo>
              </a:path>
            </a:pathLst>
          </a:custGeom>
          <a:noFill xmlns:a="http://schemas.openxmlformats.org/drawingml/2006/main"/>
          <a:ln xmlns:a="http://schemas.openxmlformats.org/drawingml/2006/main" w="22860">
            <a:solidFill>
              <a:srgbClr val="7351C7"/>
            </a:solidFill>
            <a:prstDash val="solid"/>
          </a:ln>
        </p:spPr>
      </p:sp>
      <p:sp>
        <p:nvSpPr>
          <p:cNvPr id="12" name="path-1134">
            <a:extLst xmlns:a="http://schemas.openxmlformats.org/drawingml/2006/main">
              <a:ext uri="{FF2B5EF4-FFF2-40B4-BE49-F238E27FC236}">
                <a16:creationId xmlns:a16="http://schemas.microsoft.com/office/drawing/2014/main" id="{05CA6B04-8DD3-443B-8B02-CE76751D2CC1}"/>
              </a:ext>
            </a:extLst>
          </p:cNvPr>
          <p:cNvSpPr>
            <a:spLocks xmlns:a="http://schemas.openxmlformats.org/drawingml/2006/main" noGrp="1"/>
          </p:cNvSpPr>
          <p:nvPr/>
        </p:nvSpPr>
        <p:spPr>
          <a:xfrm xmlns:a="http://schemas.openxmlformats.org/drawingml/2006/main">
            <a:off x="3429000" y="3137535"/>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7351C7"/>
          </a:solidFill>
          <a:ln xmlns:a="http://schemas.openxmlformats.org/drawingml/2006/main" w="0">
            <a:solidFill>
              <a:srgbClr val="7351C7"/>
            </a:solidFill>
            <a:prstDash val="solid"/>
          </a:ln>
        </p:spPr>
      </p:sp>
      <p:sp>
        <p:nvSpPr>
          <p:cNvPr id="13" name="shape-1135">
            <a:extLst xmlns:a="http://schemas.openxmlformats.org/drawingml/2006/main">
              <a:ext uri="{FF2B5EF4-FFF2-40B4-BE49-F238E27FC236}">
                <a16:creationId xmlns:a16="http://schemas.microsoft.com/office/drawing/2014/main" id="{ED99837E-C80B-4F4D-B48A-5825419A19B3}"/>
              </a:ext>
            </a:extLst>
          </p:cNvPr>
          <p:cNvSpPr>
            <a:spLocks xmlns:a="http://schemas.openxmlformats.org/drawingml/2006/main" noGrp="1"/>
          </p:cNvSpPr>
          <p:nvPr/>
        </p:nvSpPr>
        <p:spPr>
          <a:xfrm xmlns:a="http://schemas.openxmlformats.org/drawingml/2006/main" rot="0">
            <a:off x="5905500" y="2409825"/>
            <a:ext cx="1952625" cy="1114425"/>
          </a:xfrm>
          <a:prstGeom xmlns:a="http://schemas.openxmlformats.org/drawingml/2006/main" prst="rect">
            <a:avLst/>
          </a:prstGeom>
          <a:solidFill xmlns:a="http://schemas.openxmlformats.org/drawingml/2006/main">
            <a:srgbClr val="EEE7FA"/>
          </a:solidFill>
          <a:ln xmlns:a="http://schemas.openxmlformats.org/drawingml/2006/main" w="15240">
            <a:solidFill>
              <a:srgbClr val="7351C7"/>
            </a:solidFill>
            <a:prstDash val="solid"/>
          </a:ln>
        </p:spPr>
      </p:sp>
      <p:sp>
        <p:nvSpPr>
          <p:cNvPr id="14" name="label-1136">
            <a:extLst xmlns:a="http://schemas.openxmlformats.org/drawingml/2006/main">
              <a:ext uri="{FF2B5EF4-FFF2-40B4-BE49-F238E27FC236}">
                <a16:creationId xmlns:a16="http://schemas.microsoft.com/office/drawing/2014/main" id="{79AFF85B-BFAC-4979-A87C-90EDEAE97B56}"/>
              </a:ext>
            </a:extLst>
          </p:cNvPr>
          <p:cNvSpPr>
            <a:spLocks xmlns:a="http://schemas.openxmlformats.org/drawingml/2006/main" noGrp="1"/>
          </p:cNvSpPr>
          <p:nvPr/>
        </p:nvSpPr>
        <p:spPr>
          <a:xfrm xmlns:a="http://schemas.openxmlformats.org/drawingml/2006/main">
            <a:off x="5981700" y="2457450"/>
            <a:ext cx="1800225" cy="1019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7351C7"/>
                </a:solidFill>
                <a:latin typeface="DejaVu Sans"/>
                <a:ea typeface="DejaVu Sans"/>
                <a:cs typeface="DejaVu Sans"/>
              </a:defRPr>
            </a:defPPr>
            <a:lvl1pPr algn="ctr">
              <a:defRPr sz="1800" b="1">
                <a:solidFill>
                  <a:srgbClr val="7351C7"/>
                </a:solidFill>
                <a:latin typeface="DejaVu Sans"/>
                <a:ea typeface="DejaVu Sans"/>
                <a:cs typeface="DejaVu Sans"/>
              </a:defRPr>
            </a:lvl1pPr>
            <a:lvl2pPr algn="ctr">
              <a:defRPr sz="1800" b="1">
                <a:solidFill>
                  <a:srgbClr val="7351C7"/>
                </a:solidFill>
                <a:latin typeface="DejaVu Sans"/>
                <a:ea typeface="DejaVu Sans"/>
                <a:cs typeface="DejaVu Sans"/>
              </a:defRPr>
            </a:lvl2pPr>
            <a:lvl3pPr algn="ctr">
              <a:defRPr sz="1800" b="1">
                <a:solidFill>
                  <a:srgbClr val="7351C7"/>
                </a:solidFill>
                <a:latin typeface="DejaVu Sans"/>
                <a:ea typeface="DejaVu Sans"/>
                <a:cs typeface="DejaVu Sans"/>
              </a:defRPr>
            </a:lvl3pPr>
            <a:lvl4pPr algn="ctr">
              <a:defRPr sz="1800" b="1">
                <a:solidFill>
                  <a:srgbClr val="7351C7"/>
                </a:solidFill>
                <a:latin typeface="DejaVu Sans"/>
                <a:ea typeface="DejaVu Sans"/>
                <a:cs typeface="DejaVu Sans"/>
              </a:defRPr>
            </a:lvl4pPr>
            <a:lvl5pPr algn="ctr">
              <a:defRPr sz="1800" b="1">
                <a:solidFill>
                  <a:srgbClr val="7351C7"/>
                </a:solidFill>
                <a:latin typeface="DejaVu Sans"/>
                <a:ea typeface="DejaVu Sans"/>
                <a:cs typeface="DejaVu Sans"/>
              </a:defRPr>
            </a:lvl5pPr>
            <a:lvl6pPr algn="ctr">
              <a:defRPr sz="1800" b="1">
                <a:solidFill>
                  <a:srgbClr val="7351C7"/>
                </a:solidFill>
                <a:latin typeface="DejaVu Sans"/>
                <a:ea typeface="DejaVu Sans"/>
                <a:cs typeface="DejaVu Sans"/>
              </a:defRPr>
            </a:lvl6pPr>
            <a:lvl7pPr algn="ctr">
              <a:defRPr sz="1800" b="1">
                <a:solidFill>
                  <a:srgbClr val="7351C7"/>
                </a:solidFill>
                <a:latin typeface="DejaVu Sans"/>
                <a:ea typeface="DejaVu Sans"/>
                <a:cs typeface="DejaVu Sans"/>
              </a:defRPr>
            </a:lvl7pPr>
            <a:lvl8pPr algn="ctr">
              <a:defRPr sz="1800" b="1">
                <a:solidFill>
                  <a:srgbClr val="7351C7"/>
                </a:solidFill>
                <a:latin typeface="DejaVu Sans"/>
                <a:ea typeface="DejaVu Sans"/>
                <a:cs typeface="DejaVu Sans"/>
              </a:defRPr>
            </a:lvl8pPr>
            <a:lvl9pPr algn="ctr">
              <a:defRPr sz="1800" b="1">
                <a:solidFill>
                  <a:srgbClr val="7351C7"/>
                </a:solidFill>
                <a:latin typeface="DejaVu Sans"/>
                <a:ea typeface="DejaVu Sans"/>
                <a:cs typeface="DejaVu Sans"/>
              </a:defRPr>
            </a:lvl9pPr>
          </a:lstStyle>
          <a:p xmlns:a="http://schemas.openxmlformats.org/drawingml/2006/main">
            <a:pPr algn="ctr">
              <a:defRPr sz="1800" b="1">
                <a:solidFill>
                  <a:srgbClr val="7351C7"/>
                </a:solidFill>
                <a:latin typeface="DejaVu Sans"/>
                <a:ea typeface="DejaVu Sans"/>
                <a:cs typeface="DejaVu Sans"/>
              </a:defRPr>
            </a:pPr>
            <a:r>
              <a:rPr sz="1800" b="1">
                <a:solidFill>
                  <a:srgbClr val="7351C7"/>
                </a:solidFill>
                <a:latin typeface="DejaVu Sans"/>
                <a:ea typeface="DejaVu Sans"/>
                <a:cs typeface="DejaVu Sans"/>
              </a:rPr>
              <a:t>1 × 1 Conv1d</a:t>
            </a:r>
          </a:p>
          <a:p xmlns:a="http://schemas.openxmlformats.org/drawingml/2006/main">
            <a:pPr algn="ctr">
              <a:defRPr sz="1800" b="1">
                <a:solidFill>
                  <a:srgbClr val="7351C7"/>
                </a:solidFill>
                <a:latin typeface="DejaVu Sans"/>
                <a:ea typeface="DejaVu Sans"/>
                <a:cs typeface="DejaVu Sans"/>
              </a:defRPr>
            </a:pPr>
            <a:r>
              <a:rPr sz="1800" b="1">
                <a:solidFill>
                  <a:srgbClr val="7351C7"/>
                </a:solidFill>
                <a:latin typeface="DejaVu Sans"/>
                <a:ea typeface="DejaVu Sans"/>
                <a:cs typeface="DejaVu Sans"/>
              </a:rPr>
              <a:t>BN + ReLU</a:t>
            </a:r>
          </a:p>
          <a:p xmlns:a="http://schemas.openxmlformats.org/drawingml/2006/main">
            <a:pPr algn="ctr">
              <a:defRPr sz="1800" b="1">
                <a:solidFill>
                  <a:srgbClr val="7351C7"/>
                </a:solidFill>
                <a:latin typeface="DejaVu Sans"/>
                <a:ea typeface="DejaVu Sans"/>
                <a:cs typeface="DejaVu Sans"/>
              </a:defRPr>
            </a:pPr>
            <a:r>
              <a:rPr sz="1800" b="1">
                <a:solidFill>
                  <a:srgbClr val="7351C7"/>
                </a:solidFill>
                <a:latin typeface="DejaVu Sans"/>
                <a:ea typeface="DejaVu Sans"/>
                <a:cs typeface="DejaVu Sans"/>
              </a:rPr>
              <a:t>256 → 128</a:t>
            </a:r>
          </a:p>
        </p:txBody>
      </p:sp>
      <p:sp>
        <p:nvSpPr>
          <p:cNvPr id="15" name="path-1137">
            <a:extLst xmlns:a="http://schemas.openxmlformats.org/drawingml/2006/main">
              <a:ext uri="{FF2B5EF4-FFF2-40B4-BE49-F238E27FC236}">
                <a16:creationId xmlns:a16="http://schemas.microsoft.com/office/drawing/2014/main" id="{73E97032-4A7F-460C-BCA2-A7E28298D6B5}"/>
              </a:ext>
            </a:extLst>
          </p:cNvPr>
          <p:cNvSpPr>
            <a:spLocks xmlns:a="http://schemas.openxmlformats.org/drawingml/2006/main" noGrp="1"/>
          </p:cNvSpPr>
          <p:nvPr/>
        </p:nvSpPr>
        <p:spPr>
          <a:xfrm xmlns:a="http://schemas.openxmlformats.org/drawingml/2006/main">
            <a:off x="5286375" y="2962275"/>
            <a:ext cx="619125" cy="953"/>
          </a:xfrm>
          <a:custGeom xmlns:a="http://schemas.openxmlformats.org/drawingml/2006/main">
            <a:pathLst>
              <a:path w="619125" h="953">
                <a:moveTo>
                  <a:pt x="0" y="0"/>
                </a:moveTo>
                <a:lnTo>
                  <a:pt x="619125" y="0"/>
                </a:lnTo>
              </a:path>
            </a:pathLst>
          </a:custGeom>
          <a:noFill xmlns:a="http://schemas.openxmlformats.org/drawingml/2006/main"/>
          <a:ln xmlns:a="http://schemas.openxmlformats.org/drawingml/2006/main" w="22860">
            <a:solidFill>
              <a:srgbClr val="7351C7"/>
            </a:solidFill>
            <a:prstDash val="solid"/>
          </a:ln>
        </p:spPr>
      </p:sp>
      <p:sp>
        <p:nvSpPr>
          <p:cNvPr id="16" name="path-1138">
            <a:extLst xmlns:a="http://schemas.openxmlformats.org/drawingml/2006/main">
              <a:ext uri="{FF2B5EF4-FFF2-40B4-BE49-F238E27FC236}">
                <a16:creationId xmlns:a16="http://schemas.microsoft.com/office/drawing/2014/main" id="{98D55A0A-8F1F-47C1-9522-6E51E8AAE2E6}"/>
              </a:ext>
            </a:extLst>
          </p:cNvPr>
          <p:cNvSpPr>
            <a:spLocks xmlns:a="http://schemas.openxmlformats.org/drawingml/2006/main" noGrp="1"/>
          </p:cNvSpPr>
          <p:nvPr/>
        </p:nvSpPr>
        <p:spPr>
          <a:xfrm xmlns:a="http://schemas.openxmlformats.org/drawingml/2006/main">
            <a:off x="5810250" y="2918460"/>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7351C7"/>
          </a:solidFill>
          <a:ln xmlns:a="http://schemas.openxmlformats.org/drawingml/2006/main" w="0">
            <a:solidFill>
              <a:srgbClr val="7351C7"/>
            </a:solidFill>
            <a:prstDash val="solid"/>
          </a:ln>
        </p:spPr>
      </p:sp>
      <p:sp>
        <p:nvSpPr>
          <p:cNvPr id="17" name="shape-1139">
            <a:extLst xmlns:a="http://schemas.openxmlformats.org/drawingml/2006/main">
              <a:ext uri="{FF2B5EF4-FFF2-40B4-BE49-F238E27FC236}">
                <a16:creationId xmlns:a16="http://schemas.microsoft.com/office/drawing/2014/main" id="{DFE7A31A-5615-481E-98D4-698A218008FD}"/>
              </a:ext>
            </a:extLst>
          </p:cNvPr>
          <p:cNvSpPr>
            <a:spLocks xmlns:a="http://schemas.openxmlformats.org/drawingml/2006/main" noGrp="1"/>
          </p:cNvSpPr>
          <p:nvPr/>
        </p:nvSpPr>
        <p:spPr>
          <a:xfrm xmlns:a="http://schemas.openxmlformats.org/drawingml/2006/main" rot="0">
            <a:off x="8439150" y="2409825"/>
            <a:ext cx="2600325" cy="1114425"/>
          </a:xfrm>
          <a:prstGeom xmlns:a="http://schemas.openxmlformats.org/drawingml/2006/main" prst="rect">
            <a:avLst/>
          </a:prstGeom>
          <a:solidFill xmlns:a="http://schemas.openxmlformats.org/drawingml/2006/main">
            <a:srgbClr val="EEE7FA"/>
          </a:solidFill>
          <a:ln xmlns:a="http://schemas.openxmlformats.org/drawingml/2006/main" w="15240">
            <a:solidFill>
              <a:srgbClr val="7351C7"/>
            </a:solidFill>
            <a:prstDash val="solid"/>
          </a:ln>
        </p:spPr>
      </p:sp>
      <p:sp>
        <p:nvSpPr>
          <p:cNvPr id="18" name="label-1140">
            <a:extLst xmlns:a="http://schemas.openxmlformats.org/drawingml/2006/main">
              <a:ext uri="{FF2B5EF4-FFF2-40B4-BE49-F238E27FC236}">
                <a16:creationId xmlns:a16="http://schemas.microsoft.com/office/drawing/2014/main" id="{39A9B9C5-142E-460F-9C1E-E9FC25679EFA}"/>
              </a:ext>
            </a:extLst>
          </p:cNvPr>
          <p:cNvSpPr>
            <a:spLocks xmlns:a="http://schemas.openxmlformats.org/drawingml/2006/main" noGrp="1"/>
          </p:cNvSpPr>
          <p:nvPr/>
        </p:nvSpPr>
        <p:spPr>
          <a:xfrm xmlns:a="http://schemas.openxmlformats.org/drawingml/2006/main">
            <a:off x="8515350" y="2457450"/>
            <a:ext cx="2447925" cy="1019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7351C7"/>
                </a:solidFill>
                <a:latin typeface="DejaVu Sans"/>
                <a:ea typeface="DejaVu Sans"/>
                <a:cs typeface="DejaVu Sans"/>
              </a:defRPr>
            </a:defPPr>
            <a:lvl1pPr algn="ctr">
              <a:defRPr sz="1725" b="1">
                <a:solidFill>
                  <a:srgbClr val="7351C7"/>
                </a:solidFill>
                <a:latin typeface="DejaVu Sans"/>
                <a:ea typeface="DejaVu Sans"/>
                <a:cs typeface="DejaVu Sans"/>
              </a:defRPr>
            </a:lvl1pPr>
            <a:lvl2pPr algn="ctr">
              <a:defRPr sz="1725" b="1">
                <a:solidFill>
                  <a:srgbClr val="7351C7"/>
                </a:solidFill>
                <a:latin typeface="DejaVu Sans"/>
                <a:ea typeface="DejaVu Sans"/>
                <a:cs typeface="DejaVu Sans"/>
              </a:defRPr>
            </a:lvl2pPr>
            <a:lvl3pPr algn="ctr">
              <a:defRPr sz="1725" b="1">
                <a:solidFill>
                  <a:srgbClr val="7351C7"/>
                </a:solidFill>
                <a:latin typeface="DejaVu Sans"/>
                <a:ea typeface="DejaVu Sans"/>
                <a:cs typeface="DejaVu Sans"/>
              </a:defRPr>
            </a:lvl3pPr>
            <a:lvl4pPr algn="ctr">
              <a:defRPr sz="1725" b="1">
                <a:solidFill>
                  <a:srgbClr val="7351C7"/>
                </a:solidFill>
                <a:latin typeface="DejaVu Sans"/>
                <a:ea typeface="DejaVu Sans"/>
                <a:cs typeface="DejaVu Sans"/>
              </a:defRPr>
            </a:lvl4pPr>
            <a:lvl5pPr algn="ctr">
              <a:defRPr sz="1725" b="1">
                <a:solidFill>
                  <a:srgbClr val="7351C7"/>
                </a:solidFill>
                <a:latin typeface="DejaVu Sans"/>
                <a:ea typeface="DejaVu Sans"/>
                <a:cs typeface="DejaVu Sans"/>
              </a:defRPr>
            </a:lvl5pPr>
            <a:lvl6pPr algn="ctr">
              <a:defRPr sz="1725" b="1">
                <a:solidFill>
                  <a:srgbClr val="7351C7"/>
                </a:solidFill>
                <a:latin typeface="DejaVu Sans"/>
                <a:ea typeface="DejaVu Sans"/>
                <a:cs typeface="DejaVu Sans"/>
              </a:defRPr>
            </a:lvl6pPr>
            <a:lvl7pPr algn="ctr">
              <a:defRPr sz="1725" b="1">
                <a:solidFill>
                  <a:srgbClr val="7351C7"/>
                </a:solidFill>
                <a:latin typeface="DejaVu Sans"/>
                <a:ea typeface="DejaVu Sans"/>
                <a:cs typeface="DejaVu Sans"/>
              </a:defRPr>
            </a:lvl7pPr>
            <a:lvl8pPr algn="ctr">
              <a:defRPr sz="1725" b="1">
                <a:solidFill>
                  <a:srgbClr val="7351C7"/>
                </a:solidFill>
                <a:latin typeface="DejaVu Sans"/>
                <a:ea typeface="DejaVu Sans"/>
                <a:cs typeface="DejaVu Sans"/>
              </a:defRPr>
            </a:lvl8pPr>
            <a:lvl9pPr algn="ctr">
              <a:defRPr sz="1725" b="1">
                <a:solidFill>
                  <a:srgbClr val="7351C7"/>
                </a:solidFill>
                <a:latin typeface="DejaVu Sans"/>
                <a:ea typeface="DejaVu Sans"/>
                <a:cs typeface="DejaVu Sans"/>
              </a:defRPr>
            </a:lvl9pPr>
          </a:lstStyle>
          <a:p xmlns:a="http://schemas.openxmlformats.org/drawingml/2006/main">
            <a:pPr algn="ctr">
              <a:defRPr sz="1725" b="1">
                <a:solidFill>
                  <a:srgbClr val="7351C7"/>
                </a:solidFill>
                <a:latin typeface="DejaVu Sans"/>
                <a:ea typeface="DejaVu Sans"/>
                <a:cs typeface="DejaVu Sans"/>
              </a:defRPr>
            </a:pPr>
            <a:r>
              <a:rPr sz="1725" b="1">
                <a:solidFill>
                  <a:srgbClr val="7351C7"/>
                </a:solidFill>
                <a:latin typeface="DejaVu Sans"/>
                <a:ea typeface="DejaVu Sans"/>
                <a:cs typeface="DejaVu Sans"/>
              </a:rPr>
              <a:t>Box residual heads</a:t>
            </a:r>
          </a:p>
          <a:p xmlns:a="http://schemas.openxmlformats.org/drawingml/2006/main">
            <a:pPr algn="ctr">
              <a:defRPr sz="1725" b="1">
                <a:solidFill>
                  <a:srgbClr val="7351C7"/>
                </a:solidFill>
                <a:latin typeface="DejaVu Sans"/>
                <a:ea typeface="DejaVu Sans"/>
                <a:cs typeface="DejaVu Sans"/>
              </a:defRPr>
            </a:pPr>
            <a:r>
              <a:rPr sz="1725" b="1">
                <a:solidFill>
                  <a:srgbClr val="7351C7"/>
                </a:solidFill>
                <a:latin typeface="DejaVu Sans"/>
                <a:ea typeface="DejaVu Sans"/>
                <a:cs typeface="DejaVu Sans"/>
              </a:rPr>
              <a:t>2 convs per head</a:t>
            </a:r>
          </a:p>
        </p:txBody>
      </p:sp>
      <p:sp>
        <p:nvSpPr>
          <p:cNvPr id="19" name="path-1141">
            <a:extLst xmlns:a="http://schemas.openxmlformats.org/drawingml/2006/main">
              <a:ext uri="{FF2B5EF4-FFF2-40B4-BE49-F238E27FC236}">
                <a16:creationId xmlns:a16="http://schemas.microsoft.com/office/drawing/2014/main" id="{A1156FA8-6457-4816-AE49-50C6166E1F91}"/>
              </a:ext>
            </a:extLst>
          </p:cNvPr>
          <p:cNvSpPr>
            <a:spLocks xmlns:a="http://schemas.openxmlformats.org/drawingml/2006/main" noGrp="1"/>
          </p:cNvSpPr>
          <p:nvPr/>
        </p:nvSpPr>
        <p:spPr>
          <a:xfrm xmlns:a="http://schemas.openxmlformats.org/drawingml/2006/main">
            <a:off x="7858125" y="2962275"/>
            <a:ext cx="581025" cy="953"/>
          </a:xfrm>
          <a:custGeom xmlns:a="http://schemas.openxmlformats.org/drawingml/2006/main">
            <a:pathLst>
              <a:path w="581025" h="953">
                <a:moveTo>
                  <a:pt x="0" y="0"/>
                </a:moveTo>
                <a:lnTo>
                  <a:pt x="581025" y="0"/>
                </a:lnTo>
              </a:path>
            </a:pathLst>
          </a:custGeom>
          <a:noFill xmlns:a="http://schemas.openxmlformats.org/drawingml/2006/main"/>
          <a:ln xmlns:a="http://schemas.openxmlformats.org/drawingml/2006/main" w="22860">
            <a:solidFill>
              <a:srgbClr val="7351C7"/>
            </a:solidFill>
            <a:prstDash val="solid"/>
          </a:ln>
        </p:spPr>
      </p:sp>
      <p:sp>
        <p:nvSpPr>
          <p:cNvPr id="20" name="path-1142">
            <a:extLst xmlns:a="http://schemas.openxmlformats.org/drawingml/2006/main">
              <a:ext uri="{FF2B5EF4-FFF2-40B4-BE49-F238E27FC236}">
                <a16:creationId xmlns:a16="http://schemas.microsoft.com/office/drawing/2014/main" id="{2BAD36F9-E569-4FB6-85E1-736194CD4758}"/>
              </a:ext>
            </a:extLst>
          </p:cNvPr>
          <p:cNvSpPr>
            <a:spLocks xmlns:a="http://schemas.openxmlformats.org/drawingml/2006/main" noGrp="1"/>
          </p:cNvSpPr>
          <p:nvPr/>
        </p:nvSpPr>
        <p:spPr>
          <a:xfrm xmlns:a="http://schemas.openxmlformats.org/drawingml/2006/main">
            <a:off x="8343900" y="2918460"/>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7351C7"/>
          </a:solidFill>
          <a:ln xmlns:a="http://schemas.openxmlformats.org/drawingml/2006/main" w="0">
            <a:solidFill>
              <a:srgbClr val="7351C7"/>
            </a:solidFill>
            <a:prstDash val="solid"/>
          </a:ln>
        </p:spPr>
      </p:sp>
      <p:sp>
        <p:nvSpPr>
          <p:cNvPr id="21" name="shape-1143">
            <a:extLst xmlns:a="http://schemas.openxmlformats.org/drawingml/2006/main">
              <a:ext uri="{FF2B5EF4-FFF2-40B4-BE49-F238E27FC236}">
                <a16:creationId xmlns:a16="http://schemas.microsoft.com/office/drawing/2014/main" id="{C4D265E8-079C-4A6A-946A-EBDD6A361316}"/>
              </a:ext>
            </a:extLst>
          </p:cNvPr>
          <p:cNvSpPr>
            <a:spLocks xmlns:a="http://schemas.openxmlformats.org/drawingml/2006/main" noGrp="1"/>
          </p:cNvSpPr>
          <p:nvPr/>
        </p:nvSpPr>
        <p:spPr>
          <a:xfrm xmlns:a="http://schemas.openxmlformats.org/drawingml/2006/main" rot="0">
            <a:off x="533400" y="5067300"/>
            <a:ext cx="2962275" cy="638175"/>
          </a:xfrm>
          <a:prstGeom xmlns:a="http://schemas.openxmlformats.org/drawingml/2006/main" prst="rect">
            <a:avLst/>
          </a:prstGeom>
          <a:solidFill xmlns:a="http://schemas.openxmlformats.org/drawingml/2006/main">
            <a:srgbClr val="E5EBF2"/>
          </a:solidFill>
          <a:ln xmlns:a="http://schemas.openxmlformats.org/drawingml/2006/main" w="15240">
            <a:solidFill>
              <a:srgbClr val="304C68"/>
            </a:solidFill>
            <a:prstDash val="solid"/>
          </a:ln>
        </p:spPr>
      </p:sp>
      <p:sp>
        <p:nvSpPr>
          <p:cNvPr id="22" name="label-1144">
            <a:extLst xmlns:a="http://schemas.openxmlformats.org/drawingml/2006/main">
              <a:ext uri="{FF2B5EF4-FFF2-40B4-BE49-F238E27FC236}">
                <a16:creationId xmlns:a16="http://schemas.microsoft.com/office/drawing/2014/main" id="{BE498726-825A-4D40-8CEE-C29682C5CE86}"/>
              </a:ext>
            </a:extLst>
          </p:cNvPr>
          <p:cNvSpPr>
            <a:spLocks xmlns:a="http://schemas.openxmlformats.org/drawingml/2006/main" noGrp="1"/>
          </p:cNvSpPr>
          <p:nvPr/>
        </p:nvSpPr>
        <p:spPr>
          <a:xfrm xmlns:a="http://schemas.openxmlformats.org/drawingml/2006/main">
            <a:off x="609600" y="5114925"/>
            <a:ext cx="2809875"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950" b="1">
                <a:solidFill>
                  <a:srgbClr val="304C68"/>
                </a:solidFill>
                <a:latin typeface="DejaVu Sans"/>
                <a:ea typeface="DejaVu Sans"/>
                <a:cs typeface="DejaVu Sans"/>
              </a:defRPr>
            </a:defPPr>
            <a:lvl1pPr algn="ctr">
              <a:defRPr sz="1950" b="1">
                <a:solidFill>
                  <a:srgbClr val="304C68"/>
                </a:solidFill>
                <a:latin typeface="DejaVu Sans"/>
                <a:ea typeface="DejaVu Sans"/>
                <a:cs typeface="DejaVu Sans"/>
              </a:defRPr>
            </a:lvl1pPr>
            <a:lvl2pPr algn="ctr">
              <a:defRPr sz="1950" b="1">
                <a:solidFill>
                  <a:srgbClr val="304C68"/>
                </a:solidFill>
                <a:latin typeface="DejaVu Sans"/>
                <a:ea typeface="DejaVu Sans"/>
                <a:cs typeface="DejaVu Sans"/>
              </a:defRPr>
            </a:lvl2pPr>
            <a:lvl3pPr algn="ctr">
              <a:defRPr sz="1950" b="1">
                <a:solidFill>
                  <a:srgbClr val="304C68"/>
                </a:solidFill>
                <a:latin typeface="DejaVu Sans"/>
                <a:ea typeface="DejaVu Sans"/>
                <a:cs typeface="DejaVu Sans"/>
              </a:defRPr>
            </a:lvl3pPr>
            <a:lvl4pPr algn="ctr">
              <a:defRPr sz="1950" b="1">
                <a:solidFill>
                  <a:srgbClr val="304C68"/>
                </a:solidFill>
                <a:latin typeface="DejaVu Sans"/>
                <a:ea typeface="DejaVu Sans"/>
                <a:cs typeface="DejaVu Sans"/>
              </a:defRPr>
            </a:lvl4pPr>
            <a:lvl5pPr algn="ctr">
              <a:defRPr sz="1950" b="1">
                <a:solidFill>
                  <a:srgbClr val="304C68"/>
                </a:solidFill>
                <a:latin typeface="DejaVu Sans"/>
                <a:ea typeface="DejaVu Sans"/>
                <a:cs typeface="DejaVu Sans"/>
              </a:defRPr>
            </a:lvl5pPr>
            <a:lvl6pPr algn="ctr">
              <a:defRPr sz="1950" b="1">
                <a:solidFill>
                  <a:srgbClr val="304C68"/>
                </a:solidFill>
                <a:latin typeface="DejaVu Sans"/>
                <a:ea typeface="DejaVu Sans"/>
                <a:cs typeface="DejaVu Sans"/>
              </a:defRPr>
            </a:lvl6pPr>
            <a:lvl7pPr algn="ctr">
              <a:defRPr sz="1950" b="1">
                <a:solidFill>
                  <a:srgbClr val="304C68"/>
                </a:solidFill>
                <a:latin typeface="DejaVu Sans"/>
                <a:ea typeface="DejaVu Sans"/>
                <a:cs typeface="DejaVu Sans"/>
              </a:defRPr>
            </a:lvl7pPr>
            <a:lvl8pPr algn="ctr">
              <a:defRPr sz="1950" b="1">
                <a:solidFill>
                  <a:srgbClr val="304C68"/>
                </a:solidFill>
                <a:latin typeface="DejaVu Sans"/>
                <a:ea typeface="DejaVu Sans"/>
                <a:cs typeface="DejaVu Sans"/>
              </a:defRPr>
            </a:lvl8pPr>
            <a:lvl9pPr algn="ctr">
              <a:defRPr sz="1950" b="1">
                <a:solidFill>
                  <a:srgbClr val="304C68"/>
                </a:solidFill>
                <a:latin typeface="DejaVu Sans"/>
                <a:ea typeface="DejaVu Sans"/>
                <a:cs typeface="DejaVu Sans"/>
              </a:defRPr>
            </a:lvl9pPr>
          </a:lstStyle>
          <a:p xmlns:a="http://schemas.openxmlformats.org/drawingml/2006/main">
            <a:pPr algn="ctr">
              <a:defRPr sz="1950" b="1">
                <a:solidFill>
                  <a:srgbClr val="304C68"/>
                </a:solidFill>
                <a:latin typeface="DejaVu Sans"/>
                <a:ea typeface="DejaVu Sans"/>
                <a:cs typeface="DejaVu Sans"/>
              </a:defRPr>
            </a:pPr>
            <a:r>
              <a:rPr sz="1950" b="1">
                <a:solidFill>
                  <a:srgbClr val="304C68"/>
                </a:solidFill>
                <a:latin typeface="DejaVu Sans"/>
                <a:ea typeface="DejaVu Sans"/>
                <a:cs typeface="DejaVu Sans"/>
              </a:rPr>
              <a:t>Coarse box code b</a:t>
            </a:r>
          </a:p>
        </p:txBody>
      </p:sp>
      <p:sp>
        <p:nvSpPr>
          <p:cNvPr id="23" name="shape-1145">
            <a:extLst xmlns:a="http://schemas.openxmlformats.org/drawingml/2006/main">
              <a:ext uri="{FF2B5EF4-FFF2-40B4-BE49-F238E27FC236}">
                <a16:creationId xmlns:a16="http://schemas.microsoft.com/office/drawing/2014/main" id="{669E22A3-339F-4402-98F6-727080F258E5}"/>
              </a:ext>
            </a:extLst>
          </p:cNvPr>
          <p:cNvSpPr>
            <a:spLocks xmlns:a="http://schemas.openxmlformats.org/drawingml/2006/main" noGrp="1"/>
          </p:cNvSpPr>
          <p:nvPr/>
        </p:nvSpPr>
        <p:spPr>
          <a:xfrm xmlns:a="http://schemas.openxmlformats.org/drawingml/2006/main" rot="0">
            <a:off x="11049000" y="5181600"/>
            <a:ext cx="438150" cy="438150"/>
          </a:xfrm>
          <a:prstGeom xmlns:a="http://schemas.openxmlformats.org/drawingml/2006/main" prst="ellipse">
            <a:avLst/>
          </a:prstGeom>
          <a:solidFill xmlns:a="http://schemas.openxmlformats.org/drawingml/2006/main">
            <a:srgbClr val="FFFFFF"/>
          </a:solidFill>
          <a:ln xmlns:a="http://schemas.openxmlformats.org/drawingml/2006/main" w="19050">
            <a:solidFill>
              <a:srgbClr val="7351C7"/>
            </a:solidFill>
            <a:prstDash val="solid"/>
          </a:ln>
        </p:spPr>
      </p:sp>
      <p:sp>
        <p:nvSpPr>
          <p:cNvPr id="24" name="label-1146">
            <a:extLst xmlns:a="http://schemas.openxmlformats.org/drawingml/2006/main">
              <a:ext uri="{FF2B5EF4-FFF2-40B4-BE49-F238E27FC236}">
                <a16:creationId xmlns:a16="http://schemas.microsoft.com/office/drawing/2014/main" id="{4621D26A-8D9D-4916-A33C-952DD8EA8BA8}"/>
              </a:ext>
            </a:extLst>
          </p:cNvPr>
          <p:cNvSpPr>
            <a:spLocks xmlns:a="http://schemas.openxmlformats.org/drawingml/2006/main" noGrp="1"/>
          </p:cNvSpPr>
          <p:nvPr/>
        </p:nvSpPr>
        <p:spPr>
          <a:xfrm xmlns:a="http://schemas.openxmlformats.org/drawingml/2006/main">
            <a:off x="11049000" y="5181600"/>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2025" b="1">
                <a:solidFill>
                  <a:srgbClr val="7351C7"/>
                </a:solidFill>
                <a:latin typeface="DejaVu Sans"/>
                <a:ea typeface="DejaVu Sans"/>
                <a:cs typeface="DejaVu Sans"/>
              </a:defRPr>
            </a:defPPr>
            <a:lvl1pPr algn="ctr">
              <a:defRPr sz="2025" b="1">
                <a:solidFill>
                  <a:srgbClr val="7351C7"/>
                </a:solidFill>
                <a:latin typeface="DejaVu Sans"/>
                <a:ea typeface="DejaVu Sans"/>
                <a:cs typeface="DejaVu Sans"/>
              </a:defRPr>
            </a:lvl1pPr>
            <a:lvl2pPr algn="ctr">
              <a:defRPr sz="2025" b="1">
                <a:solidFill>
                  <a:srgbClr val="7351C7"/>
                </a:solidFill>
                <a:latin typeface="DejaVu Sans"/>
                <a:ea typeface="DejaVu Sans"/>
                <a:cs typeface="DejaVu Sans"/>
              </a:defRPr>
            </a:lvl2pPr>
            <a:lvl3pPr algn="ctr">
              <a:defRPr sz="2025" b="1">
                <a:solidFill>
                  <a:srgbClr val="7351C7"/>
                </a:solidFill>
                <a:latin typeface="DejaVu Sans"/>
                <a:ea typeface="DejaVu Sans"/>
                <a:cs typeface="DejaVu Sans"/>
              </a:defRPr>
            </a:lvl3pPr>
            <a:lvl4pPr algn="ctr">
              <a:defRPr sz="2025" b="1">
                <a:solidFill>
                  <a:srgbClr val="7351C7"/>
                </a:solidFill>
                <a:latin typeface="DejaVu Sans"/>
                <a:ea typeface="DejaVu Sans"/>
                <a:cs typeface="DejaVu Sans"/>
              </a:defRPr>
            </a:lvl4pPr>
            <a:lvl5pPr algn="ctr">
              <a:defRPr sz="2025" b="1">
                <a:solidFill>
                  <a:srgbClr val="7351C7"/>
                </a:solidFill>
                <a:latin typeface="DejaVu Sans"/>
                <a:ea typeface="DejaVu Sans"/>
                <a:cs typeface="DejaVu Sans"/>
              </a:defRPr>
            </a:lvl5pPr>
            <a:lvl6pPr algn="ctr">
              <a:defRPr sz="2025" b="1">
                <a:solidFill>
                  <a:srgbClr val="7351C7"/>
                </a:solidFill>
                <a:latin typeface="DejaVu Sans"/>
                <a:ea typeface="DejaVu Sans"/>
                <a:cs typeface="DejaVu Sans"/>
              </a:defRPr>
            </a:lvl6pPr>
            <a:lvl7pPr algn="ctr">
              <a:defRPr sz="2025" b="1">
                <a:solidFill>
                  <a:srgbClr val="7351C7"/>
                </a:solidFill>
                <a:latin typeface="DejaVu Sans"/>
                <a:ea typeface="DejaVu Sans"/>
                <a:cs typeface="DejaVu Sans"/>
              </a:defRPr>
            </a:lvl7pPr>
            <a:lvl8pPr algn="ctr">
              <a:defRPr sz="2025" b="1">
                <a:solidFill>
                  <a:srgbClr val="7351C7"/>
                </a:solidFill>
                <a:latin typeface="DejaVu Sans"/>
                <a:ea typeface="DejaVu Sans"/>
                <a:cs typeface="DejaVu Sans"/>
              </a:defRPr>
            </a:lvl8pPr>
            <a:lvl9pPr algn="ctr">
              <a:defRPr sz="2025" b="1">
                <a:solidFill>
                  <a:srgbClr val="7351C7"/>
                </a:solidFill>
                <a:latin typeface="DejaVu Sans"/>
                <a:ea typeface="DejaVu Sans"/>
                <a:cs typeface="DejaVu Sans"/>
              </a:defRPr>
            </a:lvl9pPr>
          </a:lstStyle>
          <a:p xmlns:a="http://schemas.openxmlformats.org/drawingml/2006/main">
            <a:pPr algn="ctr">
              <a:defRPr sz="2025" b="1">
                <a:solidFill>
                  <a:srgbClr val="7351C7"/>
                </a:solidFill>
                <a:latin typeface="DejaVu Sans"/>
                <a:ea typeface="DejaVu Sans"/>
                <a:cs typeface="DejaVu Sans"/>
              </a:defRPr>
            </a:pPr>
            <a:r>
              <a:rPr sz="2025" b="1">
                <a:solidFill>
                  <a:srgbClr val="7351C7"/>
                </a:solidFill>
                <a:latin typeface="DejaVu Sans"/>
                <a:ea typeface="DejaVu Sans"/>
                <a:cs typeface="DejaVu Sans"/>
              </a:rPr>
              <a:t>+</a:t>
            </a:r>
          </a:p>
        </p:txBody>
      </p:sp>
      <p:sp>
        <p:nvSpPr>
          <p:cNvPr id="25" name="path-1147">
            <a:extLst xmlns:a="http://schemas.openxmlformats.org/drawingml/2006/main">
              <a:ext uri="{FF2B5EF4-FFF2-40B4-BE49-F238E27FC236}">
                <a16:creationId xmlns:a16="http://schemas.microsoft.com/office/drawing/2014/main" id="{29AC4CFE-39D1-43A1-8FFE-27D78D8460B9}"/>
              </a:ext>
            </a:extLst>
          </p:cNvPr>
          <p:cNvSpPr>
            <a:spLocks xmlns:a="http://schemas.openxmlformats.org/drawingml/2006/main" noGrp="1"/>
          </p:cNvSpPr>
          <p:nvPr/>
        </p:nvSpPr>
        <p:spPr>
          <a:xfrm xmlns:a="http://schemas.openxmlformats.org/drawingml/2006/main">
            <a:off x="3495675" y="5400675"/>
            <a:ext cx="7553325" cy="953"/>
          </a:xfrm>
          <a:custGeom xmlns:a="http://schemas.openxmlformats.org/drawingml/2006/main">
            <a:pathLst>
              <a:path w="7553325" h="953">
                <a:moveTo>
                  <a:pt x="0" y="0"/>
                </a:moveTo>
                <a:lnTo>
                  <a:pt x="7553325" y="0"/>
                </a:lnTo>
              </a:path>
            </a:pathLst>
          </a:custGeom>
          <a:noFill xmlns:a="http://schemas.openxmlformats.org/drawingml/2006/main"/>
          <a:ln xmlns:a="http://schemas.openxmlformats.org/drawingml/2006/main" w="22860">
            <a:solidFill>
              <a:srgbClr val="304C68"/>
            </a:solidFill>
            <a:prstDash val="solid"/>
          </a:ln>
        </p:spPr>
      </p:sp>
      <p:sp>
        <p:nvSpPr>
          <p:cNvPr id="26" name="path-1148">
            <a:extLst xmlns:a="http://schemas.openxmlformats.org/drawingml/2006/main">
              <a:ext uri="{FF2B5EF4-FFF2-40B4-BE49-F238E27FC236}">
                <a16:creationId xmlns:a16="http://schemas.microsoft.com/office/drawing/2014/main" id="{60274BE9-6771-4322-A896-E6D5F2D38F8D}"/>
              </a:ext>
            </a:extLst>
          </p:cNvPr>
          <p:cNvSpPr>
            <a:spLocks xmlns:a="http://schemas.openxmlformats.org/drawingml/2006/main" noGrp="1"/>
          </p:cNvSpPr>
          <p:nvPr/>
        </p:nvSpPr>
        <p:spPr>
          <a:xfrm xmlns:a="http://schemas.openxmlformats.org/drawingml/2006/main">
            <a:off x="10953750" y="5356860"/>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304C68"/>
          </a:solidFill>
          <a:ln xmlns:a="http://schemas.openxmlformats.org/drawingml/2006/main" w="0">
            <a:solidFill>
              <a:srgbClr val="304C68"/>
            </a:solidFill>
            <a:prstDash val="solid"/>
          </a:ln>
        </p:spPr>
      </p:sp>
      <p:sp>
        <p:nvSpPr>
          <p:cNvPr id="27" name="path-1149">
            <a:extLst xmlns:a="http://schemas.openxmlformats.org/drawingml/2006/main">
              <a:ext uri="{FF2B5EF4-FFF2-40B4-BE49-F238E27FC236}">
                <a16:creationId xmlns:a16="http://schemas.microsoft.com/office/drawing/2014/main" id="{89DA76EE-DB83-4FE9-916A-F1909572D87E}"/>
              </a:ext>
            </a:extLst>
          </p:cNvPr>
          <p:cNvSpPr>
            <a:spLocks xmlns:a="http://schemas.openxmlformats.org/drawingml/2006/main" noGrp="1"/>
          </p:cNvSpPr>
          <p:nvPr/>
        </p:nvSpPr>
        <p:spPr>
          <a:xfrm xmlns:a="http://schemas.openxmlformats.org/drawingml/2006/main">
            <a:off x="11039475" y="2962275"/>
            <a:ext cx="228600" cy="2219325"/>
          </a:xfrm>
          <a:custGeom xmlns:a="http://schemas.openxmlformats.org/drawingml/2006/main">
            <a:pathLst>
              <a:path w="228600" h="2219325">
                <a:moveTo>
                  <a:pt x="0" y="0"/>
                </a:moveTo>
                <a:lnTo>
                  <a:pt x="228600" y="0"/>
                </a:lnTo>
                <a:lnTo>
                  <a:pt x="228600" y="2219325"/>
                </a:lnTo>
              </a:path>
            </a:pathLst>
          </a:custGeom>
          <a:noFill xmlns:a="http://schemas.openxmlformats.org/drawingml/2006/main"/>
          <a:ln xmlns:a="http://schemas.openxmlformats.org/drawingml/2006/main" w="22860">
            <a:solidFill>
              <a:srgbClr val="7351C7"/>
            </a:solidFill>
            <a:prstDash val="solid"/>
          </a:ln>
        </p:spPr>
      </p:sp>
      <p:sp>
        <p:nvSpPr>
          <p:cNvPr id="28" name="path-1150">
            <a:extLst xmlns:a="http://schemas.openxmlformats.org/drawingml/2006/main">
              <a:ext uri="{FF2B5EF4-FFF2-40B4-BE49-F238E27FC236}">
                <a16:creationId xmlns:a16="http://schemas.microsoft.com/office/drawing/2014/main" id="{661C1ED0-29CA-4B8F-BCE8-299B7893B23B}"/>
              </a:ext>
            </a:extLst>
          </p:cNvPr>
          <p:cNvSpPr>
            <a:spLocks xmlns:a="http://schemas.openxmlformats.org/drawingml/2006/main" noGrp="1"/>
          </p:cNvSpPr>
          <p:nvPr/>
        </p:nvSpPr>
        <p:spPr>
          <a:xfrm xmlns:a="http://schemas.openxmlformats.org/drawingml/2006/main">
            <a:off x="11224260" y="5086350"/>
            <a:ext cx="87630" cy="95250"/>
          </a:xfrm>
          <a:custGeom xmlns:a="http://schemas.openxmlformats.org/drawingml/2006/main">
            <a:pathLst>
              <a:path w="87630" h="95250">
                <a:moveTo>
                  <a:pt x="43815" y="95250"/>
                </a:moveTo>
                <a:lnTo>
                  <a:pt x="87630" y="0"/>
                </a:lnTo>
                <a:lnTo>
                  <a:pt x="0" y="0"/>
                </a:lnTo>
                <a:close/>
              </a:path>
            </a:pathLst>
          </a:custGeom>
          <a:solidFill xmlns:a="http://schemas.openxmlformats.org/drawingml/2006/main">
            <a:srgbClr val="7351C7"/>
          </a:solidFill>
          <a:ln xmlns:a="http://schemas.openxmlformats.org/drawingml/2006/main" w="0">
            <a:solidFill>
              <a:srgbClr val="7351C7"/>
            </a:solidFill>
            <a:prstDash val="solid"/>
          </a:ln>
        </p:spPr>
      </p:sp>
      <p:sp>
        <p:nvSpPr>
          <p:cNvPr id="29" name="label-1151">
            <a:extLst xmlns:a="http://schemas.openxmlformats.org/drawingml/2006/main">
              <a:ext uri="{FF2B5EF4-FFF2-40B4-BE49-F238E27FC236}">
                <a16:creationId xmlns:a16="http://schemas.microsoft.com/office/drawing/2014/main" id="{89F490A4-E3C1-442E-B993-D28F89AE32A9}"/>
              </a:ext>
            </a:extLst>
          </p:cNvPr>
          <p:cNvSpPr>
            <a:spLocks xmlns:a="http://schemas.openxmlformats.org/drawingml/2006/main" noGrp="1"/>
          </p:cNvSpPr>
          <p:nvPr/>
        </p:nvSpPr>
        <p:spPr>
          <a:xfrm xmlns:a="http://schemas.openxmlformats.org/drawingml/2006/main">
            <a:off x="11210925" y="4010025"/>
            <a:ext cx="571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7351C7"/>
                </a:solidFill>
                <a:latin typeface="DejaVu Sans"/>
                <a:ea typeface="DejaVu Sans"/>
                <a:cs typeface="DejaVu Sans"/>
              </a:defRPr>
            </a:defPPr>
            <a:lvl1pPr algn="l">
              <a:defRPr sz="2175" b="1">
                <a:solidFill>
                  <a:srgbClr val="7351C7"/>
                </a:solidFill>
                <a:latin typeface="DejaVu Sans"/>
                <a:ea typeface="DejaVu Sans"/>
                <a:cs typeface="DejaVu Sans"/>
              </a:defRPr>
            </a:lvl1pPr>
            <a:lvl2pPr algn="l">
              <a:defRPr sz="2175" b="1">
                <a:solidFill>
                  <a:srgbClr val="7351C7"/>
                </a:solidFill>
                <a:latin typeface="DejaVu Sans"/>
                <a:ea typeface="DejaVu Sans"/>
                <a:cs typeface="DejaVu Sans"/>
              </a:defRPr>
            </a:lvl2pPr>
            <a:lvl3pPr algn="l">
              <a:defRPr sz="2175" b="1">
                <a:solidFill>
                  <a:srgbClr val="7351C7"/>
                </a:solidFill>
                <a:latin typeface="DejaVu Sans"/>
                <a:ea typeface="DejaVu Sans"/>
                <a:cs typeface="DejaVu Sans"/>
              </a:defRPr>
            </a:lvl3pPr>
            <a:lvl4pPr algn="l">
              <a:defRPr sz="2175" b="1">
                <a:solidFill>
                  <a:srgbClr val="7351C7"/>
                </a:solidFill>
                <a:latin typeface="DejaVu Sans"/>
                <a:ea typeface="DejaVu Sans"/>
                <a:cs typeface="DejaVu Sans"/>
              </a:defRPr>
            </a:lvl4pPr>
            <a:lvl5pPr algn="l">
              <a:defRPr sz="2175" b="1">
                <a:solidFill>
                  <a:srgbClr val="7351C7"/>
                </a:solidFill>
                <a:latin typeface="DejaVu Sans"/>
                <a:ea typeface="DejaVu Sans"/>
                <a:cs typeface="DejaVu Sans"/>
              </a:defRPr>
            </a:lvl5pPr>
            <a:lvl6pPr algn="l">
              <a:defRPr sz="2175" b="1">
                <a:solidFill>
                  <a:srgbClr val="7351C7"/>
                </a:solidFill>
                <a:latin typeface="DejaVu Sans"/>
                <a:ea typeface="DejaVu Sans"/>
                <a:cs typeface="DejaVu Sans"/>
              </a:defRPr>
            </a:lvl6pPr>
            <a:lvl7pPr algn="l">
              <a:defRPr sz="2175" b="1">
                <a:solidFill>
                  <a:srgbClr val="7351C7"/>
                </a:solidFill>
                <a:latin typeface="DejaVu Sans"/>
                <a:ea typeface="DejaVu Sans"/>
                <a:cs typeface="DejaVu Sans"/>
              </a:defRPr>
            </a:lvl7pPr>
            <a:lvl8pPr algn="l">
              <a:defRPr sz="2175" b="1">
                <a:solidFill>
                  <a:srgbClr val="7351C7"/>
                </a:solidFill>
                <a:latin typeface="DejaVu Sans"/>
                <a:ea typeface="DejaVu Sans"/>
                <a:cs typeface="DejaVu Sans"/>
              </a:defRPr>
            </a:lvl8pPr>
            <a:lvl9pPr algn="l">
              <a:defRPr sz="2175" b="1">
                <a:solidFill>
                  <a:srgbClr val="7351C7"/>
                </a:solidFill>
                <a:latin typeface="DejaVu Sans"/>
                <a:ea typeface="DejaVu Sans"/>
                <a:cs typeface="DejaVu Sans"/>
              </a:defRPr>
            </a:lvl9pPr>
          </a:lstStyle>
          <a:p xmlns:a="http://schemas.openxmlformats.org/drawingml/2006/main">
            <a:pPr algn="l">
              <a:defRPr sz="2175" b="1">
                <a:solidFill>
                  <a:srgbClr val="7351C7"/>
                </a:solidFill>
                <a:latin typeface="DejaVu Sans"/>
                <a:ea typeface="DejaVu Sans"/>
                <a:cs typeface="DejaVu Sans"/>
              </a:defRPr>
            </a:pPr>
            <a:r>
              <a:rPr sz="2175" b="1">
                <a:solidFill>
                  <a:srgbClr val="7351C7"/>
                </a:solidFill>
                <a:latin typeface="DejaVu Sans"/>
                <a:ea typeface="DejaVu Sans"/>
                <a:cs typeface="DejaVu Sans"/>
              </a:rPr>
              <a:t>Δb</a:t>
            </a:r>
          </a:p>
        </p:txBody>
      </p:sp>
      <p:sp>
        <p:nvSpPr>
          <p:cNvPr id="30" name="label-1152">
            <a:extLst xmlns:a="http://schemas.openxmlformats.org/drawingml/2006/main">
              <a:ext uri="{FF2B5EF4-FFF2-40B4-BE49-F238E27FC236}">
                <a16:creationId xmlns:a16="http://schemas.microsoft.com/office/drawing/2014/main" id="{7743AC41-02E0-434E-9FDA-F9A0F92786B5}"/>
              </a:ext>
            </a:extLst>
          </p:cNvPr>
          <p:cNvSpPr>
            <a:spLocks xmlns:a="http://schemas.openxmlformats.org/drawingml/2006/main" noGrp="1"/>
          </p:cNvSpPr>
          <p:nvPr/>
        </p:nvSpPr>
        <p:spPr>
          <a:xfrm xmlns:a="http://schemas.openxmlformats.org/drawingml/2006/main">
            <a:off x="8362950" y="4562475"/>
            <a:ext cx="3295650" cy="4476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550" b="1">
                <a:solidFill>
                  <a:srgbClr val="7351C7"/>
                </a:solidFill>
                <a:latin typeface="DejaVu Sans"/>
                <a:ea typeface="DejaVu Sans"/>
                <a:cs typeface="DejaVu Sans"/>
              </a:defRPr>
            </a:defPPr>
            <a:lvl1pPr algn="ctr">
              <a:defRPr sz="2550" b="1">
                <a:solidFill>
                  <a:srgbClr val="7351C7"/>
                </a:solidFill>
                <a:latin typeface="DejaVu Sans"/>
                <a:ea typeface="DejaVu Sans"/>
                <a:cs typeface="DejaVu Sans"/>
              </a:defRPr>
            </a:lvl1pPr>
            <a:lvl2pPr algn="ctr">
              <a:defRPr sz="2550" b="1">
                <a:solidFill>
                  <a:srgbClr val="7351C7"/>
                </a:solidFill>
                <a:latin typeface="DejaVu Sans"/>
                <a:ea typeface="DejaVu Sans"/>
                <a:cs typeface="DejaVu Sans"/>
              </a:defRPr>
            </a:lvl2pPr>
            <a:lvl3pPr algn="ctr">
              <a:defRPr sz="2550" b="1">
                <a:solidFill>
                  <a:srgbClr val="7351C7"/>
                </a:solidFill>
                <a:latin typeface="DejaVu Sans"/>
                <a:ea typeface="DejaVu Sans"/>
                <a:cs typeface="DejaVu Sans"/>
              </a:defRPr>
            </a:lvl3pPr>
            <a:lvl4pPr algn="ctr">
              <a:defRPr sz="2550" b="1">
                <a:solidFill>
                  <a:srgbClr val="7351C7"/>
                </a:solidFill>
                <a:latin typeface="DejaVu Sans"/>
                <a:ea typeface="DejaVu Sans"/>
                <a:cs typeface="DejaVu Sans"/>
              </a:defRPr>
            </a:lvl4pPr>
            <a:lvl5pPr algn="ctr">
              <a:defRPr sz="2550" b="1">
                <a:solidFill>
                  <a:srgbClr val="7351C7"/>
                </a:solidFill>
                <a:latin typeface="DejaVu Sans"/>
                <a:ea typeface="DejaVu Sans"/>
                <a:cs typeface="DejaVu Sans"/>
              </a:defRPr>
            </a:lvl5pPr>
            <a:lvl6pPr algn="ctr">
              <a:defRPr sz="2550" b="1">
                <a:solidFill>
                  <a:srgbClr val="7351C7"/>
                </a:solidFill>
                <a:latin typeface="DejaVu Sans"/>
                <a:ea typeface="DejaVu Sans"/>
                <a:cs typeface="DejaVu Sans"/>
              </a:defRPr>
            </a:lvl6pPr>
            <a:lvl7pPr algn="ctr">
              <a:defRPr sz="2550" b="1">
                <a:solidFill>
                  <a:srgbClr val="7351C7"/>
                </a:solidFill>
                <a:latin typeface="DejaVu Sans"/>
                <a:ea typeface="DejaVu Sans"/>
                <a:cs typeface="DejaVu Sans"/>
              </a:defRPr>
            </a:lvl7pPr>
            <a:lvl8pPr algn="ctr">
              <a:defRPr sz="2550" b="1">
                <a:solidFill>
                  <a:srgbClr val="7351C7"/>
                </a:solidFill>
                <a:latin typeface="DejaVu Sans"/>
                <a:ea typeface="DejaVu Sans"/>
                <a:cs typeface="DejaVu Sans"/>
              </a:defRPr>
            </a:lvl8pPr>
            <a:lvl9pPr algn="ctr">
              <a:defRPr sz="2550" b="1">
                <a:solidFill>
                  <a:srgbClr val="7351C7"/>
                </a:solidFill>
                <a:latin typeface="DejaVu Sans"/>
                <a:ea typeface="DejaVu Sans"/>
                <a:cs typeface="DejaVu Sans"/>
              </a:defRPr>
            </a:lvl9pPr>
          </a:lstStyle>
          <a:p xmlns:a="http://schemas.openxmlformats.org/drawingml/2006/main">
            <a:pPr algn="ctr">
              <a:defRPr sz="2550" b="1">
                <a:solidFill>
                  <a:srgbClr val="7351C7"/>
                </a:solidFill>
                <a:latin typeface="DejaVu Sans"/>
                <a:ea typeface="DejaVu Sans"/>
                <a:cs typeface="DejaVu Sans"/>
              </a:defRPr>
            </a:pPr>
            <a:r>
              <a:rPr sz="2550" b="1">
                <a:solidFill>
                  <a:srgbClr val="7351C7"/>
                </a:solidFill>
                <a:latin typeface="DejaVu Sans"/>
                <a:ea typeface="DejaVu Sans"/>
                <a:cs typeface="DejaVu Sans"/>
              </a:rPr>
              <a:t>b′ = b + Δb</a:t>
            </a:r>
          </a:p>
        </p:txBody>
      </p:sp>
      <p:sp>
        <p:nvSpPr>
          <p:cNvPr id="31" name="label-1153">
            <a:extLst xmlns:a="http://schemas.openxmlformats.org/drawingml/2006/main">
              <a:ext uri="{FF2B5EF4-FFF2-40B4-BE49-F238E27FC236}">
                <a16:creationId xmlns:a16="http://schemas.microsoft.com/office/drawing/2014/main" id="{D23C06CB-8F6D-47FA-BCE2-35ACB7E004DF}"/>
              </a:ext>
            </a:extLst>
          </p:cNvPr>
          <p:cNvSpPr>
            <a:spLocks xmlns:a="http://schemas.openxmlformats.org/drawingml/2006/main" noGrp="1"/>
          </p:cNvSpPr>
          <p:nvPr/>
        </p:nvSpPr>
        <p:spPr>
          <a:xfrm xmlns:a="http://schemas.openxmlformats.org/drawingml/2006/main">
            <a:off x="4000500" y="3743325"/>
            <a:ext cx="75628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725" b="0">
                <a:solidFill>
                  <a:srgbClr val="7351C7"/>
                </a:solidFill>
                <a:latin typeface="DejaVu Sans"/>
                <a:ea typeface="DejaVu Sans"/>
                <a:cs typeface="DejaVu Sans"/>
              </a:defRPr>
            </a:defPPr>
            <a:lvl1pPr algn="ctr">
              <a:defRPr sz="1725" b="0">
                <a:solidFill>
                  <a:srgbClr val="7351C7"/>
                </a:solidFill>
                <a:latin typeface="DejaVu Sans"/>
                <a:ea typeface="DejaVu Sans"/>
                <a:cs typeface="DejaVu Sans"/>
              </a:defRPr>
            </a:lvl1pPr>
            <a:lvl2pPr algn="ctr">
              <a:defRPr sz="1725" b="0">
                <a:solidFill>
                  <a:srgbClr val="7351C7"/>
                </a:solidFill>
                <a:latin typeface="DejaVu Sans"/>
                <a:ea typeface="DejaVu Sans"/>
                <a:cs typeface="DejaVu Sans"/>
              </a:defRPr>
            </a:lvl2pPr>
            <a:lvl3pPr algn="ctr">
              <a:defRPr sz="1725" b="0">
                <a:solidFill>
                  <a:srgbClr val="7351C7"/>
                </a:solidFill>
                <a:latin typeface="DejaVu Sans"/>
                <a:ea typeface="DejaVu Sans"/>
                <a:cs typeface="DejaVu Sans"/>
              </a:defRPr>
            </a:lvl3pPr>
            <a:lvl4pPr algn="ctr">
              <a:defRPr sz="1725" b="0">
                <a:solidFill>
                  <a:srgbClr val="7351C7"/>
                </a:solidFill>
                <a:latin typeface="DejaVu Sans"/>
                <a:ea typeface="DejaVu Sans"/>
                <a:cs typeface="DejaVu Sans"/>
              </a:defRPr>
            </a:lvl4pPr>
            <a:lvl5pPr algn="ctr">
              <a:defRPr sz="1725" b="0">
                <a:solidFill>
                  <a:srgbClr val="7351C7"/>
                </a:solidFill>
                <a:latin typeface="DejaVu Sans"/>
                <a:ea typeface="DejaVu Sans"/>
                <a:cs typeface="DejaVu Sans"/>
              </a:defRPr>
            </a:lvl5pPr>
            <a:lvl6pPr algn="ctr">
              <a:defRPr sz="1725" b="0">
                <a:solidFill>
                  <a:srgbClr val="7351C7"/>
                </a:solidFill>
                <a:latin typeface="DejaVu Sans"/>
                <a:ea typeface="DejaVu Sans"/>
                <a:cs typeface="DejaVu Sans"/>
              </a:defRPr>
            </a:lvl6pPr>
            <a:lvl7pPr algn="ctr">
              <a:defRPr sz="1725" b="0">
                <a:solidFill>
                  <a:srgbClr val="7351C7"/>
                </a:solidFill>
                <a:latin typeface="DejaVu Sans"/>
                <a:ea typeface="DejaVu Sans"/>
                <a:cs typeface="DejaVu Sans"/>
              </a:defRPr>
            </a:lvl7pPr>
            <a:lvl8pPr algn="ctr">
              <a:defRPr sz="1725" b="0">
                <a:solidFill>
                  <a:srgbClr val="7351C7"/>
                </a:solidFill>
                <a:latin typeface="DejaVu Sans"/>
                <a:ea typeface="DejaVu Sans"/>
                <a:cs typeface="DejaVu Sans"/>
              </a:defRPr>
            </a:lvl8pPr>
            <a:lvl9pPr algn="ctr">
              <a:defRPr sz="1725" b="0">
                <a:solidFill>
                  <a:srgbClr val="7351C7"/>
                </a:solidFill>
                <a:latin typeface="DejaVu Sans"/>
                <a:ea typeface="DejaVu Sans"/>
                <a:cs typeface="DejaVu Sans"/>
              </a:defRPr>
            </a:lvl9pPr>
          </a:lstStyle>
          <a:p xmlns:a="http://schemas.openxmlformats.org/drawingml/2006/main">
            <a:pPr algn="ctr">
              <a:defRPr sz="1725" b="0">
                <a:solidFill>
                  <a:srgbClr val="7351C7"/>
                </a:solidFill>
                <a:latin typeface="DejaVu Sans"/>
                <a:ea typeface="DejaVu Sans"/>
                <a:cs typeface="DejaVu Sans"/>
              </a:defRPr>
            </a:pPr>
            <a:r>
              <a:rPr sz="1725" b="0">
                <a:solidFill>
                  <a:srgbClr val="7351C7"/>
                </a:solidFill>
                <a:latin typeface="DejaVu Sans"/>
                <a:ea typeface="DejaVu Sans"/>
                <a:cs typeface="DejaVu Sans"/>
              </a:rPr>
              <a:t>center 2   height 1   log dims 3   sin/cos 2   velocity 2</a:t>
            </a:r>
          </a:p>
        </p:txBody>
      </p:sp>
      <p:sp>
        <p:nvSpPr>
          <p:cNvPr id="32" name="path-1154">
            <a:extLst xmlns:a="http://schemas.openxmlformats.org/drawingml/2006/main">
              <a:ext uri="{FF2B5EF4-FFF2-40B4-BE49-F238E27FC236}">
                <a16:creationId xmlns:a16="http://schemas.microsoft.com/office/drawing/2014/main" id="{4460774F-972E-4894-A471-14AA96580904}"/>
              </a:ext>
            </a:extLst>
          </p:cNvPr>
          <p:cNvSpPr>
            <a:spLocks xmlns:a="http://schemas.openxmlformats.org/drawingml/2006/main" noGrp="1"/>
          </p:cNvSpPr>
          <p:nvPr/>
        </p:nvSpPr>
        <p:spPr>
          <a:xfrm xmlns:a="http://schemas.openxmlformats.org/drawingml/2006/main">
            <a:off x="533400" y="6019800"/>
            <a:ext cx="11125200" cy="953"/>
          </a:xfrm>
          <a:custGeom xmlns:a="http://schemas.openxmlformats.org/drawingml/2006/main">
            <a:pathLst>
              <a:path w="11125200" h="953">
                <a:moveTo>
                  <a:pt x="0" y="0"/>
                </a:moveTo>
                <a:lnTo>
                  <a:pt x="11125200" y="0"/>
                </a:lnTo>
              </a:path>
            </a:pathLst>
          </a:custGeom>
          <a:noFill xmlns:a="http://schemas.openxmlformats.org/drawingml/2006/main"/>
          <a:ln xmlns:a="http://schemas.openxmlformats.org/drawingml/2006/main" w="9525">
            <a:solidFill>
              <a:srgbClr val="CFD7E2"/>
            </a:solidFill>
            <a:prstDash val="solid"/>
          </a:ln>
        </p:spPr>
      </p:sp>
      <p:sp>
        <p:nvSpPr>
          <p:cNvPr id="33" name="label-1155">
            <a:extLst xmlns:a="http://schemas.openxmlformats.org/drawingml/2006/main">
              <a:ext uri="{FF2B5EF4-FFF2-40B4-BE49-F238E27FC236}">
                <a16:creationId xmlns:a16="http://schemas.microsoft.com/office/drawing/2014/main" id="{B3037113-AC29-43BD-BA02-174A7A4593A6}"/>
              </a:ext>
            </a:extLst>
          </p:cNvPr>
          <p:cNvSpPr>
            <a:spLocks xmlns:a="http://schemas.openxmlformats.org/drawingml/2006/main" noGrp="1"/>
          </p:cNvSpPr>
          <p:nvPr/>
        </p:nvSpPr>
        <p:spPr>
          <a:xfrm xmlns:a="http://schemas.openxmlformats.org/drawingml/2006/main">
            <a:off x="533400" y="6181725"/>
            <a:ext cx="10334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6253B"/>
                </a:solidFill>
                <a:latin typeface="DejaVu Sans"/>
                <a:ea typeface="DejaVu Sans"/>
                <a:cs typeface="DejaVu Sans"/>
              </a:defRPr>
            </a:defPPr>
            <a:lvl1pPr algn="l">
              <a:defRPr sz="1725" b="0">
                <a:solidFill>
                  <a:srgbClr val="16253B"/>
                </a:solidFill>
                <a:latin typeface="DejaVu Sans"/>
                <a:ea typeface="DejaVu Sans"/>
                <a:cs typeface="DejaVu Sans"/>
              </a:defRPr>
            </a:lvl1pPr>
            <a:lvl2pPr algn="l">
              <a:defRPr sz="1725" b="0">
                <a:solidFill>
                  <a:srgbClr val="16253B"/>
                </a:solidFill>
                <a:latin typeface="DejaVu Sans"/>
                <a:ea typeface="DejaVu Sans"/>
                <a:cs typeface="DejaVu Sans"/>
              </a:defRPr>
            </a:lvl2pPr>
            <a:lvl3pPr algn="l">
              <a:defRPr sz="1725" b="0">
                <a:solidFill>
                  <a:srgbClr val="16253B"/>
                </a:solidFill>
                <a:latin typeface="DejaVu Sans"/>
                <a:ea typeface="DejaVu Sans"/>
                <a:cs typeface="DejaVu Sans"/>
              </a:defRPr>
            </a:lvl3pPr>
            <a:lvl4pPr algn="l">
              <a:defRPr sz="1725" b="0">
                <a:solidFill>
                  <a:srgbClr val="16253B"/>
                </a:solidFill>
                <a:latin typeface="DejaVu Sans"/>
                <a:ea typeface="DejaVu Sans"/>
                <a:cs typeface="DejaVu Sans"/>
              </a:defRPr>
            </a:lvl4pPr>
            <a:lvl5pPr algn="l">
              <a:defRPr sz="1725" b="0">
                <a:solidFill>
                  <a:srgbClr val="16253B"/>
                </a:solidFill>
                <a:latin typeface="DejaVu Sans"/>
                <a:ea typeface="DejaVu Sans"/>
                <a:cs typeface="DejaVu Sans"/>
              </a:defRPr>
            </a:lvl5pPr>
            <a:lvl6pPr algn="l">
              <a:defRPr sz="1725" b="0">
                <a:solidFill>
                  <a:srgbClr val="16253B"/>
                </a:solidFill>
                <a:latin typeface="DejaVu Sans"/>
                <a:ea typeface="DejaVu Sans"/>
                <a:cs typeface="DejaVu Sans"/>
              </a:defRPr>
            </a:lvl6pPr>
            <a:lvl7pPr algn="l">
              <a:defRPr sz="1725" b="0">
                <a:solidFill>
                  <a:srgbClr val="16253B"/>
                </a:solidFill>
                <a:latin typeface="DejaVu Sans"/>
                <a:ea typeface="DejaVu Sans"/>
                <a:cs typeface="DejaVu Sans"/>
              </a:defRPr>
            </a:lvl7pPr>
            <a:lvl8pPr algn="l">
              <a:defRPr sz="1725" b="0">
                <a:solidFill>
                  <a:srgbClr val="16253B"/>
                </a:solidFill>
                <a:latin typeface="DejaVu Sans"/>
                <a:ea typeface="DejaVu Sans"/>
                <a:cs typeface="DejaVu Sans"/>
              </a:defRPr>
            </a:lvl8pPr>
            <a:lvl9pPr algn="l">
              <a:defRPr sz="1725" b="0">
                <a:solidFill>
                  <a:srgbClr val="16253B"/>
                </a:solidFill>
                <a:latin typeface="DejaVu Sans"/>
                <a:ea typeface="DejaVu Sans"/>
                <a:cs typeface="DejaVu Sans"/>
              </a:defRPr>
            </a:lvl9pPr>
          </a:lstStyle>
          <a:p xmlns:a="http://schemas.openxmlformats.org/drawingml/2006/main">
            <a:pPr algn="l">
              <a:defRPr sz="1725" b="0">
                <a:solidFill>
                  <a:srgbClr val="16253B"/>
                </a:solidFill>
                <a:latin typeface="DejaVu Sans"/>
                <a:ea typeface="DejaVu Sans"/>
                <a:cs typeface="DejaVu Sans"/>
              </a:defRPr>
            </a:pPr>
            <a:r>
              <a:rPr sz="1725" b="0">
                <a:solidFill>
                  <a:srgbClr val="16253B"/>
                </a:solidFill>
                <a:latin typeface="DejaVu Sans"/>
                <a:ea typeface="DejaVu Sans"/>
                <a:cs typeface="DejaVu Sans"/>
              </a:rPr>
              <a:t>The branch corrects the encoded box. The original classification logits remain unchanged.</a:t>
            </a:r>
          </a:p>
        </p:txBody>
      </p:sp>
    </p:spTree>
    <p:extLst>
      <p:ext uri="{BB962C8B-B14F-4D97-AF65-F5344CB8AC3E}">
        <p14:creationId xmlns:p14="http://schemas.microsoft.com/office/powerpoint/2010/main" val="67306457"/>
      </p:ext>
    </p:extLst>
  </p:cSld>
</p:sld>
</file>

<file path=ppt/slides/slide14.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42" name="slide-title">
            <a:extLst xmlns:a="http://schemas.openxmlformats.org/drawingml/2006/main">
              <a:ext uri="{FF2B5EF4-FFF2-40B4-BE49-F238E27FC236}">
                <a16:creationId xmlns:a16="http://schemas.microsoft.com/office/drawing/2014/main" id="{73C6D39A-1E15-418F-8518-016EDD576549}"/>
              </a:ext>
            </a:extLst>
          </p:cNvPr>
          <p:cNvSpPr>
            <a:spLocks xmlns:a="http://schemas.openxmlformats.org/drawingml/2006/main" noGrp="1"/>
          </p:cNvSpPr>
          <p:nvPr/>
        </p:nvSpPr>
        <p:spPr>
          <a:xfrm xmlns:a="http://schemas.openxmlformats.org/drawingml/2006/main">
            <a:off x="533400" y="361950"/>
            <a:ext cx="1112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6253B"/>
                </a:solidFill>
                <a:latin typeface="DejaVu Sans"/>
                <a:ea typeface="DejaVu Sans"/>
                <a:cs typeface="DejaVu Sans"/>
              </a:defRPr>
            </a:defPPr>
            <a:lvl1pPr algn="l">
              <a:defRPr sz="3300" b="1">
                <a:solidFill>
                  <a:srgbClr val="16253B"/>
                </a:solidFill>
                <a:latin typeface="DejaVu Sans"/>
                <a:ea typeface="DejaVu Sans"/>
                <a:cs typeface="DejaVu Sans"/>
              </a:defRPr>
            </a:lvl1pPr>
            <a:lvl2pPr algn="l">
              <a:defRPr sz="3300" b="1">
                <a:solidFill>
                  <a:srgbClr val="16253B"/>
                </a:solidFill>
                <a:latin typeface="DejaVu Sans"/>
                <a:ea typeface="DejaVu Sans"/>
                <a:cs typeface="DejaVu Sans"/>
              </a:defRPr>
            </a:lvl2pPr>
            <a:lvl3pPr algn="l">
              <a:defRPr sz="3300" b="1">
                <a:solidFill>
                  <a:srgbClr val="16253B"/>
                </a:solidFill>
                <a:latin typeface="DejaVu Sans"/>
                <a:ea typeface="DejaVu Sans"/>
                <a:cs typeface="DejaVu Sans"/>
              </a:defRPr>
            </a:lvl3pPr>
            <a:lvl4pPr algn="l">
              <a:defRPr sz="3300" b="1">
                <a:solidFill>
                  <a:srgbClr val="16253B"/>
                </a:solidFill>
                <a:latin typeface="DejaVu Sans"/>
                <a:ea typeface="DejaVu Sans"/>
                <a:cs typeface="DejaVu Sans"/>
              </a:defRPr>
            </a:lvl4pPr>
            <a:lvl5pPr algn="l">
              <a:defRPr sz="3300" b="1">
                <a:solidFill>
                  <a:srgbClr val="16253B"/>
                </a:solidFill>
                <a:latin typeface="DejaVu Sans"/>
                <a:ea typeface="DejaVu Sans"/>
                <a:cs typeface="DejaVu Sans"/>
              </a:defRPr>
            </a:lvl5pPr>
            <a:lvl6pPr algn="l">
              <a:defRPr sz="3300" b="1">
                <a:solidFill>
                  <a:srgbClr val="16253B"/>
                </a:solidFill>
                <a:latin typeface="DejaVu Sans"/>
                <a:ea typeface="DejaVu Sans"/>
                <a:cs typeface="DejaVu Sans"/>
              </a:defRPr>
            </a:lvl6pPr>
            <a:lvl7pPr algn="l">
              <a:defRPr sz="3300" b="1">
                <a:solidFill>
                  <a:srgbClr val="16253B"/>
                </a:solidFill>
                <a:latin typeface="DejaVu Sans"/>
                <a:ea typeface="DejaVu Sans"/>
                <a:cs typeface="DejaVu Sans"/>
              </a:defRPr>
            </a:lvl7pPr>
            <a:lvl8pPr algn="l">
              <a:defRPr sz="3300" b="1">
                <a:solidFill>
                  <a:srgbClr val="16253B"/>
                </a:solidFill>
                <a:latin typeface="DejaVu Sans"/>
                <a:ea typeface="DejaVu Sans"/>
                <a:cs typeface="DejaVu Sans"/>
              </a:defRPr>
            </a:lvl8pPr>
            <a:lvl9pPr algn="l">
              <a:defRPr sz="3300" b="1">
                <a:solidFill>
                  <a:srgbClr val="16253B"/>
                </a:solidFill>
                <a:latin typeface="DejaVu Sans"/>
                <a:ea typeface="DejaVu Sans"/>
                <a:cs typeface="DejaVu Sans"/>
              </a:defRPr>
            </a:lvl9pPr>
          </a:lstStyle>
          <a:p xmlns:a="http://schemas.openxmlformats.org/drawingml/2006/main">
            <a:pPr algn="l">
              <a:defRPr sz="3300" b="1">
                <a:solidFill>
                  <a:srgbClr val="16253B"/>
                </a:solidFill>
                <a:latin typeface="DejaVu Sans"/>
                <a:ea typeface="DejaVu Sans"/>
                <a:cs typeface="DejaVu Sans"/>
              </a:defRPr>
            </a:pPr>
            <a:r>
              <a:rPr sz="3300" b="1">
                <a:solidFill>
                  <a:srgbClr val="16253B"/>
                </a:solidFill>
                <a:latin typeface="DejaVu Sans"/>
                <a:ea typeface="DejaVu Sans"/>
                <a:cs typeface="DejaVu Sans"/>
              </a:rPr>
              <a:t>The training objective</a:t>
            </a:r>
          </a:p>
        </p:txBody>
      </p:sp>
      <p:sp>
        <p:nvSpPr>
          <p:cNvPr id="2" name="label-1156">
            <a:extLst xmlns:a="http://schemas.openxmlformats.org/drawingml/2006/main">
              <a:ext uri="{FF2B5EF4-FFF2-40B4-BE49-F238E27FC236}">
                <a16:creationId xmlns:a16="http://schemas.microsoft.com/office/drawing/2014/main" id="{1F2AC0B3-2DC4-4568-A0FF-00A2357938B9}"/>
              </a:ext>
            </a:extLst>
          </p:cNvPr>
          <p:cNvSpPr>
            <a:spLocks xmlns:a="http://schemas.openxmlformats.org/drawingml/2006/main" noGrp="1"/>
          </p:cNvSpPr>
          <p:nvPr/>
        </p:nvSpPr>
        <p:spPr>
          <a:xfrm xmlns:a="http://schemas.openxmlformats.org/drawingml/2006/main">
            <a:off x="11144250" y="64674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77C"/>
                </a:solidFill>
                <a:latin typeface="DejaVu Sans"/>
                <a:ea typeface="DejaVu Sans"/>
                <a:cs typeface="DejaVu Sans"/>
              </a:defRPr>
            </a:defPPr>
            <a:lvl1pPr algn="r">
              <a:defRPr sz="1200" b="0">
                <a:solidFill>
                  <a:srgbClr val="58677C"/>
                </a:solidFill>
                <a:latin typeface="DejaVu Sans"/>
                <a:ea typeface="DejaVu Sans"/>
                <a:cs typeface="DejaVu Sans"/>
              </a:defRPr>
            </a:lvl1pPr>
            <a:lvl2pPr algn="r">
              <a:defRPr sz="1200" b="0">
                <a:solidFill>
                  <a:srgbClr val="58677C"/>
                </a:solidFill>
                <a:latin typeface="DejaVu Sans"/>
                <a:ea typeface="DejaVu Sans"/>
                <a:cs typeface="DejaVu Sans"/>
              </a:defRPr>
            </a:lvl2pPr>
            <a:lvl3pPr algn="r">
              <a:defRPr sz="1200" b="0">
                <a:solidFill>
                  <a:srgbClr val="58677C"/>
                </a:solidFill>
                <a:latin typeface="DejaVu Sans"/>
                <a:ea typeface="DejaVu Sans"/>
                <a:cs typeface="DejaVu Sans"/>
              </a:defRPr>
            </a:lvl3pPr>
            <a:lvl4pPr algn="r">
              <a:defRPr sz="1200" b="0">
                <a:solidFill>
                  <a:srgbClr val="58677C"/>
                </a:solidFill>
                <a:latin typeface="DejaVu Sans"/>
                <a:ea typeface="DejaVu Sans"/>
                <a:cs typeface="DejaVu Sans"/>
              </a:defRPr>
            </a:lvl4pPr>
            <a:lvl5pPr algn="r">
              <a:defRPr sz="1200" b="0">
                <a:solidFill>
                  <a:srgbClr val="58677C"/>
                </a:solidFill>
                <a:latin typeface="DejaVu Sans"/>
                <a:ea typeface="DejaVu Sans"/>
                <a:cs typeface="DejaVu Sans"/>
              </a:defRPr>
            </a:lvl5pPr>
            <a:lvl6pPr algn="r">
              <a:defRPr sz="1200" b="0">
                <a:solidFill>
                  <a:srgbClr val="58677C"/>
                </a:solidFill>
                <a:latin typeface="DejaVu Sans"/>
                <a:ea typeface="DejaVu Sans"/>
                <a:cs typeface="DejaVu Sans"/>
              </a:defRPr>
            </a:lvl6pPr>
            <a:lvl7pPr algn="r">
              <a:defRPr sz="1200" b="0">
                <a:solidFill>
                  <a:srgbClr val="58677C"/>
                </a:solidFill>
                <a:latin typeface="DejaVu Sans"/>
                <a:ea typeface="DejaVu Sans"/>
                <a:cs typeface="DejaVu Sans"/>
              </a:defRPr>
            </a:lvl7pPr>
            <a:lvl8pPr algn="r">
              <a:defRPr sz="1200" b="0">
                <a:solidFill>
                  <a:srgbClr val="58677C"/>
                </a:solidFill>
                <a:latin typeface="DejaVu Sans"/>
                <a:ea typeface="DejaVu Sans"/>
                <a:cs typeface="DejaVu Sans"/>
              </a:defRPr>
            </a:lvl8pPr>
            <a:lvl9pPr algn="r">
              <a:defRPr sz="1200" b="0">
                <a:solidFill>
                  <a:srgbClr val="58677C"/>
                </a:solidFill>
                <a:latin typeface="DejaVu Sans"/>
                <a:ea typeface="DejaVu Sans"/>
                <a:cs typeface="DejaVu Sans"/>
              </a:defRPr>
            </a:lvl9pPr>
          </a:lstStyle>
          <a:p xmlns:a="http://schemas.openxmlformats.org/drawingml/2006/main">
            <a:pPr algn="r">
              <a:defRPr sz="1200" b="0">
                <a:solidFill>
                  <a:srgbClr val="58677C"/>
                </a:solidFill>
                <a:latin typeface="DejaVu Sans"/>
                <a:ea typeface="DejaVu Sans"/>
                <a:cs typeface="DejaVu Sans"/>
              </a:defRPr>
            </a:pPr>
            <a:r>
              <a:rPr sz="1200" b="0">
                <a:solidFill>
                  <a:srgbClr val="58677C"/>
                </a:solidFill>
                <a:latin typeface="DejaVu Sans"/>
                <a:ea typeface="DejaVu Sans"/>
                <a:cs typeface="DejaVu Sans"/>
              </a:rPr>
              <a:t>14</a:t>
            </a:r>
          </a:p>
        </p:txBody>
      </p:sp>
      <p:sp>
        <p:nvSpPr>
          <p:cNvPr id="3" name="shape-1157">
            <a:extLst xmlns:a="http://schemas.openxmlformats.org/drawingml/2006/main">
              <a:ext uri="{FF2B5EF4-FFF2-40B4-BE49-F238E27FC236}">
                <a16:creationId xmlns:a16="http://schemas.microsoft.com/office/drawing/2014/main" id="{C8C02D38-7EC8-4510-9DFD-C02FEB276DA3}"/>
              </a:ext>
            </a:extLst>
          </p:cNvPr>
          <p:cNvSpPr>
            <a:spLocks xmlns:a="http://schemas.openxmlformats.org/drawingml/2006/main" noGrp="1"/>
          </p:cNvSpPr>
          <p:nvPr/>
        </p:nvSpPr>
        <p:spPr>
          <a:xfrm xmlns:a="http://schemas.openxmlformats.org/drawingml/2006/main" rot="0">
            <a:off x="533400" y="1743075"/>
            <a:ext cx="2428875" cy="847725"/>
          </a:xfrm>
          <a:prstGeom xmlns:a="http://schemas.openxmlformats.org/drawingml/2006/main" prst="rect">
            <a:avLst/>
          </a:prstGeom>
          <a:solidFill xmlns:a="http://schemas.openxmlformats.org/drawingml/2006/main">
            <a:srgbClr val="E5EBF2"/>
          </a:solidFill>
          <a:ln xmlns:a="http://schemas.openxmlformats.org/drawingml/2006/main" w="15240">
            <a:solidFill>
              <a:srgbClr val="304C68"/>
            </a:solidFill>
            <a:prstDash val="solid"/>
          </a:ln>
        </p:spPr>
      </p:sp>
      <p:sp>
        <p:nvSpPr>
          <p:cNvPr id="4" name="label-1158">
            <a:extLst xmlns:a="http://schemas.openxmlformats.org/drawingml/2006/main">
              <a:ext uri="{FF2B5EF4-FFF2-40B4-BE49-F238E27FC236}">
                <a16:creationId xmlns:a16="http://schemas.microsoft.com/office/drawing/2014/main" id="{A0E88336-4416-4E9C-80F3-0A9C4C901681}"/>
              </a:ext>
            </a:extLst>
          </p:cNvPr>
          <p:cNvSpPr>
            <a:spLocks xmlns:a="http://schemas.openxmlformats.org/drawingml/2006/main" noGrp="1"/>
          </p:cNvSpPr>
          <p:nvPr/>
        </p:nvSpPr>
        <p:spPr>
          <a:xfrm xmlns:a="http://schemas.openxmlformats.org/drawingml/2006/main">
            <a:off x="609600" y="1790700"/>
            <a:ext cx="227647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950" b="1">
                <a:solidFill>
                  <a:srgbClr val="304C68"/>
                </a:solidFill>
                <a:latin typeface="DejaVu Sans"/>
                <a:ea typeface="DejaVu Sans"/>
                <a:cs typeface="DejaVu Sans"/>
              </a:defRPr>
            </a:defPPr>
            <a:lvl1pPr algn="ctr">
              <a:defRPr sz="1950" b="1">
                <a:solidFill>
                  <a:srgbClr val="304C68"/>
                </a:solidFill>
                <a:latin typeface="DejaVu Sans"/>
                <a:ea typeface="DejaVu Sans"/>
                <a:cs typeface="DejaVu Sans"/>
              </a:defRPr>
            </a:lvl1pPr>
            <a:lvl2pPr algn="ctr">
              <a:defRPr sz="1950" b="1">
                <a:solidFill>
                  <a:srgbClr val="304C68"/>
                </a:solidFill>
                <a:latin typeface="DejaVu Sans"/>
                <a:ea typeface="DejaVu Sans"/>
                <a:cs typeface="DejaVu Sans"/>
              </a:defRPr>
            </a:lvl2pPr>
            <a:lvl3pPr algn="ctr">
              <a:defRPr sz="1950" b="1">
                <a:solidFill>
                  <a:srgbClr val="304C68"/>
                </a:solidFill>
                <a:latin typeface="DejaVu Sans"/>
                <a:ea typeface="DejaVu Sans"/>
                <a:cs typeface="DejaVu Sans"/>
              </a:defRPr>
            </a:lvl3pPr>
            <a:lvl4pPr algn="ctr">
              <a:defRPr sz="1950" b="1">
                <a:solidFill>
                  <a:srgbClr val="304C68"/>
                </a:solidFill>
                <a:latin typeface="DejaVu Sans"/>
                <a:ea typeface="DejaVu Sans"/>
                <a:cs typeface="DejaVu Sans"/>
              </a:defRPr>
            </a:lvl4pPr>
            <a:lvl5pPr algn="ctr">
              <a:defRPr sz="1950" b="1">
                <a:solidFill>
                  <a:srgbClr val="304C68"/>
                </a:solidFill>
                <a:latin typeface="DejaVu Sans"/>
                <a:ea typeface="DejaVu Sans"/>
                <a:cs typeface="DejaVu Sans"/>
              </a:defRPr>
            </a:lvl5pPr>
            <a:lvl6pPr algn="ctr">
              <a:defRPr sz="1950" b="1">
                <a:solidFill>
                  <a:srgbClr val="304C68"/>
                </a:solidFill>
                <a:latin typeface="DejaVu Sans"/>
                <a:ea typeface="DejaVu Sans"/>
                <a:cs typeface="DejaVu Sans"/>
              </a:defRPr>
            </a:lvl6pPr>
            <a:lvl7pPr algn="ctr">
              <a:defRPr sz="1950" b="1">
                <a:solidFill>
                  <a:srgbClr val="304C68"/>
                </a:solidFill>
                <a:latin typeface="DejaVu Sans"/>
                <a:ea typeface="DejaVu Sans"/>
                <a:cs typeface="DejaVu Sans"/>
              </a:defRPr>
            </a:lvl7pPr>
            <a:lvl8pPr algn="ctr">
              <a:defRPr sz="1950" b="1">
                <a:solidFill>
                  <a:srgbClr val="304C68"/>
                </a:solidFill>
                <a:latin typeface="DejaVu Sans"/>
                <a:ea typeface="DejaVu Sans"/>
                <a:cs typeface="DejaVu Sans"/>
              </a:defRPr>
            </a:lvl8pPr>
            <a:lvl9pPr algn="ctr">
              <a:defRPr sz="1950" b="1">
                <a:solidFill>
                  <a:srgbClr val="304C68"/>
                </a:solidFill>
                <a:latin typeface="DejaVu Sans"/>
                <a:ea typeface="DejaVu Sans"/>
                <a:cs typeface="DejaVu Sans"/>
              </a:defRPr>
            </a:lvl9pPr>
          </a:lstStyle>
          <a:p xmlns:a="http://schemas.openxmlformats.org/drawingml/2006/main">
            <a:pPr algn="ctr">
              <a:defRPr sz="1950" b="1">
                <a:solidFill>
                  <a:srgbClr val="304C68"/>
                </a:solidFill>
                <a:latin typeface="DejaVu Sans"/>
                <a:ea typeface="DejaVu Sans"/>
                <a:cs typeface="DejaVu Sans"/>
              </a:defRPr>
            </a:pPr>
            <a:r>
              <a:rPr sz="1950" b="1">
                <a:solidFill>
                  <a:srgbClr val="304C68"/>
                </a:solidFill>
                <a:latin typeface="DejaVu Sans"/>
                <a:ea typeface="DejaVu Sans"/>
                <a:cs typeface="DejaVu Sans"/>
              </a:rPr>
              <a:t>Dense center</a:t>
            </a:r>
          </a:p>
          <a:p xmlns:a="http://schemas.openxmlformats.org/drawingml/2006/main">
            <a:pPr algn="ctr">
              <a:defRPr sz="1950" b="1">
                <a:solidFill>
                  <a:srgbClr val="304C68"/>
                </a:solidFill>
                <a:latin typeface="DejaVu Sans"/>
                <a:ea typeface="DejaVu Sans"/>
                <a:cs typeface="DejaVu Sans"/>
              </a:defRPr>
            </a:pPr>
            <a:r>
              <a:rPr sz="1950" b="1">
                <a:solidFill>
                  <a:srgbClr val="304C68"/>
                </a:solidFill>
                <a:latin typeface="DejaVu Sans"/>
                <a:ea typeface="DejaVu Sans"/>
                <a:cs typeface="DejaVu Sans"/>
              </a:rPr>
              <a:t>heatmap</a:t>
            </a:r>
          </a:p>
        </p:txBody>
      </p:sp>
      <p:sp>
        <p:nvSpPr>
          <p:cNvPr id="5" name="shape-1159">
            <a:extLst xmlns:a="http://schemas.openxmlformats.org/drawingml/2006/main">
              <a:ext uri="{FF2B5EF4-FFF2-40B4-BE49-F238E27FC236}">
                <a16:creationId xmlns:a16="http://schemas.microsoft.com/office/drawing/2014/main" id="{13DC2162-F3ED-49B5-8BCC-109E4D80F9E0}"/>
              </a:ext>
            </a:extLst>
          </p:cNvPr>
          <p:cNvSpPr>
            <a:spLocks xmlns:a="http://schemas.openxmlformats.org/drawingml/2006/main" noGrp="1"/>
          </p:cNvSpPr>
          <p:nvPr/>
        </p:nvSpPr>
        <p:spPr>
          <a:xfrm xmlns:a="http://schemas.openxmlformats.org/drawingml/2006/main" rot="0">
            <a:off x="3800475" y="1743075"/>
            <a:ext cx="2486025" cy="847725"/>
          </a:xfrm>
          <a:prstGeom xmlns:a="http://schemas.openxmlformats.org/drawingml/2006/main" prst="rect">
            <a:avLst/>
          </a:prstGeom>
          <a:solidFill xmlns:a="http://schemas.openxmlformats.org/drawingml/2006/main">
            <a:srgbClr val="E5EBF2"/>
          </a:solidFill>
          <a:ln xmlns:a="http://schemas.openxmlformats.org/drawingml/2006/main" w="15240">
            <a:solidFill>
              <a:srgbClr val="304C68"/>
            </a:solidFill>
            <a:prstDash val="solid"/>
          </a:ln>
        </p:spPr>
      </p:sp>
      <p:sp>
        <p:nvSpPr>
          <p:cNvPr id="6" name="label-1160">
            <a:extLst xmlns:a="http://schemas.openxmlformats.org/drawingml/2006/main">
              <a:ext uri="{FF2B5EF4-FFF2-40B4-BE49-F238E27FC236}">
                <a16:creationId xmlns:a16="http://schemas.microsoft.com/office/drawing/2014/main" id="{18F1808C-FD0F-4EC3-8D0A-89BA2C7E5445}"/>
              </a:ext>
            </a:extLst>
          </p:cNvPr>
          <p:cNvSpPr>
            <a:spLocks xmlns:a="http://schemas.openxmlformats.org/drawingml/2006/main" noGrp="1"/>
          </p:cNvSpPr>
          <p:nvPr/>
        </p:nvSpPr>
        <p:spPr>
          <a:xfrm xmlns:a="http://schemas.openxmlformats.org/drawingml/2006/main">
            <a:off x="3876675" y="1790700"/>
            <a:ext cx="2333625" cy="752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950" b="1">
                <a:solidFill>
                  <a:srgbClr val="304C68"/>
                </a:solidFill>
                <a:latin typeface="DejaVu Sans"/>
                <a:ea typeface="DejaVu Sans"/>
                <a:cs typeface="DejaVu Sans"/>
              </a:defRPr>
            </a:defPPr>
            <a:lvl1pPr algn="ctr">
              <a:defRPr sz="1950" b="1">
                <a:solidFill>
                  <a:srgbClr val="304C68"/>
                </a:solidFill>
                <a:latin typeface="DejaVu Sans"/>
                <a:ea typeface="DejaVu Sans"/>
                <a:cs typeface="DejaVu Sans"/>
              </a:defRPr>
            </a:lvl1pPr>
            <a:lvl2pPr algn="ctr">
              <a:defRPr sz="1950" b="1">
                <a:solidFill>
                  <a:srgbClr val="304C68"/>
                </a:solidFill>
                <a:latin typeface="DejaVu Sans"/>
                <a:ea typeface="DejaVu Sans"/>
                <a:cs typeface="DejaVu Sans"/>
              </a:defRPr>
            </a:lvl2pPr>
            <a:lvl3pPr algn="ctr">
              <a:defRPr sz="1950" b="1">
                <a:solidFill>
                  <a:srgbClr val="304C68"/>
                </a:solidFill>
                <a:latin typeface="DejaVu Sans"/>
                <a:ea typeface="DejaVu Sans"/>
                <a:cs typeface="DejaVu Sans"/>
              </a:defRPr>
            </a:lvl3pPr>
            <a:lvl4pPr algn="ctr">
              <a:defRPr sz="1950" b="1">
                <a:solidFill>
                  <a:srgbClr val="304C68"/>
                </a:solidFill>
                <a:latin typeface="DejaVu Sans"/>
                <a:ea typeface="DejaVu Sans"/>
                <a:cs typeface="DejaVu Sans"/>
              </a:defRPr>
            </a:lvl4pPr>
            <a:lvl5pPr algn="ctr">
              <a:defRPr sz="1950" b="1">
                <a:solidFill>
                  <a:srgbClr val="304C68"/>
                </a:solidFill>
                <a:latin typeface="DejaVu Sans"/>
                <a:ea typeface="DejaVu Sans"/>
                <a:cs typeface="DejaVu Sans"/>
              </a:defRPr>
            </a:lvl5pPr>
            <a:lvl6pPr algn="ctr">
              <a:defRPr sz="1950" b="1">
                <a:solidFill>
                  <a:srgbClr val="304C68"/>
                </a:solidFill>
                <a:latin typeface="DejaVu Sans"/>
                <a:ea typeface="DejaVu Sans"/>
                <a:cs typeface="DejaVu Sans"/>
              </a:defRPr>
            </a:lvl6pPr>
            <a:lvl7pPr algn="ctr">
              <a:defRPr sz="1950" b="1">
                <a:solidFill>
                  <a:srgbClr val="304C68"/>
                </a:solidFill>
                <a:latin typeface="DejaVu Sans"/>
                <a:ea typeface="DejaVu Sans"/>
                <a:cs typeface="DejaVu Sans"/>
              </a:defRPr>
            </a:lvl7pPr>
            <a:lvl8pPr algn="ctr">
              <a:defRPr sz="1950" b="1">
                <a:solidFill>
                  <a:srgbClr val="304C68"/>
                </a:solidFill>
                <a:latin typeface="DejaVu Sans"/>
                <a:ea typeface="DejaVu Sans"/>
                <a:cs typeface="DejaVu Sans"/>
              </a:defRPr>
            </a:lvl8pPr>
            <a:lvl9pPr algn="ctr">
              <a:defRPr sz="1950" b="1">
                <a:solidFill>
                  <a:srgbClr val="304C68"/>
                </a:solidFill>
                <a:latin typeface="DejaVu Sans"/>
                <a:ea typeface="DejaVu Sans"/>
                <a:cs typeface="DejaVu Sans"/>
              </a:defRPr>
            </a:lvl9pPr>
          </a:lstStyle>
          <a:p xmlns:a="http://schemas.openxmlformats.org/drawingml/2006/main">
            <a:pPr algn="ctr">
              <a:defRPr sz="1950" b="1">
                <a:solidFill>
                  <a:srgbClr val="304C68"/>
                </a:solidFill>
                <a:latin typeface="DejaVu Sans"/>
                <a:ea typeface="DejaVu Sans"/>
                <a:cs typeface="DejaVu Sans"/>
              </a:defRPr>
            </a:pPr>
            <a:r>
              <a:rPr sz="1950" b="1">
                <a:solidFill>
                  <a:srgbClr val="304C68"/>
                </a:solidFill>
                <a:latin typeface="DejaVu Sans"/>
                <a:ea typeface="DejaVu Sans"/>
                <a:cs typeface="DejaVu Sans"/>
              </a:rPr>
              <a:t>Gaussian</a:t>
            </a:r>
          </a:p>
          <a:p xmlns:a="http://schemas.openxmlformats.org/drawingml/2006/main">
            <a:pPr algn="ctr">
              <a:defRPr sz="1950" b="1">
                <a:solidFill>
                  <a:srgbClr val="304C68"/>
                </a:solidFill>
                <a:latin typeface="DejaVu Sans"/>
                <a:ea typeface="DejaVu Sans"/>
                <a:cs typeface="DejaVu Sans"/>
              </a:defRPr>
            </a:pPr>
            <a:r>
              <a:rPr sz="1950" b="1">
                <a:solidFill>
                  <a:srgbClr val="304C68"/>
                </a:solidFill>
                <a:latin typeface="DejaVu Sans"/>
                <a:ea typeface="DejaVu Sans"/>
                <a:cs typeface="DejaVu Sans"/>
              </a:rPr>
              <a:t>focal loss</a:t>
            </a:r>
          </a:p>
        </p:txBody>
      </p:sp>
      <p:sp>
        <p:nvSpPr>
          <p:cNvPr id="7" name="path-1161">
            <a:extLst xmlns:a="http://schemas.openxmlformats.org/drawingml/2006/main">
              <a:ext uri="{FF2B5EF4-FFF2-40B4-BE49-F238E27FC236}">
                <a16:creationId xmlns:a16="http://schemas.microsoft.com/office/drawing/2014/main" id="{AC8616EB-CD88-4691-9A05-ECCC14F8FD9E}"/>
              </a:ext>
            </a:extLst>
          </p:cNvPr>
          <p:cNvSpPr>
            <a:spLocks xmlns:a="http://schemas.openxmlformats.org/drawingml/2006/main" noGrp="1"/>
          </p:cNvSpPr>
          <p:nvPr/>
        </p:nvSpPr>
        <p:spPr>
          <a:xfrm xmlns:a="http://schemas.openxmlformats.org/drawingml/2006/main">
            <a:off x="2962275" y="2162175"/>
            <a:ext cx="838200" cy="953"/>
          </a:xfrm>
          <a:custGeom xmlns:a="http://schemas.openxmlformats.org/drawingml/2006/main">
            <a:pathLst>
              <a:path w="838200" h="953">
                <a:moveTo>
                  <a:pt x="0" y="0"/>
                </a:moveTo>
                <a:lnTo>
                  <a:pt x="838200" y="0"/>
                </a:lnTo>
              </a:path>
            </a:pathLst>
          </a:custGeom>
          <a:noFill xmlns:a="http://schemas.openxmlformats.org/drawingml/2006/main"/>
          <a:ln xmlns:a="http://schemas.openxmlformats.org/drawingml/2006/main" w="22860">
            <a:solidFill>
              <a:srgbClr val="304C68"/>
            </a:solidFill>
            <a:prstDash val="solid"/>
          </a:ln>
        </p:spPr>
      </p:sp>
      <p:sp>
        <p:nvSpPr>
          <p:cNvPr id="8" name="path-1162">
            <a:extLst xmlns:a="http://schemas.openxmlformats.org/drawingml/2006/main">
              <a:ext uri="{FF2B5EF4-FFF2-40B4-BE49-F238E27FC236}">
                <a16:creationId xmlns:a16="http://schemas.microsoft.com/office/drawing/2014/main" id="{57D2694A-5B8C-4508-8630-11C1FE048E61}"/>
              </a:ext>
            </a:extLst>
          </p:cNvPr>
          <p:cNvSpPr>
            <a:spLocks xmlns:a="http://schemas.openxmlformats.org/drawingml/2006/main" noGrp="1"/>
          </p:cNvSpPr>
          <p:nvPr/>
        </p:nvSpPr>
        <p:spPr>
          <a:xfrm xmlns:a="http://schemas.openxmlformats.org/drawingml/2006/main">
            <a:off x="3705225" y="2118360"/>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304C68"/>
          </a:solidFill>
          <a:ln xmlns:a="http://schemas.openxmlformats.org/drawingml/2006/main" w="0">
            <a:solidFill>
              <a:srgbClr val="304C68"/>
            </a:solidFill>
            <a:prstDash val="solid"/>
          </a:ln>
        </p:spPr>
      </p:sp>
      <p:sp>
        <p:nvSpPr>
          <p:cNvPr id="9" name="shape-1163">
            <a:extLst xmlns:a="http://schemas.openxmlformats.org/drawingml/2006/main">
              <a:ext uri="{FF2B5EF4-FFF2-40B4-BE49-F238E27FC236}">
                <a16:creationId xmlns:a16="http://schemas.microsoft.com/office/drawing/2014/main" id="{69338791-1099-4777-817A-938449BD55FE}"/>
              </a:ext>
            </a:extLst>
          </p:cNvPr>
          <p:cNvSpPr>
            <a:spLocks xmlns:a="http://schemas.openxmlformats.org/drawingml/2006/main" noGrp="1"/>
          </p:cNvSpPr>
          <p:nvPr/>
        </p:nvSpPr>
        <p:spPr>
          <a:xfrm xmlns:a="http://schemas.openxmlformats.org/drawingml/2006/main" rot="0">
            <a:off x="533400" y="3543300"/>
            <a:ext cx="2428875" cy="895350"/>
          </a:xfrm>
          <a:prstGeom xmlns:a="http://schemas.openxmlformats.org/drawingml/2006/main" prst="rect">
            <a:avLst/>
          </a:prstGeom>
          <a:solidFill xmlns:a="http://schemas.openxmlformats.org/drawingml/2006/main">
            <a:srgbClr val="EEE7FA"/>
          </a:solidFill>
          <a:ln xmlns:a="http://schemas.openxmlformats.org/drawingml/2006/main" w="15240">
            <a:solidFill>
              <a:srgbClr val="7351C7"/>
            </a:solidFill>
            <a:prstDash val="solid"/>
          </a:ln>
        </p:spPr>
      </p:sp>
      <p:sp>
        <p:nvSpPr>
          <p:cNvPr id="10" name="label-1164">
            <a:extLst xmlns:a="http://schemas.openxmlformats.org/drawingml/2006/main">
              <a:ext uri="{FF2B5EF4-FFF2-40B4-BE49-F238E27FC236}">
                <a16:creationId xmlns:a16="http://schemas.microsoft.com/office/drawing/2014/main" id="{5670239E-55BB-49B6-B875-9F787E0846A4}"/>
              </a:ext>
            </a:extLst>
          </p:cNvPr>
          <p:cNvSpPr>
            <a:spLocks xmlns:a="http://schemas.openxmlformats.org/drawingml/2006/main" noGrp="1"/>
          </p:cNvSpPr>
          <p:nvPr/>
        </p:nvSpPr>
        <p:spPr>
          <a:xfrm xmlns:a="http://schemas.openxmlformats.org/drawingml/2006/main">
            <a:off x="609600" y="3590925"/>
            <a:ext cx="227647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75" b="1">
                <a:solidFill>
                  <a:srgbClr val="7351C7"/>
                </a:solidFill>
                <a:latin typeface="DejaVu Sans"/>
                <a:ea typeface="DejaVu Sans"/>
                <a:cs typeface="DejaVu Sans"/>
              </a:defRPr>
            </a:defPPr>
            <a:lvl1pPr algn="ctr">
              <a:defRPr sz="1875" b="1">
                <a:solidFill>
                  <a:srgbClr val="7351C7"/>
                </a:solidFill>
                <a:latin typeface="DejaVu Sans"/>
                <a:ea typeface="DejaVu Sans"/>
                <a:cs typeface="DejaVu Sans"/>
              </a:defRPr>
            </a:lvl1pPr>
            <a:lvl2pPr algn="ctr">
              <a:defRPr sz="1875" b="1">
                <a:solidFill>
                  <a:srgbClr val="7351C7"/>
                </a:solidFill>
                <a:latin typeface="DejaVu Sans"/>
                <a:ea typeface="DejaVu Sans"/>
                <a:cs typeface="DejaVu Sans"/>
              </a:defRPr>
            </a:lvl2pPr>
            <a:lvl3pPr algn="ctr">
              <a:defRPr sz="1875" b="1">
                <a:solidFill>
                  <a:srgbClr val="7351C7"/>
                </a:solidFill>
                <a:latin typeface="DejaVu Sans"/>
                <a:ea typeface="DejaVu Sans"/>
                <a:cs typeface="DejaVu Sans"/>
              </a:defRPr>
            </a:lvl3pPr>
            <a:lvl4pPr algn="ctr">
              <a:defRPr sz="1875" b="1">
                <a:solidFill>
                  <a:srgbClr val="7351C7"/>
                </a:solidFill>
                <a:latin typeface="DejaVu Sans"/>
                <a:ea typeface="DejaVu Sans"/>
                <a:cs typeface="DejaVu Sans"/>
              </a:defRPr>
            </a:lvl4pPr>
            <a:lvl5pPr algn="ctr">
              <a:defRPr sz="1875" b="1">
                <a:solidFill>
                  <a:srgbClr val="7351C7"/>
                </a:solidFill>
                <a:latin typeface="DejaVu Sans"/>
                <a:ea typeface="DejaVu Sans"/>
                <a:cs typeface="DejaVu Sans"/>
              </a:defRPr>
            </a:lvl5pPr>
            <a:lvl6pPr algn="ctr">
              <a:defRPr sz="1875" b="1">
                <a:solidFill>
                  <a:srgbClr val="7351C7"/>
                </a:solidFill>
                <a:latin typeface="DejaVu Sans"/>
                <a:ea typeface="DejaVu Sans"/>
                <a:cs typeface="DejaVu Sans"/>
              </a:defRPr>
            </a:lvl6pPr>
            <a:lvl7pPr algn="ctr">
              <a:defRPr sz="1875" b="1">
                <a:solidFill>
                  <a:srgbClr val="7351C7"/>
                </a:solidFill>
                <a:latin typeface="DejaVu Sans"/>
                <a:ea typeface="DejaVu Sans"/>
                <a:cs typeface="DejaVu Sans"/>
              </a:defRPr>
            </a:lvl7pPr>
            <a:lvl8pPr algn="ctr">
              <a:defRPr sz="1875" b="1">
                <a:solidFill>
                  <a:srgbClr val="7351C7"/>
                </a:solidFill>
                <a:latin typeface="DejaVu Sans"/>
                <a:ea typeface="DejaVu Sans"/>
                <a:cs typeface="DejaVu Sans"/>
              </a:defRPr>
            </a:lvl8pPr>
            <a:lvl9pPr algn="ctr">
              <a:defRPr sz="1875" b="1">
                <a:solidFill>
                  <a:srgbClr val="7351C7"/>
                </a:solidFill>
                <a:latin typeface="DejaVu Sans"/>
                <a:ea typeface="DejaVu Sans"/>
                <a:cs typeface="DejaVu Sans"/>
              </a:defRPr>
            </a:lvl9pPr>
          </a:lstStyle>
          <a:p xmlns:a="http://schemas.openxmlformats.org/drawingml/2006/main">
            <a:pPr algn="ctr">
              <a:defRPr sz="1875" b="1">
                <a:solidFill>
                  <a:srgbClr val="7351C7"/>
                </a:solidFill>
                <a:latin typeface="DejaVu Sans"/>
                <a:ea typeface="DejaVu Sans"/>
                <a:cs typeface="DejaVu Sans"/>
              </a:defRPr>
            </a:pPr>
            <a:r>
              <a:rPr sz="1875" b="1">
                <a:solidFill>
                  <a:srgbClr val="7351C7"/>
                </a:solidFill>
                <a:latin typeface="DejaVu Sans"/>
                <a:ea typeface="DejaVu Sans"/>
                <a:cs typeface="DejaVu Sans"/>
              </a:rPr>
              <a:t>Proposal classes</a:t>
            </a:r>
          </a:p>
          <a:p xmlns:a="http://schemas.openxmlformats.org/drawingml/2006/main">
            <a:pPr algn="ctr">
              <a:defRPr sz="1875" b="1">
                <a:solidFill>
                  <a:srgbClr val="7351C7"/>
                </a:solidFill>
                <a:latin typeface="DejaVu Sans"/>
                <a:ea typeface="DejaVu Sans"/>
                <a:cs typeface="DejaVu Sans"/>
              </a:defRPr>
            </a:pPr>
            <a:r>
              <a:rPr sz="1875" b="1">
                <a:solidFill>
                  <a:srgbClr val="7351C7"/>
                </a:solidFill>
                <a:latin typeface="DejaVu Sans"/>
                <a:ea typeface="DejaVu Sans"/>
                <a:cs typeface="DejaVu Sans"/>
              </a:rPr>
              <a:t>+ refined boxes</a:t>
            </a:r>
          </a:p>
        </p:txBody>
      </p:sp>
      <p:sp>
        <p:nvSpPr>
          <p:cNvPr id="11" name="shape-1165">
            <a:extLst xmlns:a="http://schemas.openxmlformats.org/drawingml/2006/main">
              <a:ext uri="{FF2B5EF4-FFF2-40B4-BE49-F238E27FC236}">
                <a16:creationId xmlns:a16="http://schemas.microsoft.com/office/drawing/2014/main" id="{95AFB832-91DA-40F1-9DF1-61DFFDF67100}"/>
              </a:ext>
            </a:extLst>
          </p:cNvPr>
          <p:cNvSpPr>
            <a:spLocks xmlns:a="http://schemas.openxmlformats.org/drawingml/2006/main" noGrp="1"/>
          </p:cNvSpPr>
          <p:nvPr/>
        </p:nvSpPr>
        <p:spPr>
          <a:xfrm xmlns:a="http://schemas.openxmlformats.org/drawingml/2006/main" rot="0">
            <a:off x="3800475" y="3543300"/>
            <a:ext cx="2486025" cy="895350"/>
          </a:xfrm>
          <a:prstGeom xmlns:a="http://schemas.openxmlformats.org/drawingml/2006/main" prst="rect">
            <a:avLst/>
          </a:prstGeom>
          <a:solidFill xmlns:a="http://schemas.openxmlformats.org/drawingml/2006/main">
            <a:srgbClr val="E5EBF2"/>
          </a:solidFill>
          <a:ln xmlns:a="http://schemas.openxmlformats.org/drawingml/2006/main" w="15240">
            <a:solidFill>
              <a:srgbClr val="304C68"/>
            </a:solidFill>
            <a:prstDash val="solid"/>
          </a:ln>
        </p:spPr>
      </p:sp>
      <p:sp>
        <p:nvSpPr>
          <p:cNvPr id="12" name="label-1166">
            <a:extLst xmlns:a="http://schemas.openxmlformats.org/drawingml/2006/main">
              <a:ext uri="{FF2B5EF4-FFF2-40B4-BE49-F238E27FC236}">
                <a16:creationId xmlns:a16="http://schemas.microsoft.com/office/drawing/2014/main" id="{6BA5EA41-48AF-42CA-9D7E-C79D33B8A9AF}"/>
              </a:ext>
            </a:extLst>
          </p:cNvPr>
          <p:cNvSpPr>
            <a:spLocks xmlns:a="http://schemas.openxmlformats.org/drawingml/2006/main" noGrp="1"/>
          </p:cNvSpPr>
          <p:nvPr/>
        </p:nvSpPr>
        <p:spPr>
          <a:xfrm xmlns:a="http://schemas.openxmlformats.org/drawingml/2006/main">
            <a:off x="3876675" y="3590925"/>
            <a:ext cx="233362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950" b="1">
                <a:solidFill>
                  <a:srgbClr val="304C68"/>
                </a:solidFill>
                <a:latin typeface="DejaVu Sans"/>
                <a:ea typeface="DejaVu Sans"/>
                <a:cs typeface="DejaVu Sans"/>
              </a:defRPr>
            </a:defPPr>
            <a:lvl1pPr algn="ctr">
              <a:defRPr sz="1950" b="1">
                <a:solidFill>
                  <a:srgbClr val="304C68"/>
                </a:solidFill>
                <a:latin typeface="DejaVu Sans"/>
                <a:ea typeface="DejaVu Sans"/>
                <a:cs typeface="DejaVu Sans"/>
              </a:defRPr>
            </a:lvl1pPr>
            <a:lvl2pPr algn="ctr">
              <a:defRPr sz="1950" b="1">
                <a:solidFill>
                  <a:srgbClr val="304C68"/>
                </a:solidFill>
                <a:latin typeface="DejaVu Sans"/>
                <a:ea typeface="DejaVu Sans"/>
                <a:cs typeface="DejaVu Sans"/>
              </a:defRPr>
            </a:lvl2pPr>
            <a:lvl3pPr algn="ctr">
              <a:defRPr sz="1950" b="1">
                <a:solidFill>
                  <a:srgbClr val="304C68"/>
                </a:solidFill>
                <a:latin typeface="DejaVu Sans"/>
                <a:ea typeface="DejaVu Sans"/>
                <a:cs typeface="DejaVu Sans"/>
              </a:defRPr>
            </a:lvl3pPr>
            <a:lvl4pPr algn="ctr">
              <a:defRPr sz="1950" b="1">
                <a:solidFill>
                  <a:srgbClr val="304C68"/>
                </a:solidFill>
                <a:latin typeface="DejaVu Sans"/>
                <a:ea typeface="DejaVu Sans"/>
                <a:cs typeface="DejaVu Sans"/>
              </a:defRPr>
            </a:lvl4pPr>
            <a:lvl5pPr algn="ctr">
              <a:defRPr sz="1950" b="1">
                <a:solidFill>
                  <a:srgbClr val="304C68"/>
                </a:solidFill>
                <a:latin typeface="DejaVu Sans"/>
                <a:ea typeface="DejaVu Sans"/>
                <a:cs typeface="DejaVu Sans"/>
              </a:defRPr>
            </a:lvl5pPr>
            <a:lvl6pPr algn="ctr">
              <a:defRPr sz="1950" b="1">
                <a:solidFill>
                  <a:srgbClr val="304C68"/>
                </a:solidFill>
                <a:latin typeface="DejaVu Sans"/>
                <a:ea typeface="DejaVu Sans"/>
                <a:cs typeface="DejaVu Sans"/>
              </a:defRPr>
            </a:lvl6pPr>
            <a:lvl7pPr algn="ctr">
              <a:defRPr sz="1950" b="1">
                <a:solidFill>
                  <a:srgbClr val="304C68"/>
                </a:solidFill>
                <a:latin typeface="DejaVu Sans"/>
                <a:ea typeface="DejaVu Sans"/>
                <a:cs typeface="DejaVu Sans"/>
              </a:defRPr>
            </a:lvl7pPr>
            <a:lvl8pPr algn="ctr">
              <a:defRPr sz="1950" b="1">
                <a:solidFill>
                  <a:srgbClr val="304C68"/>
                </a:solidFill>
                <a:latin typeface="DejaVu Sans"/>
                <a:ea typeface="DejaVu Sans"/>
                <a:cs typeface="DejaVu Sans"/>
              </a:defRPr>
            </a:lvl8pPr>
            <a:lvl9pPr algn="ctr">
              <a:defRPr sz="1950" b="1">
                <a:solidFill>
                  <a:srgbClr val="304C68"/>
                </a:solidFill>
                <a:latin typeface="DejaVu Sans"/>
                <a:ea typeface="DejaVu Sans"/>
                <a:cs typeface="DejaVu Sans"/>
              </a:defRPr>
            </a:lvl9pPr>
          </a:lstStyle>
          <a:p xmlns:a="http://schemas.openxmlformats.org/drawingml/2006/main">
            <a:pPr algn="ctr">
              <a:defRPr sz="1950" b="1">
                <a:solidFill>
                  <a:srgbClr val="304C68"/>
                </a:solidFill>
                <a:latin typeface="DejaVu Sans"/>
                <a:ea typeface="DejaVu Sans"/>
                <a:cs typeface="DejaVu Sans"/>
              </a:defRPr>
            </a:pPr>
            <a:r>
              <a:rPr sz="1950" b="1">
                <a:solidFill>
                  <a:srgbClr val="304C68"/>
                </a:solidFill>
                <a:latin typeface="DejaVu Sans"/>
                <a:ea typeface="DejaVu Sans"/>
                <a:cs typeface="DejaVu Sans"/>
              </a:rPr>
              <a:t>Hungarian</a:t>
            </a:r>
          </a:p>
          <a:p xmlns:a="http://schemas.openxmlformats.org/drawingml/2006/main">
            <a:pPr algn="ctr">
              <a:defRPr sz="1950" b="1">
                <a:solidFill>
                  <a:srgbClr val="304C68"/>
                </a:solidFill>
                <a:latin typeface="DejaVu Sans"/>
                <a:ea typeface="DejaVu Sans"/>
                <a:cs typeface="DejaVu Sans"/>
              </a:defRPr>
            </a:pPr>
            <a:r>
              <a:rPr sz="1950" b="1">
                <a:solidFill>
                  <a:srgbClr val="304C68"/>
                </a:solidFill>
                <a:latin typeface="DejaVu Sans"/>
                <a:ea typeface="DejaVu Sans"/>
                <a:cs typeface="DejaVu Sans"/>
              </a:rPr>
              <a:t>assignment</a:t>
            </a:r>
          </a:p>
        </p:txBody>
      </p:sp>
      <p:sp>
        <p:nvSpPr>
          <p:cNvPr id="13" name="path-1167">
            <a:extLst xmlns:a="http://schemas.openxmlformats.org/drawingml/2006/main">
              <a:ext uri="{FF2B5EF4-FFF2-40B4-BE49-F238E27FC236}">
                <a16:creationId xmlns:a16="http://schemas.microsoft.com/office/drawing/2014/main" id="{B51BA115-1994-499A-BFF9-1E4F9217542C}"/>
              </a:ext>
            </a:extLst>
          </p:cNvPr>
          <p:cNvSpPr>
            <a:spLocks xmlns:a="http://schemas.openxmlformats.org/drawingml/2006/main" noGrp="1"/>
          </p:cNvSpPr>
          <p:nvPr/>
        </p:nvSpPr>
        <p:spPr>
          <a:xfrm xmlns:a="http://schemas.openxmlformats.org/drawingml/2006/main">
            <a:off x="2962275" y="4000500"/>
            <a:ext cx="838200" cy="953"/>
          </a:xfrm>
          <a:custGeom xmlns:a="http://schemas.openxmlformats.org/drawingml/2006/main">
            <a:pathLst>
              <a:path w="838200" h="953">
                <a:moveTo>
                  <a:pt x="0" y="0"/>
                </a:moveTo>
                <a:lnTo>
                  <a:pt x="838200" y="0"/>
                </a:lnTo>
              </a:path>
            </a:pathLst>
          </a:custGeom>
          <a:noFill xmlns:a="http://schemas.openxmlformats.org/drawingml/2006/main"/>
          <a:ln xmlns:a="http://schemas.openxmlformats.org/drawingml/2006/main" w="22860">
            <a:solidFill>
              <a:srgbClr val="304C68"/>
            </a:solidFill>
            <a:prstDash val="solid"/>
          </a:ln>
        </p:spPr>
      </p:sp>
      <p:sp>
        <p:nvSpPr>
          <p:cNvPr id="14" name="path-1168">
            <a:extLst xmlns:a="http://schemas.openxmlformats.org/drawingml/2006/main">
              <a:ext uri="{FF2B5EF4-FFF2-40B4-BE49-F238E27FC236}">
                <a16:creationId xmlns:a16="http://schemas.microsoft.com/office/drawing/2014/main" id="{847AFA11-9989-4F63-9252-1678FADFE190}"/>
              </a:ext>
            </a:extLst>
          </p:cNvPr>
          <p:cNvSpPr>
            <a:spLocks xmlns:a="http://schemas.openxmlformats.org/drawingml/2006/main" noGrp="1"/>
          </p:cNvSpPr>
          <p:nvPr/>
        </p:nvSpPr>
        <p:spPr>
          <a:xfrm xmlns:a="http://schemas.openxmlformats.org/drawingml/2006/main">
            <a:off x="3705225" y="3956685"/>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304C68"/>
          </a:solidFill>
          <a:ln xmlns:a="http://schemas.openxmlformats.org/drawingml/2006/main" w="0">
            <a:solidFill>
              <a:srgbClr val="304C68"/>
            </a:solidFill>
            <a:prstDash val="solid"/>
          </a:ln>
        </p:spPr>
      </p:sp>
      <p:sp>
        <p:nvSpPr>
          <p:cNvPr id="15" name="shape-1169">
            <a:extLst xmlns:a="http://schemas.openxmlformats.org/drawingml/2006/main">
              <a:ext uri="{FF2B5EF4-FFF2-40B4-BE49-F238E27FC236}">
                <a16:creationId xmlns:a16="http://schemas.microsoft.com/office/drawing/2014/main" id="{FDC4B6F5-9D96-4133-90C8-7925F69098F7}"/>
              </a:ext>
            </a:extLst>
          </p:cNvPr>
          <p:cNvSpPr>
            <a:spLocks xmlns:a="http://schemas.openxmlformats.org/drawingml/2006/main" noGrp="1"/>
          </p:cNvSpPr>
          <p:nvPr/>
        </p:nvSpPr>
        <p:spPr>
          <a:xfrm xmlns:a="http://schemas.openxmlformats.org/drawingml/2006/main" rot="0">
            <a:off x="4019550" y="4943475"/>
            <a:ext cx="2057400" cy="581025"/>
          </a:xfrm>
          <a:prstGeom xmlns:a="http://schemas.openxmlformats.org/drawingml/2006/main" prst="rect">
            <a:avLst/>
          </a:prstGeom>
          <a:solidFill xmlns:a="http://schemas.openxmlformats.org/drawingml/2006/main">
            <a:srgbClr val="DCF2EB"/>
          </a:solidFill>
          <a:ln xmlns:a="http://schemas.openxmlformats.org/drawingml/2006/main" w="15240">
            <a:solidFill>
              <a:srgbClr val="087F6C"/>
            </a:solidFill>
            <a:prstDash val="solid"/>
          </a:ln>
        </p:spPr>
      </p:sp>
      <p:sp>
        <p:nvSpPr>
          <p:cNvPr id="16" name="label-1170">
            <a:extLst xmlns:a="http://schemas.openxmlformats.org/drawingml/2006/main">
              <a:ext uri="{FF2B5EF4-FFF2-40B4-BE49-F238E27FC236}">
                <a16:creationId xmlns:a16="http://schemas.microsoft.com/office/drawing/2014/main" id="{91F96779-28DC-42A5-B1CB-851D7330E620}"/>
              </a:ext>
            </a:extLst>
          </p:cNvPr>
          <p:cNvSpPr>
            <a:spLocks xmlns:a="http://schemas.openxmlformats.org/drawingml/2006/main" noGrp="1"/>
          </p:cNvSpPr>
          <p:nvPr/>
        </p:nvSpPr>
        <p:spPr>
          <a:xfrm xmlns:a="http://schemas.openxmlformats.org/drawingml/2006/main">
            <a:off x="4095750" y="4991100"/>
            <a:ext cx="19050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75" b="1">
                <a:solidFill>
                  <a:srgbClr val="087F6C"/>
                </a:solidFill>
                <a:latin typeface="DejaVu Sans"/>
                <a:ea typeface="DejaVu Sans"/>
                <a:cs typeface="DejaVu Sans"/>
              </a:defRPr>
            </a:defPPr>
            <a:lvl1pPr algn="ctr">
              <a:defRPr sz="1875" b="1">
                <a:solidFill>
                  <a:srgbClr val="087F6C"/>
                </a:solidFill>
                <a:latin typeface="DejaVu Sans"/>
                <a:ea typeface="DejaVu Sans"/>
                <a:cs typeface="DejaVu Sans"/>
              </a:defRPr>
            </a:lvl1pPr>
            <a:lvl2pPr algn="ctr">
              <a:defRPr sz="1875" b="1">
                <a:solidFill>
                  <a:srgbClr val="087F6C"/>
                </a:solidFill>
                <a:latin typeface="DejaVu Sans"/>
                <a:ea typeface="DejaVu Sans"/>
                <a:cs typeface="DejaVu Sans"/>
              </a:defRPr>
            </a:lvl2pPr>
            <a:lvl3pPr algn="ctr">
              <a:defRPr sz="1875" b="1">
                <a:solidFill>
                  <a:srgbClr val="087F6C"/>
                </a:solidFill>
                <a:latin typeface="DejaVu Sans"/>
                <a:ea typeface="DejaVu Sans"/>
                <a:cs typeface="DejaVu Sans"/>
              </a:defRPr>
            </a:lvl3pPr>
            <a:lvl4pPr algn="ctr">
              <a:defRPr sz="1875" b="1">
                <a:solidFill>
                  <a:srgbClr val="087F6C"/>
                </a:solidFill>
                <a:latin typeface="DejaVu Sans"/>
                <a:ea typeface="DejaVu Sans"/>
                <a:cs typeface="DejaVu Sans"/>
              </a:defRPr>
            </a:lvl4pPr>
            <a:lvl5pPr algn="ctr">
              <a:defRPr sz="1875" b="1">
                <a:solidFill>
                  <a:srgbClr val="087F6C"/>
                </a:solidFill>
                <a:latin typeface="DejaVu Sans"/>
                <a:ea typeface="DejaVu Sans"/>
                <a:cs typeface="DejaVu Sans"/>
              </a:defRPr>
            </a:lvl5pPr>
            <a:lvl6pPr algn="ctr">
              <a:defRPr sz="1875" b="1">
                <a:solidFill>
                  <a:srgbClr val="087F6C"/>
                </a:solidFill>
                <a:latin typeface="DejaVu Sans"/>
                <a:ea typeface="DejaVu Sans"/>
                <a:cs typeface="DejaVu Sans"/>
              </a:defRPr>
            </a:lvl6pPr>
            <a:lvl7pPr algn="ctr">
              <a:defRPr sz="1875" b="1">
                <a:solidFill>
                  <a:srgbClr val="087F6C"/>
                </a:solidFill>
                <a:latin typeface="DejaVu Sans"/>
                <a:ea typeface="DejaVu Sans"/>
                <a:cs typeface="DejaVu Sans"/>
              </a:defRPr>
            </a:lvl7pPr>
            <a:lvl8pPr algn="ctr">
              <a:defRPr sz="1875" b="1">
                <a:solidFill>
                  <a:srgbClr val="087F6C"/>
                </a:solidFill>
                <a:latin typeface="DejaVu Sans"/>
                <a:ea typeface="DejaVu Sans"/>
                <a:cs typeface="DejaVu Sans"/>
              </a:defRPr>
            </a:lvl8pPr>
            <a:lvl9pPr algn="ctr">
              <a:defRPr sz="1875" b="1">
                <a:solidFill>
                  <a:srgbClr val="087F6C"/>
                </a:solidFill>
                <a:latin typeface="DejaVu Sans"/>
                <a:ea typeface="DejaVu Sans"/>
                <a:cs typeface="DejaVu Sans"/>
              </a:defRPr>
            </a:lvl9pPr>
          </a:lstStyle>
          <a:p xmlns:a="http://schemas.openxmlformats.org/drawingml/2006/main">
            <a:pPr algn="ctr">
              <a:defRPr sz="1875" b="1">
                <a:solidFill>
                  <a:srgbClr val="087F6C"/>
                </a:solidFill>
                <a:latin typeface="DejaVu Sans"/>
                <a:ea typeface="DejaVu Sans"/>
                <a:cs typeface="DejaVu Sans"/>
              </a:defRPr>
            </a:pPr>
            <a:r>
              <a:rPr sz="1875" b="1">
                <a:solidFill>
                  <a:srgbClr val="087F6C"/>
                </a:solidFill>
                <a:latin typeface="DejaVu Sans"/>
                <a:ea typeface="DejaVu Sans"/>
                <a:cs typeface="DejaVu Sans"/>
              </a:rPr>
              <a:t>Ground truth</a:t>
            </a:r>
          </a:p>
        </p:txBody>
      </p:sp>
      <p:sp>
        <p:nvSpPr>
          <p:cNvPr id="17" name="path-1171">
            <a:extLst xmlns:a="http://schemas.openxmlformats.org/drawingml/2006/main">
              <a:ext uri="{FF2B5EF4-FFF2-40B4-BE49-F238E27FC236}">
                <a16:creationId xmlns:a16="http://schemas.microsoft.com/office/drawing/2014/main" id="{23554794-DFAC-4234-9437-816D7C2673F6}"/>
              </a:ext>
            </a:extLst>
          </p:cNvPr>
          <p:cNvSpPr>
            <a:spLocks xmlns:a="http://schemas.openxmlformats.org/drawingml/2006/main" noGrp="1"/>
          </p:cNvSpPr>
          <p:nvPr/>
        </p:nvSpPr>
        <p:spPr>
          <a:xfrm xmlns:a="http://schemas.openxmlformats.org/drawingml/2006/main">
            <a:off x="5048250" y="4438650"/>
            <a:ext cx="953" cy="504825"/>
          </a:xfrm>
          <a:custGeom xmlns:a="http://schemas.openxmlformats.org/drawingml/2006/main">
            <a:pathLst>
              <a:path w="953" h="504825">
                <a:moveTo>
                  <a:pt x="0" y="504825"/>
                </a:moveTo>
                <a:lnTo>
                  <a:pt x="0" y="0"/>
                </a:lnTo>
              </a:path>
            </a:pathLst>
          </a:custGeom>
          <a:noFill xmlns:a="http://schemas.openxmlformats.org/drawingml/2006/main"/>
          <a:ln xmlns:a="http://schemas.openxmlformats.org/drawingml/2006/main" w="22860">
            <a:solidFill>
              <a:srgbClr val="087F6C"/>
            </a:solidFill>
            <a:prstDash val="solid"/>
          </a:ln>
        </p:spPr>
      </p:sp>
      <p:sp>
        <p:nvSpPr>
          <p:cNvPr id="18" name="path-1172">
            <a:extLst xmlns:a="http://schemas.openxmlformats.org/drawingml/2006/main">
              <a:ext uri="{FF2B5EF4-FFF2-40B4-BE49-F238E27FC236}">
                <a16:creationId xmlns:a16="http://schemas.microsoft.com/office/drawing/2014/main" id="{376FDA7F-82E9-4914-8A8D-83A6DC782F3E}"/>
              </a:ext>
            </a:extLst>
          </p:cNvPr>
          <p:cNvSpPr>
            <a:spLocks xmlns:a="http://schemas.openxmlformats.org/drawingml/2006/main" noGrp="1"/>
          </p:cNvSpPr>
          <p:nvPr/>
        </p:nvSpPr>
        <p:spPr>
          <a:xfrm xmlns:a="http://schemas.openxmlformats.org/drawingml/2006/main">
            <a:off x="5004435" y="4438650"/>
            <a:ext cx="87630" cy="95250"/>
          </a:xfrm>
          <a:custGeom xmlns:a="http://schemas.openxmlformats.org/drawingml/2006/main">
            <a:pathLst>
              <a:path w="87630" h="95250">
                <a:moveTo>
                  <a:pt x="43815" y="0"/>
                </a:moveTo>
                <a:lnTo>
                  <a:pt x="0" y="95250"/>
                </a:lnTo>
                <a:lnTo>
                  <a:pt x="87630" y="95250"/>
                </a:lnTo>
                <a:close/>
              </a:path>
            </a:pathLst>
          </a:custGeom>
          <a:solidFill xmlns:a="http://schemas.openxmlformats.org/drawingml/2006/main">
            <a:srgbClr val="087F6C"/>
          </a:solidFill>
          <a:ln xmlns:a="http://schemas.openxmlformats.org/drawingml/2006/main" w="0">
            <a:solidFill>
              <a:srgbClr val="087F6C"/>
            </a:solidFill>
            <a:prstDash val="solid"/>
          </a:ln>
        </p:spPr>
      </p:sp>
      <p:sp>
        <p:nvSpPr>
          <p:cNvPr id="19" name="path-1173">
            <a:extLst xmlns:a="http://schemas.openxmlformats.org/drawingml/2006/main">
              <a:ext uri="{FF2B5EF4-FFF2-40B4-BE49-F238E27FC236}">
                <a16:creationId xmlns:a16="http://schemas.microsoft.com/office/drawing/2014/main" id="{E3C055A8-5A6A-4B28-8999-70467656EC14}"/>
              </a:ext>
            </a:extLst>
          </p:cNvPr>
          <p:cNvSpPr>
            <a:spLocks xmlns:a="http://schemas.openxmlformats.org/drawingml/2006/main" noGrp="1"/>
          </p:cNvSpPr>
          <p:nvPr/>
        </p:nvSpPr>
        <p:spPr>
          <a:xfrm xmlns:a="http://schemas.openxmlformats.org/drawingml/2006/main">
            <a:off x="5048250" y="2590800"/>
            <a:ext cx="1619250" cy="2638425"/>
          </a:xfrm>
          <a:custGeom xmlns:a="http://schemas.openxmlformats.org/drawingml/2006/main">
            <a:pathLst>
              <a:path w="1619250" h="2638425">
                <a:moveTo>
                  <a:pt x="1028700" y="2638425"/>
                </a:moveTo>
                <a:lnTo>
                  <a:pt x="1619250" y="2638425"/>
                </a:lnTo>
                <a:lnTo>
                  <a:pt x="1619250" y="314325"/>
                </a:lnTo>
                <a:lnTo>
                  <a:pt x="0" y="314325"/>
                </a:lnTo>
                <a:lnTo>
                  <a:pt x="0" y="0"/>
                </a:lnTo>
              </a:path>
            </a:pathLst>
          </a:custGeom>
          <a:noFill xmlns:a="http://schemas.openxmlformats.org/drawingml/2006/main"/>
          <a:ln xmlns:a="http://schemas.openxmlformats.org/drawingml/2006/main" w="22860">
            <a:solidFill>
              <a:srgbClr val="087F6C"/>
            </a:solidFill>
            <a:prstDash val="solid"/>
          </a:ln>
        </p:spPr>
      </p:sp>
      <p:sp>
        <p:nvSpPr>
          <p:cNvPr id="20" name="path-1174">
            <a:extLst xmlns:a="http://schemas.openxmlformats.org/drawingml/2006/main">
              <a:ext uri="{FF2B5EF4-FFF2-40B4-BE49-F238E27FC236}">
                <a16:creationId xmlns:a16="http://schemas.microsoft.com/office/drawing/2014/main" id="{0DB486C9-EB15-4970-B632-7607698C6D31}"/>
              </a:ext>
            </a:extLst>
          </p:cNvPr>
          <p:cNvSpPr>
            <a:spLocks xmlns:a="http://schemas.openxmlformats.org/drawingml/2006/main" noGrp="1"/>
          </p:cNvSpPr>
          <p:nvPr/>
        </p:nvSpPr>
        <p:spPr>
          <a:xfrm xmlns:a="http://schemas.openxmlformats.org/drawingml/2006/main">
            <a:off x="5004435" y="2590800"/>
            <a:ext cx="87630" cy="95250"/>
          </a:xfrm>
          <a:custGeom xmlns:a="http://schemas.openxmlformats.org/drawingml/2006/main">
            <a:pathLst>
              <a:path w="87630" h="95250">
                <a:moveTo>
                  <a:pt x="43815" y="0"/>
                </a:moveTo>
                <a:lnTo>
                  <a:pt x="0" y="95250"/>
                </a:lnTo>
                <a:lnTo>
                  <a:pt x="87630" y="95250"/>
                </a:lnTo>
                <a:close/>
              </a:path>
            </a:pathLst>
          </a:custGeom>
          <a:solidFill xmlns:a="http://schemas.openxmlformats.org/drawingml/2006/main">
            <a:srgbClr val="087F6C"/>
          </a:solidFill>
          <a:ln xmlns:a="http://schemas.openxmlformats.org/drawingml/2006/main" w="0">
            <a:solidFill>
              <a:srgbClr val="087F6C"/>
            </a:solidFill>
            <a:prstDash val="solid"/>
          </a:ln>
        </p:spPr>
      </p:sp>
      <p:sp>
        <p:nvSpPr>
          <p:cNvPr id="21" name="shape-1175">
            <a:extLst xmlns:a="http://schemas.openxmlformats.org/drawingml/2006/main">
              <a:ext uri="{FF2B5EF4-FFF2-40B4-BE49-F238E27FC236}">
                <a16:creationId xmlns:a16="http://schemas.microsoft.com/office/drawing/2014/main" id="{DFEE9294-A922-4A9B-808C-D1533DC4206F}"/>
              </a:ext>
            </a:extLst>
          </p:cNvPr>
          <p:cNvSpPr>
            <a:spLocks xmlns:a="http://schemas.openxmlformats.org/drawingml/2006/main" noGrp="1"/>
          </p:cNvSpPr>
          <p:nvPr/>
        </p:nvSpPr>
        <p:spPr>
          <a:xfrm xmlns:a="http://schemas.openxmlformats.org/drawingml/2006/main" rot="0">
            <a:off x="7477125" y="3095625"/>
            <a:ext cx="2743200" cy="781050"/>
          </a:xfrm>
          <a:prstGeom xmlns:a="http://schemas.openxmlformats.org/drawingml/2006/main" prst="rect">
            <a:avLst/>
          </a:prstGeom>
          <a:solidFill xmlns:a="http://schemas.openxmlformats.org/drawingml/2006/main">
            <a:srgbClr val="E5EBF2"/>
          </a:solidFill>
          <a:ln xmlns:a="http://schemas.openxmlformats.org/drawingml/2006/main" w="15240">
            <a:solidFill>
              <a:srgbClr val="304C68"/>
            </a:solidFill>
            <a:prstDash val="solid"/>
          </a:ln>
        </p:spPr>
      </p:sp>
      <p:sp>
        <p:nvSpPr>
          <p:cNvPr id="22" name="label-1176">
            <a:extLst xmlns:a="http://schemas.openxmlformats.org/drawingml/2006/main">
              <a:ext uri="{FF2B5EF4-FFF2-40B4-BE49-F238E27FC236}">
                <a16:creationId xmlns:a16="http://schemas.microsoft.com/office/drawing/2014/main" id="{F234B0CD-4FC9-464F-836F-D849CB83715B}"/>
              </a:ext>
            </a:extLst>
          </p:cNvPr>
          <p:cNvSpPr>
            <a:spLocks xmlns:a="http://schemas.openxmlformats.org/drawingml/2006/main" noGrp="1"/>
          </p:cNvSpPr>
          <p:nvPr/>
        </p:nvSpPr>
        <p:spPr>
          <a:xfrm xmlns:a="http://schemas.openxmlformats.org/drawingml/2006/main">
            <a:off x="7553325" y="3143250"/>
            <a:ext cx="2590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75" b="1">
                <a:solidFill>
                  <a:srgbClr val="304C68"/>
                </a:solidFill>
                <a:latin typeface="DejaVu Sans"/>
                <a:ea typeface="DejaVu Sans"/>
                <a:cs typeface="DejaVu Sans"/>
              </a:defRPr>
            </a:defPPr>
            <a:lvl1pPr algn="ctr">
              <a:defRPr sz="1875" b="1">
                <a:solidFill>
                  <a:srgbClr val="304C68"/>
                </a:solidFill>
                <a:latin typeface="DejaVu Sans"/>
                <a:ea typeface="DejaVu Sans"/>
                <a:cs typeface="DejaVu Sans"/>
              </a:defRPr>
            </a:lvl1pPr>
            <a:lvl2pPr algn="ctr">
              <a:defRPr sz="1875" b="1">
                <a:solidFill>
                  <a:srgbClr val="304C68"/>
                </a:solidFill>
                <a:latin typeface="DejaVu Sans"/>
                <a:ea typeface="DejaVu Sans"/>
                <a:cs typeface="DejaVu Sans"/>
              </a:defRPr>
            </a:lvl2pPr>
            <a:lvl3pPr algn="ctr">
              <a:defRPr sz="1875" b="1">
                <a:solidFill>
                  <a:srgbClr val="304C68"/>
                </a:solidFill>
                <a:latin typeface="DejaVu Sans"/>
                <a:ea typeface="DejaVu Sans"/>
                <a:cs typeface="DejaVu Sans"/>
              </a:defRPr>
            </a:lvl3pPr>
            <a:lvl4pPr algn="ctr">
              <a:defRPr sz="1875" b="1">
                <a:solidFill>
                  <a:srgbClr val="304C68"/>
                </a:solidFill>
                <a:latin typeface="DejaVu Sans"/>
                <a:ea typeface="DejaVu Sans"/>
                <a:cs typeface="DejaVu Sans"/>
              </a:defRPr>
            </a:lvl4pPr>
            <a:lvl5pPr algn="ctr">
              <a:defRPr sz="1875" b="1">
                <a:solidFill>
                  <a:srgbClr val="304C68"/>
                </a:solidFill>
                <a:latin typeface="DejaVu Sans"/>
                <a:ea typeface="DejaVu Sans"/>
                <a:cs typeface="DejaVu Sans"/>
              </a:defRPr>
            </a:lvl5pPr>
            <a:lvl6pPr algn="ctr">
              <a:defRPr sz="1875" b="1">
                <a:solidFill>
                  <a:srgbClr val="304C68"/>
                </a:solidFill>
                <a:latin typeface="DejaVu Sans"/>
                <a:ea typeface="DejaVu Sans"/>
                <a:cs typeface="DejaVu Sans"/>
              </a:defRPr>
            </a:lvl6pPr>
            <a:lvl7pPr algn="ctr">
              <a:defRPr sz="1875" b="1">
                <a:solidFill>
                  <a:srgbClr val="304C68"/>
                </a:solidFill>
                <a:latin typeface="DejaVu Sans"/>
                <a:ea typeface="DejaVu Sans"/>
                <a:cs typeface="DejaVu Sans"/>
              </a:defRPr>
            </a:lvl7pPr>
            <a:lvl8pPr algn="ctr">
              <a:defRPr sz="1875" b="1">
                <a:solidFill>
                  <a:srgbClr val="304C68"/>
                </a:solidFill>
                <a:latin typeface="DejaVu Sans"/>
                <a:ea typeface="DejaVu Sans"/>
                <a:cs typeface="DejaVu Sans"/>
              </a:defRPr>
            </a:lvl8pPr>
            <a:lvl9pPr algn="ctr">
              <a:defRPr sz="1875" b="1">
                <a:solidFill>
                  <a:srgbClr val="304C68"/>
                </a:solidFill>
                <a:latin typeface="DejaVu Sans"/>
                <a:ea typeface="DejaVu Sans"/>
                <a:cs typeface="DejaVu Sans"/>
              </a:defRPr>
            </a:lvl9pPr>
          </a:lstStyle>
          <a:p xmlns:a="http://schemas.openxmlformats.org/drawingml/2006/main">
            <a:pPr algn="ctr">
              <a:defRPr sz="1875" b="1">
                <a:solidFill>
                  <a:srgbClr val="304C68"/>
                </a:solidFill>
                <a:latin typeface="DejaVu Sans"/>
                <a:ea typeface="DejaVu Sans"/>
                <a:cs typeface="DejaVu Sans"/>
              </a:defRPr>
            </a:pPr>
            <a:r>
              <a:rPr sz="1875" b="1">
                <a:solidFill>
                  <a:srgbClr val="304C68"/>
                </a:solidFill>
                <a:latin typeface="DejaVu Sans"/>
                <a:ea typeface="DejaVu Sans"/>
                <a:cs typeface="DejaVu Sans"/>
              </a:rPr>
              <a:t>Sigmoid focal</a:t>
            </a:r>
          </a:p>
          <a:p xmlns:a="http://schemas.openxmlformats.org/drawingml/2006/main">
            <a:pPr algn="ctr">
              <a:defRPr sz="1875" b="1">
                <a:solidFill>
                  <a:srgbClr val="304C68"/>
                </a:solidFill>
                <a:latin typeface="DejaVu Sans"/>
                <a:ea typeface="DejaVu Sans"/>
                <a:cs typeface="DejaVu Sans"/>
              </a:defRPr>
            </a:pPr>
            <a:r>
              <a:rPr sz="1875" b="1">
                <a:solidFill>
                  <a:srgbClr val="304C68"/>
                </a:solidFill>
                <a:latin typeface="DejaVu Sans"/>
                <a:ea typeface="DejaVu Sans"/>
                <a:cs typeface="DejaVu Sans"/>
              </a:rPr>
              <a:t>classification</a:t>
            </a:r>
          </a:p>
        </p:txBody>
      </p:sp>
      <p:sp>
        <p:nvSpPr>
          <p:cNvPr id="23" name="shape-1177">
            <a:extLst xmlns:a="http://schemas.openxmlformats.org/drawingml/2006/main">
              <a:ext uri="{FF2B5EF4-FFF2-40B4-BE49-F238E27FC236}">
                <a16:creationId xmlns:a16="http://schemas.microsoft.com/office/drawing/2014/main" id="{36999DC3-6FC2-4F45-9061-1F146CE57E5D}"/>
              </a:ext>
            </a:extLst>
          </p:cNvPr>
          <p:cNvSpPr>
            <a:spLocks xmlns:a="http://schemas.openxmlformats.org/drawingml/2006/main" noGrp="1"/>
          </p:cNvSpPr>
          <p:nvPr/>
        </p:nvSpPr>
        <p:spPr>
          <a:xfrm xmlns:a="http://schemas.openxmlformats.org/drawingml/2006/main" rot="0">
            <a:off x="7477125" y="4295775"/>
            <a:ext cx="2743200" cy="781050"/>
          </a:xfrm>
          <a:prstGeom xmlns:a="http://schemas.openxmlformats.org/drawingml/2006/main" prst="rect">
            <a:avLst/>
          </a:prstGeom>
          <a:solidFill xmlns:a="http://schemas.openxmlformats.org/drawingml/2006/main">
            <a:srgbClr val="EEE7FA"/>
          </a:solidFill>
          <a:ln xmlns:a="http://schemas.openxmlformats.org/drawingml/2006/main" w="15240">
            <a:solidFill>
              <a:srgbClr val="7351C7"/>
            </a:solidFill>
            <a:prstDash val="solid"/>
          </a:ln>
        </p:spPr>
      </p:sp>
      <p:sp>
        <p:nvSpPr>
          <p:cNvPr id="24" name="label-1178">
            <a:extLst xmlns:a="http://schemas.openxmlformats.org/drawingml/2006/main">
              <a:ext uri="{FF2B5EF4-FFF2-40B4-BE49-F238E27FC236}">
                <a16:creationId xmlns:a16="http://schemas.microsoft.com/office/drawing/2014/main" id="{6637FDD2-A423-4CB8-B9C3-6F4BFCB1323D}"/>
              </a:ext>
            </a:extLst>
          </p:cNvPr>
          <p:cNvSpPr>
            <a:spLocks xmlns:a="http://schemas.openxmlformats.org/drawingml/2006/main" noGrp="1"/>
          </p:cNvSpPr>
          <p:nvPr/>
        </p:nvSpPr>
        <p:spPr>
          <a:xfrm xmlns:a="http://schemas.openxmlformats.org/drawingml/2006/main">
            <a:off x="7553325" y="4343400"/>
            <a:ext cx="2590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75" b="1">
                <a:solidFill>
                  <a:srgbClr val="7351C7"/>
                </a:solidFill>
                <a:latin typeface="DejaVu Sans"/>
                <a:ea typeface="DejaVu Sans"/>
                <a:cs typeface="DejaVu Sans"/>
              </a:defRPr>
            </a:defPPr>
            <a:lvl1pPr algn="ctr">
              <a:defRPr sz="1875" b="1">
                <a:solidFill>
                  <a:srgbClr val="7351C7"/>
                </a:solidFill>
                <a:latin typeface="DejaVu Sans"/>
                <a:ea typeface="DejaVu Sans"/>
                <a:cs typeface="DejaVu Sans"/>
              </a:defRPr>
            </a:lvl1pPr>
            <a:lvl2pPr algn="ctr">
              <a:defRPr sz="1875" b="1">
                <a:solidFill>
                  <a:srgbClr val="7351C7"/>
                </a:solidFill>
                <a:latin typeface="DejaVu Sans"/>
                <a:ea typeface="DejaVu Sans"/>
                <a:cs typeface="DejaVu Sans"/>
              </a:defRPr>
            </a:lvl2pPr>
            <a:lvl3pPr algn="ctr">
              <a:defRPr sz="1875" b="1">
                <a:solidFill>
                  <a:srgbClr val="7351C7"/>
                </a:solidFill>
                <a:latin typeface="DejaVu Sans"/>
                <a:ea typeface="DejaVu Sans"/>
                <a:cs typeface="DejaVu Sans"/>
              </a:defRPr>
            </a:lvl3pPr>
            <a:lvl4pPr algn="ctr">
              <a:defRPr sz="1875" b="1">
                <a:solidFill>
                  <a:srgbClr val="7351C7"/>
                </a:solidFill>
                <a:latin typeface="DejaVu Sans"/>
                <a:ea typeface="DejaVu Sans"/>
                <a:cs typeface="DejaVu Sans"/>
              </a:defRPr>
            </a:lvl4pPr>
            <a:lvl5pPr algn="ctr">
              <a:defRPr sz="1875" b="1">
                <a:solidFill>
                  <a:srgbClr val="7351C7"/>
                </a:solidFill>
                <a:latin typeface="DejaVu Sans"/>
                <a:ea typeface="DejaVu Sans"/>
                <a:cs typeface="DejaVu Sans"/>
              </a:defRPr>
            </a:lvl5pPr>
            <a:lvl6pPr algn="ctr">
              <a:defRPr sz="1875" b="1">
                <a:solidFill>
                  <a:srgbClr val="7351C7"/>
                </a:solidFill>
                <a:latin typeface="DejaVu Sans"/>
                <a:ea typeface="DejaVu Sans"/>
                <a:cs typeface="DejaVu Sans"/>
              </a:defRPr>
            </a:lvl6pPr>
            <a:lvl7pPr algn="ctr">
              <a:defRPr sz="1875" b="1">
                <a:solidFill>
                  <a:srgbClr val="7351C7"/>
                </a:solidFill>
                <a:latin typeface="DejaVu Sans"/>
                <a:ea typeface="DejaVu Sans"/>
                <a:cs typeface="DejaVu Sans"/>
              </a:defRPr>
            </a:lvl7pPr>
            <a:lvl8pPr algn="ctr">
              <a:defRPr sz="1875" b="1">
                <a:solidFill>
                  <a:srgbClr val="7351C7"/>
                </a:solidFill>
                <a:latin typeface="DejaVu Sans"/>
                <a:ea typeface="DejaVu Sans"/>
                <a:cs typeface="DejaVu Sans"/>
              </a:defRPr>
            </a:lvl8pPr>
            <a:lvl9pPr algn="ctr">
              <a:defRPr sz="1875" b="1">
                <a:solidFill>
                  <a:srgbClr val="7351C7"/>
                </a:solidFill>
                <a:latin typeface="DejaVu Sans"/>
                <a:ea typeface="DejaVu Sans"/>
                <a:cs typeface="DejaVu Sans"/>
              </a:defRPr>
            </a:lvl9pPr>
          </a:lstStyle>
          <a:p xmlns:a="http://schemas.openxmlformats.org/drawingml/2006/main">
            <a:pPr algn="ctr">
              <a:defRPr sz="1875" b="1">
                <a:solidFill>
                  <a:srgbClr val="7351C7"/>
                </a:solidFill>
                <a:latin typeface="DejaVu Sans"/>
                <a:ea typeface="DejaVu Sans"/>
                <a:cs typeface="DejaVu Sans"/>
              </a:defRPr>
            </a:pPr>
            <a:r>
              <a:rPr sz="1875" b="1">
                <a:solidFill>
                  <a:srgbClr val="7351C7"/>
                </a:solidFill>
                <a:latin typeface="DejaVu Sans"/>
                <a:ea typeface="DejaVu Sans"/>
                <a:cs typeface="DejaVu Sans"/>
              </a:rPr>
              <a:t>Weighted L1</a:t>
            </a:r>
          </a:p>
          <a:p xmlns:a="http://schemas.openxmlformats.org/drawingml/2006/main">
            <a:pPr algn="ctr">
              <a:defRPr sz="1875" b="1">
                <a:solidFill>
                  <a:srgbClr val="7351C7"/>
                </a:solidFill>
                <a:latin typeface="DejaVu Sans"/>
                <a:ea typeface="DejaVu Sans"/>
                <a:cs typeface="DejaVu Sans"/>
              </a:defRPr>
            </a:pPr>
            <a:r>
              <a:rPr sz="1875" b="1">
                <a:solidFill>
                  <a:srgbClr val="7351C7"/>
                </a:solidFill>
                <a:latin typeface="DejaVu Sans"/>
                <a:ea typeface="DejaVu Sans"/>
                <a:cs typeface="DejaVu Sans"/>
              </a:rPr>
              <a:t>box regression</a:t>
            </a:r>
          </a:p>
        </p:txBody>
      </p:sp>
      <p:sp>
        <p:nvSpPr>
          <p:cNvPr id="25" name="path-1179">
            <a:extLst xmlns:a="http://schemas.openxmlformats.org/drawingml/2006/main">
              <a:ext uri="{FF2B5EF4-FFF2-40B4-BE49-F238E27FC236}">
                <a16:creationId xmlns:a16="http://schemas.microsoft.com/office/drawing/2014/main" id="{4AED28FD-C75C-4F80-A2B8-3791D0113B28}"/>
              </a:ext>
            </a:extLst>
          </p:cNvPr>
          <p:cNvSpPr>
            <a:spLocks xmlns:a="http://schemas.openxmlformats.org/drawingml/2006/main" noGrp="1"/>
          </p:cNvSpPr>
          <p:nvPr/>
        </p:nvSpPr>
        <p:spPr>
          <a:xfrm xmlns:a="http://schemas.openxmlformats.org/drawingml/2006/main">
            <a:off x="6286500" y="3486150"/>
            <a:ext cx="1190625" cy="504825"/>
          </a:xfrm>
          <a:custGeom xmlns:a="http://schemas.openxmlformats.org/drawingml/2006/main">
            <a:pathLst>
              <a:path w="1190625" h="504825">
                <a:moveTo>
                  <a:pt x="0" y="504825"/>
                </a:moveTo>
                <a:lnTo>
                  <a:pt x="676275" y="504825"/>
                </a:lnTo>
                <a:lnTo>
                  <a:pt x="676275" y="0"/>
                </a:lnTo>
                <a:lnTo>
                  <a:pt x="1190625" y="0"/>
                </a:lnTo>
              </a:path>
            </a:pathLst>
          </a:custGeom>
          <a:noFill xmlns:a="http://schemas.openxmlformats.org/drawingml/2006/main"/>
          <a:ln xmlns:a="http://schemas.openxmlformats.org/drawingml/2006/main" w="22860">
            <a:solidFill>
              <a:srgbClr val="304C68"/>
            </a:solidFill>
            <a:prstDash val="solid"/>
          </a:ln>
        </p:spPr>
      </p:sp>
      <p:sp>
        <p:nvSpPr>
          <p:cNvPr id="26" name="path-1180">
            <a:extLst xmlns:a="http://schemas.openxmlformats.org/drawingml/2006/main">
              <a:ext uri="{FF2B5EF4-FFF2-40B4-BE49-F238E27FC236}">
                <a16:creationId xmlns:a16="http://schemas.microsoft.com/office/drawing/2014/main" id="{54A8602D-1513-436F-89F3-624C5526DA15}"/>
              </a:ext>
            </a:extLst>
          </p:cNvPr>
          <p:cNvSpPr>
            <a:spLocks xmlns:a="http://schemas.openxmlformats.org/drawingml/2006/main" noGrp="1"/>
          </p:cNvSpPr>
          <p:nvPr/>
        </p:nvSpPr>
        <p:spPr>
          <a:xfrm xmlns:a="http://schemas.openxmlformats.org/drawingml/2006/main">
            <a:off x="7381875" y="3442335"/>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304C68"/>
          </a:solidFill>
          <a:ln xmlns:a="http://schemas.openxmlformats.org/drawingml/2006/main" w="0">
            <a:solidFill>
              <a:srgbClr val="304C68"/>
            </a:solidFill>
            <a:prstDash val="solid"/>
          </a:ln>
        </p:spPr>
      </p:sp>
      <p:sp>
        <p:nvSpPr>
          <p:cNvPr id="27" name="path-1181">
            <a:extLst xmlns:a="http://schemas.openxmlformats.org/drawingml/2006/main">
              <a:ext uri="{FF2B5EF4-FFF2-40B4-BE49-F238E27FC236}">
                <a16:creationId xmlns:a16="http://schemas.microsoft.com/office/drawing/2014/main" id="{4948F12E-AAA6-41D3-B361-D3C90E39682D}"/>
              </a:ext>
            </a:extLst>
          </p:cNvPr>
          <p:cNvSpPr>
            <a:spLocks xmlns:a="http://schemas.openxmlformats.org/drawingml/2006/main" noGrp="1"/>
          </p:cNvSpPr>
          <p:nvPr/>
        </p:nvSpPr>
        <p:spPr>
          <a:xfrm xmlns:a="http://schemas.openxmlformats.org/drawingml/2006/main">
            <a:off x="6286500" y="3990975"/>
            <a:ext cx="1190625" cy="695325"/>
          </a:xfrm>
          <a:custGeom xmlns:a="http://schemas.openxmlformats.org/drawingml/2006/main">
            <a:pathLst>
              <a:path w="1190625" h="695325">
                <a:moveTo>
                  <a:pt x="0" y="0"/>
                </a:moveTo>
                <a:lnTo>
                  <a:pt x="676275" y="0"/>
                </a:lnTo>
                <a:lnTo>
                  <a:pt x="676275" y="695325"/>
                </a:lnTo>
                <a:lnTo>
                  <a:pt x="1190625" y="695325"/>
                </a:lnTo>
              </a:path>
            </a:pathLst>
          </a:custGeom>
          <a:noFill xmlns:a="http://schemas.openxmlformats.org/drawingml/2006/main"/>
          <a:ln xmlns:a="http://schemas.openxmlformats.org/drawingml/2006/main" w="22860">
            <a:solidFill>
              <a:srgbClr val="7351C7"/>
            </a:solidFill>
            <a:prstDash val="solid"/>
          </a:ln>
        </p:spPr>
      </p:sp>
      <p:sp>
        <p:nvSpPr>
          <p:cNvPr id="28" name="path-1182">
            <a:extLst xmlns:a="http://schemas.openxmlformats.org/drawingml/2006/main">
              <a:ext uri="{FF2B5EF4-FFF2-40B4-BE49-F238E27FC236}">
                <a16:creationId xmlns:a16="http://schemas.microsoft.com/office/drawing/2014/main" id="{534E32CF-9ED1-4FD4-A3A9-0AEFA3325730}"/>
              </a:ext>
            </a:extLst>
          </p:cNvPr>
          <p:cNvSpPr>
            <a:spLocks xmlns:a="http://schemas.openxmlformats.org/drawingml/2006/main" noGrp="1"/>
          </p:cNvSpPr>
          <p:nvPr/>
        </p:nvSpPr>
        <p:spPr>
          <a:xfrm xmlns:a="http://schemas.openxmlformats.org/drawingml/2006/main">
            <a:off x="7381875" y="4642485"/>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7351C7"/>
          </a:solidFill>
          <a:ln xmlns:a="http://schemas.openxmlformats.org/drawingml/2006/main" w="0">
            <a:solidFill>
              <a:srgbClr val="7351C7"/>
            </a:solidFill>
            <a:prstDash val="solid"/>
          </a:ln>
        </p:spPr>
      </p:sp>
      <p:sp>
        <p:nvSpPr>
          <p:cNvPr id="29" name="shape-1183">
            <a:extLst xmlns:a="http://schemas.openxmlformats.org/drawingml/2006/main">
              <a:ext uri="{FF2B5EF4-FFF2-40B4-BE49-F238E27FC236}">
                <a16:creationId xmlns:a16="http://schemas.microsoft.com/office/drawing/2014/main" id="{8A79103C-31C3-49B0-B39F-A9AA538748B3}"/>
              </a:ext>
            </a:extLst>
          </p:cNvPr>
          <p:cNvSpPr>
            <a:spLocks xmlns:a="http://schemas.openxmlformats.org/drawingml/2006/main" noGrp="1"/>
          </p:cNvSpPr>
          <p:nvPr/>
        </p:nvSpPr>
        <p:spPr>
          <a:xfrm xmlns:a="http://schemas.openxmlformats.org/drawingml/2006/main" rot="0">
            <a:off x="10944225" y="3286125"/>
            <a:ext cx="438150" cy="438150"/>
          </a:xfrm>
          <a:prstGeom xmlns:a="http://schemas.openxmlformats.org/drawingml/2006/main" prst="ellipse">
            <a:avLst/>
          </a:prstGeom>
          <a:solidFill xmlns:a="http://schemas.openxmlformats.org/drawingml/2006/main">
            <a:srgbClr val="FFFFFF"/>
          </a:solidFill>
          <a:ln xmlns:a="http://schemas.openxmlformats.org/drawingml/2006/main" w="19050">
            <a:solidFill>
              <a:srgbClr val="16253B"/>
            </a:solidFill>
            <a:prstDash val="solid"/>
          </a:ln>
        </p:spPr>
      </p:sp>
      <p:sp>
        <p:nvSpPr>
          <p:cNvPr id="30" name="label-1184">
            <a:extLst xmlns:a="http://schemas.openxmlformats.org/drawingml/2006/main">
              <a:ext uri="{FF2B5EF4-FFF2-40B4-BE49-F238E27FC236}">
                <a16:creationId xmlns:a16="http://schemas.microsoft.com/office/drawing/2014/main" id="{D0F29872-3303-4EC6-B6DE-9F44DB7CD728}"/>
              </a:ext>
            </a:extLst>
          </p:cNvPr>
          <p:cNvSpPr>
            <a:spLocks xmlns:a="http://schemas.openxmlformats.org/drawingml/2006/main" noGrp="1"/>
          </p:cNvSpPr>
          <p:nvPr/>
        </p:nvSpPr>
        <p:spPr>
          <a:xfrm xmlns:a="http://schemas.openxmlformats.org/drawingml/2006/main">
            <a:off x="10944225" y="3286125"/>
            <a:ext cx="43815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2025" b="1">
                <a:solidFill>
                  <a:srgbClr val="16253B"/>
                </a:solidFill>
                <a:latin typeface="DejaVu Sans"/>
                <a:ea typeface="DejaVu Sans"/>
                <a:cs typeface="DejaVu Sans"/>
              </a:defRPr>
            </a:defPPr>
            <a:lvl1pPr algn="ctr">
              <a:defRPr sz="2025" b="1">
                <a:solidFill>
                  <a:srgbClr val="16253B"/>
                </a:solidFill>
                <a:latin typeface="DejaVu Sans"/>
                <a:ea typeface="DejaVu Sans"/>
                <a:cs typeface="DejaVu Sans"/>
              </a:defRPr>
            </a:lvl1pPr>
            <a:lvl2pPr algn="ctr">
              <a:defRPr sz="2025" b="1">
                <a:solidFill>
                  <a:srgbClr val="16253B"/>
                </a:solidFill>
                <a:latin typeface="DejaVu Sans"/>
                <a:ea typeface="DejaVu Sans"/>
                <a:cs typeface="DejaVu Sans"/>
              </a:defRPr>
            </a:lvl2pPr>
            <a:lvl3pPr algn="ctr">
              <a:defRPr sz="2025" b="1">
                <a:solidFill>
                  <a:srgbClr val="16253B"/>
                </a:solidFill>
                <a:latin typeface="DejaVu Sans"/>
                <a:ea typeface="DejaVu Sans"/>
                <a:cs typeface="DejaVu Sans"/>
              </a:defRPr>
            </a:lvl3pPr>
            <a:lvl4pPr algn="ctr">
              <a:defRPr sz="2025" b="1">
                <a:solidFill>
                  <a:srgbClr val="16253B"/>
                </a:solidFill>
                <a:latin typeface="DejaVu Sans"/>
                <a:ea typeface="DejaVu Sans"/>
                <a:cs typeface="DejaVu Sans"/>
              </a:defRPr>
            </a:lvl4pPr>
            <a:lvl5pPr algn="ctr">
              <a:defRPr sz="2025" b="1">
                <a:solidFill>
                  <a:srgbClr val="16253B"/>
                </a:solidFill>
                <a:latin typeface="DejaVu Sans"/>
                <a:ea typeface="DejaVu Sans"/>
                <a:cs typeface="DejaVu Sans"/>
              </a:defRPr>
            </a:lvl5pPr>
            <a:lvl6pPr algn="ctr">
              <a:defRPr sz="2025" b="1">
                <a:solidFill>
                  <a:srgbClr val="16253B"/>
                </a:solidFill>
                <a:latin typeface="DejaVu Sans"/>
                <a:ea typeface="DejaVu Sans"/>
                <a:cs typeface="DejaVu Sans"/>
              </a:defRPr>
            </a:lvl6pPr>
            <a:lvl7pPr algn="ctr">
              <a:defRPr sz="2025" b="1">
                <a:solidFill>
                  <a:srgbClr val="16253B"/>
                </a:solidFill>
                <a:latin typeface="DejaVu Sans"/>
                <a:ea typeface="DejaVu Sans"/>
                <a:cs typeface="DejaVu Sans"/>
              </a:defRPr>
            </a:lvl7pPr>
            <a:lvl8pPr algn="ctr">
              <a:defRPr sz="2025" b="1">
                <a:solidFill>
                  <a:srgbClr val="16253B"/>
                </a:solidFill>
                <a:latin typeface="DejaVu Sans"/>
                <a:ea typeface="DejaVu Sans"/>
                <a:cs typeface="DejaVu Sans"/>
              </a:defRPr>
            </a:lvl8pPr>
            <a:lvl9pPr algn="ctr">
              <a:defRPr sz="2025" b="1">
                <a:solidFill>
                  <a:srgbClr val="16253B"/>
                </a:solidFill>
                <a:latin typeface="DejaVu Sans"/>
                <a:ea typeface="DejaVu Sans"/>
                <a:cs typeface="DejaVu Sans"/>
              </a:defRPr>
            </a:lvl9pPr>
          </a:lstStyle>
          <a:p xmlns:a="http://schemas.openxmlformats.org/drawingml/2006/main">
            <a:pPr algn="ctr">
              <a:defRPr sz="2025" b="1">
                <a:solidFill>
                  <a:srgbClr val="16253B"/>
                </a:solidFill>
                <a:latin typeface="DejaVu Sans"/>
                <a:ea typeface="DejaVu Sans"/>
                <a:cs typeface="DejaVu Sans"/>
              </a:defRPr>
            </a:pPr>
            <a:r>
              <a:rPr sz="2025" b="1">
                <a:solidFill>
                  <a:srgbClr val="16253B"/>
                </a:solidFill>
                <a:latin typeface="DejaVu Sans"/>
                <a:ea typeface="DejaVu Sans"/>
                <a:cs typeface="DejaVu Sans"/>
              </a:rPr>
              <a:t>+</a:t>
            </a:r>
          </a:p>
        </p:txBody>
      </p:sp>
      <p:sp>
        <p:nvSpPr>
          <p:cNvPr id="31" name="path-1185">
            <a:extLst xmlns:a="http://schemas.openxmlformats.org/drawingml/2006/main">
              <a:ext uri="{FF2B5EF4-FFF2-40B4-BE49-F238E27FC236}">
                <a16:creationId xmlns:a16="http://schemas.microsoft.com/office/drawing/2014/main" id="{EF87179C-A512-4CDF-B445-B77B684E2030}"/>
              </a:ext>
            </a:extLst>
          </p:cNvPr>
          <p:cNvSpPr>
            <a:spLocks xmlns:a="http://schemas.openxmlformats.org/drawingml/2006/main" noGrp="1"/>
          </p:cNvSpPr>
          <p:nvPr/>
        </p:nvSpPr>
        <p:spPr>
          <a:xfrm xmlns:a="http://schemas.openxmlformats.org/drawingml/2006/main">
            <a:off x="10220325" y="3486150"/>
            <a:ext cx="723900" cy="953"/>
          </a:xfrm>
          <a:custGeom xmlns:a="http://schemas.openxmlformats.org/drawingml/2006/main">
            <a:pathLst>
              <a:path w="723900" h="953">
                <a:moveTo>
                  <a:pt x="0" y="0"/>
                </a:moveTo>
                <a:lnTo>
                  <a:pt x="723900" y="0"/>
                </a:lnTo>
              </a:path>
            </a:pathLst>
          </a:custGeom>
          <a:noFill xmlns:a="http://schemas.openxmlformats.org/drawingml/2006/main"/>
          <a:ln xmlns:a="http://schemas.openxmlformats.org/drawingml/2006/main" w="22860">
            <a:solidFill>
              <a:srgbClr val="304C68"/>
            </a:solidFill>
            <a:prstDash val="solid"/>
          </a:ln>
        </p:spPr>
      </p:sp>
      <p:sp>
        <p:nvSpPr>
          <p:cNvPr id="32" name="path-1186">
            <a:extLst xmlns:a="http://schemas.openxmlformats.org/drawingml/2006/main">
              <a:ext uri="{FF2B5EF4-FFF2-40B4-BE49-F238E27FC236}">
                <a16:creationId xmlns:a16="http://schemas.microsoft.com/office/drawing/2014/main" id="{05EC9C6B-5147-41C7-88FC-A0F0F0C3909B}"/>
              </a:ext>
            </a:extLst>
          </p:cNvPr>
          <p:cNvSpPr>
            <a:spLocks xmlns:a="http://schemas.openxmlformats.org/drawingml/2006/main" noGrp="1"/>
          </p:cNvSpPr>
          <p:nvPr/>
        </p:nvSpPr>
        <p:spPr>
          <a:xfrm xmlns:a="http://schemas.openxmlformats.org/drawingml/2006/main">
            <a:off x="10848975" y="3442335"/>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304C68"/>
          </a:solidFill>
          <a:ln xmlns:a="http://schemas.openxmlformats.org/drawingml/2006/main" w="0">
            <a:solidFill>
              <a:srgbClr val="304C68"/>
            </a:solidFill>
            <a:prstDash val="solid"/>
          </a:ln>
        </p:spPr>
      </p:sp>
      <p:sp>
        <p:nvSpPr>
          <p:cNvPr id="33" name="path-1187">
            <a:extLst xmlns:a="http://schemas.openxmlformats.org/drawingml/2006/main">
              <a:ext uri="{FF2B5EF4-FFF2-40B4-BE49-F238E27FC236}">
                <a16:creationId xmlns:a16="http://schemas.microsoft.com/office/drawing/2014/main" id="{DCA0EF65-49F3-4408-BCFA-27793E8A7623}"/>
              </a:ext>
            </a:extLst>
          </p:cNvPr>
          <p:cNvSpPr>
            <a:spLocks xmlns:a="http://schemas.openxmlformats.org/drawingml/2006/main" noGrp="1"/>
          </p:cNvSpPr>
          <p:nvPr/>
        </p:nvSpPr>
        <p:spPr>
          <a:xfrm xmlns:a="http://schemas.openxmlformats.org/drawingml/2006/main">
            <a:off x="10220325" y="3724275"/>
            <a:ext cx="942975" cy="962025"/>
          </a:xfrm>
          <a:custGeom xmlns:a="http://schemas.openxmlformats.org/drawingml/2006/main">
            <a:pathLst>
              <a:path w="942975" h="962025">
                <a:moveTo>
                  <a:pt x="0" y="962025"/>
                </a:moveTo>
                <a:lnTo>
                  <a:pt x="942975" y="962025"/>
                </a:lnTo>
                <a:lnTo>
                  <a:pt x="942975" y="0"/>
                </a:lnTo>
              </a:path>
            </a:pathLst>
          </a:custGeom>
          <a:noFill xmlns:a="http://schemas.openxmlformats.org/drawingml/2006/main"/>
          <a:ln xmlns:a="http://schemas.openxmlformats.org/drawingml/2006/main" w="22860">
            <a:solidFill>
              <a:srgbClr val="7351C7"/>
            </a:solidFill>
            <a:prstDash val="solid"/>
          </a:ln>
        </p:spPr>
      </p:sp>
      <p:sp>
        <p:nvSpPr>
          <p:cNvPr id="34" name="path-1188">
            <a:extLst xmlns:a="http://schemas.openxmlformats.org/drawingml/2006/main">
              <a:ext uri="{FF2B5EF4-FFF2-40B4-BE49-F238E27FC236}">
                <a16:creationId xmlns:a16="http://schemas.microsoft.com/office/drawing/2014/main" id="{2248EA1F-C5E2-488C-8B5D-D998EA40BFD2}"/>
              </a:ext>
            </a:extLst>
          </p:cNvPr>
          <p:cNvSpPr>
            <a:spLocks xmlns:a="http://schemas.openxmlformats.org/drawingml/2006/main" noGrp="1"/>
          </p:cNvSpPr>
          <p:nvPr/>
        </p:nvSpPr>
        <p:spPr>
          <a:xfrm xmlns:a="http://schemas.openxmlformats.org/drawingml/2006/main">
            <a:off x="11119485" y="3724275"/>
            <a:ext cx="87630" cy="95250"/>
          </a:xfrm>
          <a:custGeom xmlns:a="http://schemas.openxmlformats.org/drawingml/2006/main">
            <a:pathLst>
              <a:path w="87630" h="95250">
                <a:moveTo>
                  <a:pt x="43815" y="0"/>
                </a:moveTo>
                <a:lnTo>
                  <a:pt x="0" y="95250"/>
                </a:lnTo>
                <a:lnTo>
                  <a:pt x="87630" y="95250"/>
                </a:lnTo>
                <a:close/>
              </a:path>
            </a:pathLst>
          </a:custGeom>
          <a:solidFill xmlns:a="http://schemas.openxmlformats.org/drawingml/2006/main">
            <a:srgbClr val="7351C7"/>
          </a:solidFill>
          <a:ln xmlns:a="http://schemas.openxmlformats.org/drawingml/2006/main" w="0">
            <a:solidFill>
              <a:srgbClr val="7351C7"/>
            </a:solidFill>
            <a:prstDash val="solid"/>
          </a:ln>
        </p:spPr>
      </p:sp>
      <p:sp>
        <p:nvSpPr>
          <p:cNvPr id="35" name="path-1189">
            <a:extLst xmlns:a="http://schemas.openxmlformats.org/drawingml/2006/main">
              <a:ext uri="{FF2B5EF4-FFF2-40B4-BE49-F238E27FC236}">
                <a16:creationId xmlns:a16="http://schemas.microsoft.com/office/drawing/2014/main" id="{6C07DAE8-BBA2-41F7-8BAF-764C10B6C36F}"/>
              </a:ext>
            </a:extLst>
          </p:cNvPr>
          <p:cNvSpPr>
            <a:spLocks xmlns:a="http://schemas.openxmlformats.org/drawingml/2006/main" noGrp="1"/>
          </p:cNvSpPr>
          <p:nvPr/>
        </p:nvSpPr>
        <p:spPr>
          <a:xfrm xmlns:a="http://schemas.openxmlformats.org/drawingml/2006/main">
            <a:off x="6286500" y="2162175"/>
            <a:ext cx="4876800" cy="1123950"/>
          </a:xfrm>
          <a:custGeom xmlns:a="http://schemas.openxmlformats.org/drawingml/2006/main">
            <a:pathLst>
              <a:path w="4876800" h="1123950">
                <a:moveTo>
                  <a:pt x="0" y="0"/>
                </a:moveTo>
                <a:lnTo>
                  <a:pt x="4876800" y="0"/>
                </a:lnTo>
                <a:lnTo>
                  <a:pt x="4876800" y="1123950"/>
                </a:lnTo>
              </a:path>
            </a:pathLst>
          </a:custGeom>
          <a:noFill xmlns:a="http://schemas.openxmlformats.org/drawingml/2006/main"/>
          <a:ln xmlns:a="http://schemas.openxmlformats.org/drawingml/2006/main" w="22860">
            <a:solidFill>
              <a:srgbClr val="304C68"/>
            </a:solidFill>
            <a:prstDash val="solid"/>
          </a:ln>
        </p:spPr>
      </p:sp>
      <p:sp>
        <p:nvSpPr>
          <p:cNvPr id="36" name="path-1190">
            <a:extLst xmlns:a="http://schemas.openxmlformats.org/drawingml/2006/main">
              <a:ext uri="{FF2B5EF4-FFF2-40B4-BE49-F238E27FC236}">
                <a16:creationId xmlns:a16="http://schemas.microsoft.com/office/drawing/2014/main" id="{2FDFD61C-E429-495A-BA65-A268D6BEE12E}"/>
              </a:ext>
            </a:extLst>
          </p:cNvPr>
          <p:cNvSpPr>
            <a:spLocks xmlns:a="http://schemas.openxmlformats.org/drawingml/2006/main" noGrp="1"/>
          </p:cNvSpPr>
          <p:nvPr/>
        </p:nvSpPr>
        <p:spPr>
          <a:xfrm xmlns:a="http://schemas.openxmlformats.org/drawingml/2006/main">
            <a:off x="11119485" y="3190875"/>
            <a:ext cx="87630" cy="95250"/>
          </a:xfrm>
          <a:custGeom xmlns:a="http://schemas.openxmlformats.org/drawingml/2006/main">
            <a:pathLst>
              <a:path w="87630" h="95250">
                <a:moveTo>
                  <a:pt x="43815" y="95250"/>
                </a:moveTo>
                <a:lnTo>
                  <a:pt x="87630" y="0"/>
                </a:lnTo>
                <a:lnTo>
                  <a:pt x="0" y="0"/>
                </a:lnTo>
                <a:close/>
              </a:path>
            </a:pathLst>
          </a:custGeom>
          <a:solidFill xmlns:a="http://schemas.openxmlformats.org/drawingml/2006/main">
            <a:srgbClr val="304C68"/>
          </a:solidFill>
          <a:ln xmlns:a="http://schemas.openxmlformats.org/drawingml/2006/main" w="0">
            <a:solidFill>
              <a:srgbClr val="304C68"/>
            </a:solidFill>
            <a:prstDash val="solid"/>
          </a:ln>
        </p:spPr>
      </p:sp>
      <p:sp>
        <p:nvSpPr>
          <p:cNvPr id="37" name="label-1191">
            <a:extLst xmlns:a="http://schemas.openxmlformats.org/drawingml/2006/main">
              <a:ext uri="{FF2B5EF4-FFF2-40B4-BE49-F238E27FC236}">
                <a16:creationId xmlns:a16="http://schemas.microsoft.com/office/drawing/2014/main" id="{E6DAB778-966E-4B26-BE83-8BD0D466B712}"/>
              </a:ext>
            </a:extLst>
          </p:cNvPr>
          <p:cNvSpPr>
            <a:spLocks xmlns:a="http://schemas.openxmlformats.org/drawingml/2006/main" noGrp="1"/>
          </p:cNvSpPr>
          <p:nvPr/>
        </p:nvSpPr>
        <p:spPr>
          <a:xfrm xmlns:a="http://schemas.openxmlformats.org/drawingml/2006/main">
            <a:off x="10382250" y="4962525"/>
            <a:ext cx="1295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0">
                <a:solidFill>
                  <a:srgbClr val="7351C7"/>
                </a:solidFill>
                <a:latin typeface="DejaVu Sans"/>
                <a:ea typeface="DejaVu Sans"/>
                <a:cs typeface="DejaVu Sans"/>
              </a:defRPr>
            </a:defPPr>
            <a:lvl1pPr algn="ctr">
              <a:defRPr sz="1875" b="0">
                <a:solidFill>
                  <a:srgbClr val="7351C7"/>
                </a:solidFill>
                <a:latin typeface="DejaVu Sans"/>
                <a:ea typeface="DejaVu Sans"/>
                <a:cs typeface="DejaVu Sans"/>
              </a:defRPr>
            </a:lvl1pPr>
            <a:lvl2pPr algn="ctr">
              <a:defRPr sz="1875" b="0">
                <a:solidFill>
                  <a:srgbClr val="7351C7"/>
                </a:solidFill>
                <a:latin typeface="DejaVu Sans"/>
                <a:ea typeface="DejaVu Sans"/>
                <a:cs typeface="DejaVu Sans"/>
              </a:defRPr>
            </a:lvl2pPr>
            <a:lvl3pPr algn="ctr">
              <a:defRPr sz="1875" b="0">
                <a:solidFill>
                  <a:srgbClr val="7351C7"/>
                </a:solidFill>
                <a:latin typeface="DejaVu Sans"/>
                <a:ea typeface="DejaVu Sans"/>
                <a:cs typeface="DejaVu Sans"/>
              </a:defRPr>
            </a:lvl3pPr>
            <a:lvl4pPr algn="ctr">
              <a:defRPr sz="1875" b="0">
                <a:solidFill>
                  <a:srgbClr val="7351C7"/>
                </a:solidFill>
                <a:latin typeface="DejaVu Sans"/>
                <a:ea typeface="DejaVu Sans"/>
                <a:cs typeface="DejaVu Sans"/>
              </a:defRPr>
            </a:lvl4pPr>
            <a:lvl5pPr algn="ctr">
              <a:defRPr sz="1875" b="0">
                <a:solidFill>
                  <a:srgbClr val="7351C7"/>
                </a:solidFill>
                <a:latin typeface="DejaVu Sans"/>
                <a:ea typeface="DejaVu Sans"/>
                <a:cs typeface="DejaVu Sans"/>
              </a:defRPr>
            </a:lvl5pPr>
            <a:lvl6pPr algn="ctr">
              <a:defRPr sz="1875" b="0">
                <a:solidFill>
                  <a:srgbClr val="7351C7"/>
                </a:solidFill>
                <a:latin typeface="DejaVu Sans"/>
                <a:ea typeface="DejaVu Sans"/>
                <a:cs typeface="DejaVu Sans"/>
              </a:defRPr>
            </a:lvl6pPr>
            <a:lvl7pPr algn="ctr">
              <a:defRPr sz="1875" b="0">
                <a:solidFill>
                  <a:srgbClr val="7351C7"/>
                </a:solidFill>
                <a:latin typeface="DejaVu Sans"/>
                <a:ea typeface="DejaVu Sans"/>
                <a:cs typeface="DejaVu Sans"/>
              </a:defRPr>
            </a:lvl7pPr>
            <a:lvl8pPr algn="ctr">
              <a:defRPr sz="1875" b="0">
                <a:solidFill>
                  <a:srgbClr val="7351C7"/>
                </a:solidFill>
                <a:latin typeface="DejaVu Sans"/>
                <a:ea typeface="DejaVu Sans"/>
                <a:cs typeface="DejaVu Sans"/>
              </a:defRPr>
            </a:lvl8pPr>
            <a:lvl9pPr algn="ctr">
              <a:defRPr sz="1875" b="0">
                <a:solidFill>
                  <a:srgbClr val="7351C7"/>
                </a:solidFill>
                <a:latin typeface="DejaVu Sans"/>
                <a:ea typeface="DejaVu Sans"/>
                <a:cs typeface="DejaVu Sans"/>
              </a:defRPr>
            </a:lvl9pPr>
          </a:lstStyle>
          <a:p xmlns:a="http://schemas.openxmlformats.org/drawingml/2006/main">
            <a:pPr algn="ctr">
              <a:defRPr sz="1875" b="0">
                <a:solidFill>
                  <a:srgbClr val="7351C7"/>
                </a:solidFill>
                <a:latin typeface="DejaVu Sans"/>
                <a:ea typeface="DejaVu Sans"/>
                <a:cs typeface="DejaVu Sans"/>
              </a:defRPr>
            </a:pPr>
            <a:r>
              <a:rPr sz="1875" b="0">
                <a:solidFill>
                  <a:srgbClr val="7351C7"/>
                </a:solidFill>
                <a:latin typeface="DejaVu Sans"/>
                <a:ea typeface="DejaVu Sans"/>
                <a:cs typeface="DejaVu Sans"/>
              </a:rPr>
              <a:t>× 0.25</a:t>
            </a:r>
          </a:p>
        </p:txBody>
      </p:sp>
      <p:sp>
        <p:nvSpPr>
          <p:cNvPr id="38" name="label-1192">
            <a:extLst xmlns:a="http://schemas.openxmlformats.org/drawingml/2006/main">
              <a:ext uri="{FF2B5EF4-FFF2-40B4-BE49-F238E27FC236}">
                <a16:creationId xmlns:a16="http://schemas.microsoft.com/office/drawing/2014/main" id="{0F0836F0-4E6A-4ABA-9739-1B6D752A96F1}"/>
              </a:ext>
            </a:extLst>
          </p:cNvPr>
          <p:cNvSpPr>
            <a:spLocks xmlns:a="http://schemas.openxmlformats.org/drawingml/2006/main" noGrp="1"/>
          </p:cNvSpPr>
          <p:nvPr/>
        </p:nvSpPr>
        <p:spPr>
          <a:xfrm xmlns:a="http://schemas.openxmlformats.org/drawingml/2006/main">
            <a:off x="10458450" y="2705100"/>
            <a:ext cx="128587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1">
                <a:solidFill>
                  <a:srgbClr val="16253B"/>
                </a:solidFill>
                <a:latin typeface="DejaVu Sans"/>
                <a:ea typeface="DejaVu Sans"/>
                <a:cs typeface="DejaVu Sans"/>
              </a:defRPr>
            </a:defPPr>
            <a:lvl1pPr algn="ctr">
              <a:defRPr sz="1875" b="1">
                <a:solidFill>
                  <a:srgbClr val="16253B"/>
                </a:solidFill>
                <a:latin typeface="DejaVu Sans"/>
                <a:ea typeface="DejaVu Sans"/>
                <a:cs typeface="DejaVu Sans"/>
              </a:defRPr>
            </a:lvl1pPr>
            <a:lvl2pPr algn="ctr">
              <a:defRPr sz="1875" b="1">
                <a:solidFill>
                  <a:srgbClr val="16253B"/>
                </a:solidFill>
                <a:latin typeface="DejaVu Sans"/>
                <a:ea typeface="DejaVu Sans"/>
                <a:cs typeface="DejaVu Sans"/>
              </a:defRPr>
            </a:lvl2pPr>
            <a:lvl3pPr algn="ctr">
              <a:defRPr sz="1875" b="1">
                <a:solidFill>
                  <a:srgbClr val="16253B"/>
                </a:solidFill>
                <a:latin typeface="DejaVu Sans"/>
                <a:ea typeface="DejaVu Sans"/>
                <a:cs typeface="DejaVu Sans"/>
              </a:defRPr>
            </a:lvl3pPr>
            <a:lvl4pPr algn="ctr">
              <a:defRPr sz="1875" b="1">
                <a:solidFill>
                  <a:srgbClr val="16253B"/>
                </a:solidFill>
                <a:latin typeface="DejaVu Sans"/>
                <a:ea typeface="DejaVu Sans"/>
                <a:cs typeface="DejaVu Sans"/>
              </a:defRPr>
            </a:lvl4pPr>
            <a:lvl5pPr algn="ctr">
              <a:defRPr sz="1875" b="1">
                <a:solidFill>
                  <a:srgbClr val="16253B"/>
                </a:solidFill>
                <a:latin typeface="DejaVu Sans"/>
                <a:ea typeface="DejaVu Sans"/>
                <a:cs typeface="DejaVu Sans"/>
              </a:defRPr>
            </a:lvl5pPr>
            <a:lvl6pPr algn="ctr">
              <a:defRPr sz="1875" b="1">
                <a:solidFill>
                  <a:srgbClr val="16253B"/>
                </a:solidFill>
                <a:latin typeface="DejaVu Sans"/>
                <a:ea typeface="DejaVu Sans"/>
                <a:cs typeface="DejaVu Sans"/>
              </a:defRPr>
            </a:lvl6pPr>
            <a:lvl7pPr algn="ctr">
              <a:defRPr sz="1875" b="1">
                <a:solidFill>
                  <a:srgbClr val="16253B"/>
                </a:solidFill>
                <a:latin typeface="DejaVu Sans"/>
                <a:ea typeface="DejaVu Sans"/>
                <a:cs typeface="DejaVu Sans"/>
              </a:defRPr>
            </a:lvl7pPr>
            <a:lvl8pPr algn="ctr">
              <a:defRPr sz="1875" b="1">
                <a:solidFill>
                  <a:srgbClr val="16253B"/>
                </a:solidFill>
                <a:latin typeface="DejaVu Sans"/>
                <a:ea typeface="DejaVu Sans"/>
                <a:cs typeface="DejaVu Sans"/>
              </a:defRPr>
            </a:lvl8pPr>
            <a:lvl9pPr algn="ctr">
              <a:defRPr sz="1875" b="1">
                <a:solidFill>
                  <a:srgbClr val="16253B"/>
                </a:solidFill>
                <a:latin typeface="DejaVu Sans"/>
                <a:ea typeface="DejaVu Sans"/>
                <a:cs typeface="DejaVu Sans"/>
              </a:defRPr>
            </a:lvl9pPr>
          </a:lstStyle>
          <a:p xmlns:a="http://schemas.openxmlformats.org/drawingml/2006/main">
            <a:pPr algn="ctr">
              <a:defRPr sz="1875" b="1">
                <a:solidFill>
                  <a:srgbClr val="16253B"/>
                </a:solidFill>
                <a:latin typeface="DejaVu Sans"/>
                <a:ea typeface="DejaVu Sans"/>
                <a:cs typeface="DejaVu Sans"/>
              </a:defRPr>
            </a:pPr>
            <a:r>
              <a:rPr sz="1875" b="1">
                <a:solidFill>
                  <a:srgbClr val="16253B"/>
                </a:solidFill>
                <a:latin typeface="DejaVu Sans"/>
                <a:ea typeface="DejaVu Sans"/>
                <a:cs typeface="DejaVu Sans"/>
              </a:rPr>
              <a:t>Total loss</a:t>
            </a:r>
          </a:p>
        </p:txBody>
      </p:sp>
      <p:sp>
        <p:nvSpPr>
          <p:cNvPr id="39" name="label-1193">
            <a:extLst xmlns:a="http://schemas.openxmlformats.org/drawingml/2006/main">
              <a:ext uri="{FF2B5EF4-FFF2-40B4-BE49-F238E27FC236}">
                <a16:creationId xmlns:a16="http://schemas.microsoft.com/office/drawing/2014/main" id="{5F61424D-4FC1-4216-BF08-E3F1F71741C6}"/>
              </a:ext>
            </a:extLst>
          </p:cNvPr>
          <p:cNvSpPr>
            <a:spLocks xmlns:a="http://schemas.openxmlformats.org/drawingml/2006/main" noGrp="1"/>
          </p:cNvSpPr>
          <p:nvPr/>
        </p:nvSpPr>
        <p:spPr>
          <a:xfrm xmlns:a="http://schemas.openxmlformats.org/drawingml/2006/main">
            <a:off x="533400" y="5676900"/>
            <a:ext cx="11125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8677C"/>
                </a:solidFill>
                <a:latin typeface="DejaVu Sans"/>
                <a:ea typeface="DejaVu Sans"/>
                <a:cs typeface="DejaVu Sans"/>
              </a:defRPr>
            </a:defPPr>
            <a:lvl1pPr algn="l">
              <a:defRPr sz="1800" b="0">
                <a:solidFill>
                  <a:srgbClr val="58677C"/>
                </a:solidFill>
                <a:latin typeface="DejaVu Sans"/>
                <a:ea typeface="DejaVu Sans"/>
                <a:cs typeface="DejaVu Sans"/>
              </a:defRPr>
            </a:lvl1pPr>
            <a:lvl2pPr algn="l">
              <a:defRPr sz="1800" b="0">
                <a:solidFill>
                  <a:srgbClr val="58677C"/>
                </a:solidFill>
                <a:latin typeface="DejaVu Sans"/>
                <a:ea typeface="DejaVu Sans"/>
                <a:cs typeface="DejaVu Sans"/>
              </a:defRPr>
            </a:lvl2pPr>
            <a:lvl3pPr algn="l">
              <a:defRPr sz="1800" b="0">
                <a:solidFill>
                  <a:srgbClr val="58677C"/>
                </a:solidFill>
                <a:latin typeface="DejaVu Sans"/>
                <a:ea typeface="DejaVu Sans"/>
                <a:cs typeface="DejaVu Sans"/>
              </a:defRPr>
            </a:lvl3pPr>
            <a:lvl4pPr algn="l">
              <a:defRPr sz="1800" b="0">
                <a:solidFill>
                  <a:srgbClr val="58677C"/>
                </a:solidFill>
                <a:latin typeface="DejaVu Sans"/>
                <a:ea typeface="DejaVu Sans"/>
                <a:cs typeface="DejaVu Sans"/>
              </a:defRPr>
            </a:lvl4pPr>
            <a:lvl5pPr algn="l">
              <a:defRPr sz="1800" b="0">
                <a:solidFill>
                  <a:srgbClr val="58677C"/>
                </a:solidFill>
                <a:latin typeface="DejaVu Sans"/>
                <a:ea typeface="DejaVu Sans"/>
                <a:cs typeface="DejaVu Sans"/>
              </a:defRPr>
            </a:lvl5pPr>
            <a:lvl6pPr algn="l">
              <a:defRPr sz="1800" b="0">
                <a:solidFill>
                  <a:srgbClr val="58677C"/>
                </a:solidFill>
                <a:latin typeface="DejaVu Sans"/>
                <a:ea typeface="DejaVu Sans"/>
                <a:cs typeface="DejaVu Sans"/>
              </a:defRPr>
            </a:lvl6pPr>
            <a:lvl7pPr algn="l">
              <a:defRPr sz="1800" b="0">
                <a:solidFill>
                  <a:srgbClr val="58677C"/>
                </a:solidFill>
                <a:latin typeface="DejaVu Sans"/>
                <a:ea typeface="DejaVu Sans"/>
                <a:cs typeface="DejaVu Sans"/>
              </a:defRPr>
            </a:lvl7pPr>
            <a:lvl8pPr algn="l">
              <a:defRPr sz="1800" b="0">
                <a:solidFill>
                  <a:srgbClr val="58677C"/>
                </a:solidFill>
                <a:latin typeface="DejaVu Sans"/>
                <a:ea typeface="DejaVu Sans"/>
                <a:cs typeface="DejaVu Sans"/>
              </a:defRPr>
            </a:lvl8pPr>
            <a:lvl9pPr algn="l">
              <a:defRPr sz="1800" b="0">
                <a:solidFill>
                  <a:srgbClr val="58677C"/>
                </a:solidFill>
                <a:latin typeface="DejaVu Sans"/>
                <a:ea typeface="DejaVu Sans"/>
                <a:cs typeface="DejaVu Sans"/>
              </a:defRPr>
            </a:lvl9pPr>
          </a:lstStyle>
          <a:p xmlns:a="http://schemas.openxmlformats.org/drawingml/2006/main">
            <a:pPr algn="l">
              <a:defRPr sz="1800" b="0">
                <a:solidFill>
                  <a:srgbClr val="58677C"/>
                </a:solidFill>
                <a:latin typeface="DejaVu Sans"/>
                <a:ea typeface="DejaVu Sans"/>
                <a:cs typeface="DejaVu Sans"/>
              </a:defRPr>
            </a:pPr>
            <a:r>
              <a:rPr sz="1800" b="0">
                <a:solidFill>
                  <a:srgbClr val="58677C"/>
                </a:solidFill>
                <a:latin typeface="DejaVu Sans"/>
                <a:ea typeface="DejaVu Sans"/>
                <a:cs typeface="DejaVu Sans"/>
              </a:rPr>
              <a:t>Mini setup: 8 train / 2 validation scenes, 6 epochs, batch 1</a:t>
            </a:r>
          </a:p>
        </p:txBody>
      </p:sp>
      <p:sp>
        <p:nvSpPr>
          <p:cNvPr id="40" name="path-1194">
            <a:extLst xmlns:a="http://schemas.openxmlformats.org/drawingml/2006/main">
              <a:ext uri="{FF2B5EF4-FFF2-40B4-BE49-F238E27FC236}">
                <a16:creationId xmlns:a16="http://schemas.microsoft.com/office/drawing/2014/main" id="{F369A68D-6946-4471-890D-E854FBB2671B}"/>
              </a:ext>
            </a:extLst>
          </p:cNvPr>
          <p:cNvSpPr>
            <a:spLocks xmlns:a="http://schemas.openxmlformats.org/drawingml/2006/main" noGrp="1"/>
          </p:cNvSpPr>
          <p:nvPr/>
        </p:nvSpPr>
        <p:spPr>
          <a:xfrm xmlns:a="http://schemas.openxmlformats.org/drawingml/2006/main">
            <a:off x="533400" y="6019800"/>
            <a:ext cx="11125200" cy="953"/>
          </a:xfrm>
          <a:custGeom xmlns:a="http://schemas.openxmlformats.org/drawingml/2006/main">
            <a:pathLst>
              <a:path w="11125200" h="953">
                <a:moveTo>
                  <a:pt x="0" y="0"/>
                </a:moveTo>
                <a:lnTo>
                  <a:pt x="11125200" y="0"/>
                </a:lnTo>
              </a:path>
            </a:pathLst>
          </a:custGeom>
          <a:noFill xmlns:a="http://schemas.openxmlformats.org/drawingml/2006/main"/>
          <a:ln xmlns:a="http://schemas.openxmlformats.org/drawingml/2006/main" w="9525">
            <a:solidFill>
              <a:srgbClr val="CFD7E2"/>
            </a:solidFill>
            <a:prstDash val="solid"/>
          </a:ln>
        </p:spPr>
      </p:sp>
      <p:sp>
        <p:nvSpPr>
          <p:cNvPr id="41" name="label-1195">
            <a:extLst xmlns:a="http://schemas.openxmlformats.org/drawingml/2006/main">
              <a:ext uri="{FF2B5EF4-FFF2-40B4-BE49-F238E27FC236}">
                <a16:creationId xmlns:a16="http://schemas.microsoft.com/office/drawing/2014/main" id="{4D9338F4-E202-4290-B6E6-918F9EDD7B67}"/>
              </a:ext>
            </a:extLst>
          </p:cNvPr>
          <p:cNvSpPr>
            <a:spLocks xmlns:a="http://schemas.openxmlformats.org/drawingml/2006/main" noGrp="1"/>
          </p:cNvSpPr>
          <p:nvPr/>
        </p:nvSpPr>
        <p:spPr>
          <a:xfrm xmlns:a="http://schemas.openxmlformats.org/drawingml/2006/main">
            <a:off x="533400" y="6181725"/>
            <a:ext cx="10334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6253B"/>
                </a:solidFill>
                <a:latin typeface="DejaVu Sans"/>
                <a:ea typeface="DejaVu Sans"/>
                <a:cs typeface="DejaVu Sans"/>
              </a:defRPr>
            </a:defPPr>
            <a:lvl1pPr algn="l">
              <a:defRPr sz="1725" b="0">
                <a:solidFill>
                  <a:srgbClr val="16253B"/>
                </a:solidFill>
                <a:latin typeface="DejaVu Sans"/>
                <a:ea typeface="DejaVu Sans"/>
                <a:cs typeface="DejaVu Sans"/>
              </a:defRPr>
            </a:lvl1pPr>
            <a:lvl2pPr algn="l">
              <a:defRPr sz="1725" b="0">
                <a:solidFill>
                  <a:srgbClr val="16253B"/>
                </a:solidFill>
                <a:latin typeface="DejaVu Sans"/>
                <a:ea typeface="DejaVu Sans"/>
                <a:cs typeface="DejaVu Sans"/>
              </a:defRPr>
            </a:lvl2pPr>
            <a:lvl3pPr algn="l">
              <a:defRPr sz="1725" b="0">
                <a:solidFill>
                  <a:srgbClr val="16253B"/>
                </a:solidFill>
                <a:latin typeface="DejaVu Sans"/>
                <a:ea typeface="DejaVu Sans"/>
                <a:cs typeface="DejaVu Sans"/>
              </a:defRPr>
            </a:lvl3pPr>
            <a:lvl4pPr algn="l">
              <a:defRPr sz="1725" b="0">
                <a:solidFill>
                  <a:srgbClr val="16253B"/>
                </a:solidFill>
                <a:latin typeface="DejaVu Sans"/>
                <a:ea typeface="DejaVu Sans"/>
                <a:cs typeface="DejaVu Sans"/>
              </a:defRPr>
            </a:lvl4pPr>
            <a:lvl5pPr algn="l">
              <a:defRPr sz="1725" b="0">
                <a:solidFill>
                  <a:srgbClr val="16253B"/>
                </a:solidFill>
                <a:latin typeface="DejaVu Sans"/>
                <a:ea typeface="DejaVu Sans"/>
                <a:cs typeface="DejaVu Sans"/>
              </a:defRPr>
            </a:lvl5pPr>
            <a:lvl6pPr algn="l">
              <a:defRPr sz="1725" b="0">
                <a:solidFill>
                  <a:srgbClr val="16253B"/>
                </a:solidFill>
                <a:latin typeface="DejaVu Sans"/>
                <a:ea typeface="DejaVu Sans"/>
                <a:cs typeface="DejaVu Sans"/>
              </a:defRPr>
            </a:lvl6pPr>
            <a:lvl7pPr algn="l">
              <a:defRPr sz="1725" b="0">
                <a:solidFill>
                  <a:srgbClr val="16253B"/>
                </a:solidFill>
                <a:latin typeface="DejaVu Sans"/>
                <a:ea typeface="DejaVu Sans"/>
                <a:cs typeface="DejaVu Sans"/>
              </a:defRPr>
            </a:lvl7pPr>
            <a:lvl8pPr algn="l">
              <a:defRPr sz="1725" b="0">
                <a:solidFill>
                  <a:srgbClr val="16253B"/>
                </a:solidFill>
                <a:latin typeface="DejaVu Sans"/>
                <a:ea typeface="DejaVu Sans"/>
                <a:cs typeface="DejaVu Sans"/>
              </a:defRPr>
            </a:lvl8pPr>
            <a:lvl9pPr algn="l">
              <a:defRPr sz="1725" b="0">
                <a:solidFill>
                  <a:srgbClr val="16253B"/>
                </a:solidFill>
                <a:latin typeface="DejaVu Sans"/>
                <a:ea typeface="DejaVu Sans"/>
                <a:cs typeface="DejaVu Sans"/>
              </a:defRPr>
            </a:lvl9pPr>
          </a:lstStyle>
          <a:p xmlns:a="http://schemas.openxmlformats.org/drawingml/2006/main">
            <a:pPr algn="l">
              <a:defRPr sz="1725" b="0">
                <a:solidFill>
                  <a:srgbClr val="16253B"/>
                </a:solidFill>
                <a:latin typeface="DejaVu Sans"/>
                <a:ea typeface="DejaVu Sans"/>
                <a:cs typeface="DejaVu Sans"/>
              </a:defRPr>
            </a:pPr>
            <a:r>
              <a:rPr sz="1725" b="0">
                <a:solidFill>
                  <a:srgbClr val="16253B"/>
                </a:solidFill>
                <a:latin typeface="DejaVu Sans"/>
                <a:ea typeface="DejaVu Sans"/>
                <a:cs typeface="DejaVu Sans"/>
              </a:rPr>
              <a:t>Detection loss trains the encoders, fusion gate and refinement branch end to end.</a:t>
            </a:r>
          </a:p>
        </p:txBody>
      </p:sp>
    </p:spTree>
    <p:extLst>
      <p:ext uri="{BB962C8B-B14F-4D97-AF65-F5344CB8AC3E}">
        <p14:creationId xmlns:p14="http://schemas.microsoft.com/office/powerpoint/2010/main" val="22461903"/>
      </p:ext>
    </p:extLst>
  </p:cSld>
</p:sld>
</file>

<file path=ppt/slides/slide15.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11" name="slide-title">
            <a:extLst xmlns:a="http://schemas.openxmlformats.org/drawingml/2006/main">
              <a:ext uri="{FF2B5EF4-FFF2-40B4-BE49-F238E27FC236}">
                <a16:creationId xmlns:a16="http://schemas.microsoft.com/office/drawing/2014/main" id="{D52F51BA-1F77-4207-BD89-057E21C39B1D}"/>
              </a:ext>
            </a:extLst>
          </p:cNvPr>
          <p:cNvSpPr>
            <a:spLocks xmlns:a="http://schemas.openxmlformats.org/drawingml/2006/main" noGrp="1"/>
          </p:cNvSpPr>
          <p:nvPr/>
        </p:nvSpPr>
        <p:spPr>
          <a:xfrm xmlns:a="http://schemas.openxmlformats.org/drawingml/2006/main">
            <a:off x="533400" y="361950"/>
            <a:ext cx="1112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6253B"/>
                </a:solidFill>
                <a:latin typeface="DejaVu Sans"/>
                <a:ea typeface="DejaVu Sans"/>
                <a:cs typeface="DejaVu Sans"/>
              </a:defRPr>
            </a:defPPr>
            <a:lvl1pPr algn="l">
              <a:defRPr sz="3300" b="1">
                <a:solidFill>
                  <a:srgbClr val="16253B"/>
                </a:solidFill>
                <a:latin typeface="DejaVu Sans"/>
                <a:ea typeface="DejaVu Sans"/>
                <a:cs typeface="DejaVu Sans"/>
              </a:defRPr>
            </a:lvl1pPr>
            <a:lvl2pPr algn="l">
              <a:defRPr sz="3300" b="1">
                <a:solidFill>
                  <a:srgbClr val="16253B"/>
                </a:solidFill>
                <a:latin typeface="DejaVu Sans"/>
                <a:ea typeface="DejaVu Sans"/>
                <a:cs typeface="DejaVu Sans"/>
              </a:defRPr>
            </a:lvl2pPr>
            <a:lvl3pPr algn="l">
              <a:defRPr sz="3300" b="1">
                <a:solidFill>
                  <a:srgbClr val="16253B"/>
                </a:solidFill>
                <a:latin typeface="DejaVu Sans"/>
                <a:ea typeface="DejaVu Sans"/>
                <a:cs typeface="DejaVu Sans"/>
              </a:defRPr>
            </a:lvl3pPr>
            <a:lvl4pPr algn="l">
              <a:defRPr sz="3300" b="1">
                <a:solidFill>
                  <a:srgbClr val="16253B"/>
                </a:solidFill>
                <a:latin typeface="DejaVu Sans"/>
                <a:ea typeface="DejaVu Sans"/>
                <a:cs typeface="DejaVu Sans"/>
              </a:defRPr>
            </a:lvl4pPr>
            <a:lvl5pPr algn="l">
              <a:defRPr sz="3300" b="1">
                <a:solidFill>
                  <a:srgbClr val="16253B"/>
                </a:solidFill>
                <a:latin typeface="DejaVu Sans"/>
                <a:ea typeface="DejaVu Sans"/>
                <a:cs typeface="DejaVu Sans"/>
              </a:defRPr>
            </a:lvl5pPr>
            <a:lvl6pPr algn="l">
              <a:defRPr sz="3300" b="1">
                <a:solidFill>
                  <a:srgbClr val="16253B"/>
                </a:solidFill>
                <a:latin typeface="DejaVu Sans"/>
                <a:ea typeface="DejaVu Sans"/>
                <a:cs typeface="DejaVu Sans"/>
              </a:defRPr>
            </a:lvl6pPr>
            <a:lvl7pPr algn="l">
              <a:defRPr sz="3300" b="1">
                <a:solidFill>
                  <a:srgbClr val="16253B"/>
                </a:solidFill>
                <a:latin typeface="DejaVu Sans"/>
                <a:ea typeface="DejaVu Sans"/>
                <a:cs typeface="DejaVu Sans"/>
              </a:defRPr>
            </a:lvl7pPr>
            <a:lvl8pPr algn="l">
              <a:defRPr sz="3300" b="1">
                <a:solidFill>
                  <a:srgbClr val="16253B"/>
                </a:solidFill>
                <a:latin typeface="DejaVu Sans"/>
                <a:ea typeface="DejaVu Sans"/>
                <a:cs typeface="DejaVu Sans"/>
              </a:defRPr>
            </a:lvl8pPr>
            <a:lvl9pPr algn="l">
              <a:defRPr sz="3300" b="1">
                <a:solidFill>
                  <a:srgbClr val="16253B"/>
                </a:solidFill>
                <a:latin typeface="DejaVu Sans"/>
                <a:ea typeface="DejaVu Sans"/>
                <a:cs typeface="DejaVu Sans"/>
              </a:defRPr>
            </a:lvl9pPr>
          </a:lstStyle>
          <a:p xmlns:a="http://schemas.openxmlformats.org/drawingml/2006/main">
            <a:pPr algn="l">
              <a:defRPr sz="3300" b="1">
                <a:solidFill>
                  <a:srgbClr val="16253B"/>
                </a:solidFill>
                <a:latin typeface="DejaVu Sans"/>
                <a:ea typeface="DejaVu Sans"/>
                <a:cs typeface="DejaVu Sans"/>
              </a:defRPr>
            </a:pPr>
            <a:r>
              <a:rPr sz="3300" b="1">
                <a:solidFill>
                  <a:srgbClr val="16253B"/>
                </a:solidFill>
                <a:latin typeface="DejaVu Sans"/>
                <a:ea typeface="DejaVu Sans"/>
                <a:cs typeface="DejaVu Sans"/>
              </a:rPr>
              <a:t>Recorded nuScenes-mini results</a:t>
            </a:r>
          </a:p>
        </p:txBody>
      </p:sp>
      <p:sp>
        <p:nvSpPr>
          <p:cNvPr id="2" name="label-1196">
            <a:extLst xmlns:a="http://schemas.openxmlformats.org/drawingml/2006/main">
              <a:ext uri="{FF2B5EF4-FFF2-40B4-BE49-F238E27FC236}">
                <a16:creationId xmlns:a16="http://schemas.microsoft.com/office/drawing/2014/main" id="{5AE30090-1799-49FA-AC03-F0182D46CBDD}"/>
              </a:ext>
            </a:extLst>
          </p:cNvPr>
          <p:cNvSpPr>
            <a:spLocks xmlns:a="http://schemas.openxmlformats.org/drawingml/2006/main" noGrp="1"/>
          </p:cNvSpPr>
          <p:nvPr/>
        </p:nvSpPr>
        <p:spPr>
          <a:xfrm xmlns:a="http://schemas.openxmlformats.org/drawingml/2006/main">
            <a:off x="11144250" y="64674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77C"/>
                </a:solidFill>
                <a:latin typeface="DejaVu Sans"/>
                <a:ea typeface="DejaVu Sans"/>
                <a:cs typeface="DejaVu Sans"/>
              </a:defRPr>
            </a:defPPr>
            <a:lvl1pPr algn="r">
              <a:defRPr sz="1200" b="0">
                <a:solidFill>
                  <a:srgbClr val="58677C"/>
                </a:solidFill>
                <a:latin typeface="DejaVu Sans"/>
                <a:ea typeface="DejaVu Sans"/>
                <a:cs typeface="DejaVu Sans"/>
              </a:defRPr>
            </a:lvl1pPr>
            <a:lvl2pPr algn="r">
              <a:defRPr sz="1200" b="0">
                <a:solidFill>
                  <a:srgbClr val="58677C"/>
                </a:solidFill>
                <a:latin typeface="DejaVu Sans"/>
                <a:ea typeface="DejaVu Sans"/>
                <a:cs typeface="DejaVu Sans"/>
              </a:defRPr>
            </a:lvl2pPr>
            <a:lvl3pPr algn="r">
              <a:defRPr sz="1200" b="0">
                <a:solidFill>
                  <a:srgbClr val="58677C"/>
                </a:solidFill>
                <a:latin typeface="DejaVu Sans"/>
                <a:ea typeface="DejaVu Sans"/>
                <a:cs typeface="DejaVu Sans"/>
              </a:defRPr>
            </a:lvl3pPr>
            <a:lvl4pPr algn="r">
              <a:defRPr sz="1200" b="0">
                <a:solidFill>
                  <a:srgbClr val="58677C"/>
                </a:solidFill>
                <a:latin typeface="DejaVu Sans"/>
                <a:ea typeface="DejaVu Sans"/>
                <a:cs typeface="DejaVu Sans"/>
              </a:defRPr>
            </a:lvl4pPr>
            <a:lvl5pPr algn="r">
              <a:defRPr sz="1200" b="0">
                <a:solidFill>
                  <a:srgbClr val="58677C"/>
                </a:solidFill>
                <a:latin typeface="DejaVu Sans"/>
                <a:ea typeface="DejaVu Sans"/>
                <a:cs typeface="DejaVu Sans"/>
              </a:defRPr>
            </a:lvl5pPr>
            <a:lvl6pPr algn="r">
              <a:defRPr sz="1200" b="0">
                <a:solidFill>
                  <a:srgbClr val="58677C"/>
                </a:solidFill>
                <a:latin typeface="DejaVu Sans"/>
                <a:ea typeface="DejaVu Sans"/>
                <a:cs typeface="DejaVu Sans"/>
              </a:defRPr>
            </a:lvl6pPr>
            <a:lvl7pPr algn="r">
              <a:defRPr sz="1200" b="0">
                <a:solidFill>
                  <a:srgbClr val="58677C"/>
                </a:solidFill>
                <a:latin typeface="DejaVu Sans"/>
                <a:ea typeface="DejaVu Sans"/>
                <a:cs typeface="DejaVu Sans"/>
              </a:defRPr>
            </a:lvl7pPr>
            <a:lvl8pPr algn="r">
              <a:defRPr sz="1200" b="0">
                <a:solidFill>
                  <a:srgbClr val="58677C"/>
                </a:solidFill>
                <a:latin typeface="DejaVu Sans"/>
                <a:ea typeface="DejaVu Sans"/>
                <a:cs typeface="DejaVu Sans"/>
              </a:defRPr>
            </a:lvl8pPr>
            <a:lvl9pPr algn="r">
              <a:defRPr sz="1200" b="0">
                <a:solidFill>
                  <a:srgbClr val="58677C"/>
                </a:solidFill>
                <a:latin typeface="DejaVu Sans"/>
                <a:ea typeface="DejaVu Sans"/>
                <a:cs typeface="DejaVu Sans"/>
              </a:defRPr>
            </a:lvl9pPr>
          </a:lstStyle>
          <a:p xmlns:a="http://schemas.openxmlformats.org/drawingml/2006/main">
            <a:pPr algn="r">
              <a:defRPr sz="1200" b="0">
                <a:solidFill>
                  <a:srgbClr val="58677C"/>
                </a:solidFill>
                <a:latin typeface="DejaVu Sans"/>
                <a:ea typeface="DejaVu Sans"/>
                <a:cs typeface="DejaVu Sans"/>
              </a:defRPr>
            </a:pPr>
            <a:r>
              <a:rPr sz="1200" b="0">
                <a:solidFill>
                  <a:srgbClr val="58677C"/>
                </a:solidFill>
                <a:latin typeface="DejaVu Sans"/>
                <a:ea typeface="DejaVu Sans"/>
                <a:cs typeface="DejaVu Sans"/>
              </a:rPr>
              <a:t>15</a:t>
            </a:r>
          </a:p>
        </p:txBody>
      </p:sp>
      <p:graphicFrame>
        <p:nvGraphicFramePr>
          <p:cNvPr id="3" name="Chart">
            <a:extLst xmlns:a="http://schemas.openxmlformats.org/drawingml/2006/main">
              <a:ext uri="{FF2B5EF4-FFF2-40B4-BE49-F238E27FC236}">
                <a16:creationId xmlns:a16="http://schemas.microsoft.com/office/drawing/2014/main" id="{1813779B-3B94-4E59-AED2-628ADEEB4245}"/>
              </a:ext>
            </a:extLst>
          </p:cNvPr>
          <p:cNvGraphicFramePr/>
          <p:nvPr/>
        </p:nvGraphicFramePr>
        <p:xfrm>
          <a:off xmlns:a="http://schemas.openxmlformats.org/drawingml/2006/main" x="514350" y="1533525"/>
          <a:ext xmlns:a="http://schemas.openxmlformats.org/drawingml/2006/main" cx="7429500" cy="4171950"/>
        </p:xfrm>
        <a:graphic xmlns:a="http://schemas.openxmlformats.org/drawingml/2006/main">
          <a:graphicData uri="http://schemas.openxmlformats.org/drawingml/2006/chart">
            <c:chart xmlns:r="http://schemas.openxmlformats.org/officeDocument/2006/relationships" xmlns:c="http://schemas.openxmlformats.org/drawingml/2006/chart" r:id="Rb5cefa790f544201"/>
          </a:graphicData>
        </a:graphic>
      </p:graphicFrame>
      <p:sp>
        <p:nvSpPr>
          <p:cNvPr id="4" name="label-1197">
            <a:extLst xmlns:a="http://schemas.openxmlformats.org/drawingml/2006/main">
              <a:ext uri="{FF2B5EF4-FFF2-40B4-BE49-F238E27FC236}">
                <a16:creationId xmlns:a16="http://schemas.microsoft.com/office/drawing/2014/main" id="{6D140A51-DAF9-4C1A-8D28-F058D83D8A16}"/>
              </a:ext>
            </a:extLst>
          </p:cNvPr>
          <p:cNvSpPr>
            <a:spLocks xmlns:a="http://schemas.openxmlformats.org/drawingml/2006/main" noGrp="1"/>
          </p:cNvSpPr>
          <p:nvPr/>
        </p:nvSpPr>
        <p:spPr>
          <a:xfrm xmlns:a="http://schemas.openxmlformats.org/drawingml/2006/main">
            <a:off x="8439150" y="1943100"/>
            <a:ext cx="320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7351C7"/>
                </a:solidFill>
                <a:latin typeface="DejaVu Sans"/>
                <a:ea typeface="DejaVu Sans"/>
                <a:cs typeface="DejaVu Sans"/>
              </a:defRPr>
            </a:defPPr>
            <a:lvl1pPr algn="l">
              <a:defRPr sz="3525" b="1">
                <a:solidFill>
                  <a:srgbClr val="7351C7"/>
                </a:solidFill>
                <a:latin typeface="DejaVu Sans"/>
                <a:ea typeface="DejaVu Sans"/>
                <a:cs typeface="DejaVu Sans"/>
              </a:defRPr>
            </a:lvl1pPr>
            <a:lvl2pPr algn="l">
              <a:defRPr sz="3525" b="1">
                <a:solidFill>
                  <a:srgbClr val="7351C7"/>
                </a:solidFill>
                <a:latin typeface="DejaVu Sans"/>
                <a:ea typeface="DejaVu Sans"/>
                <a:cs typeface="DejaVu Sans"/>
              </a:defRPr>
            </a:lvl2pPr>
            <a:lvl3pPr algn="l">
              <a:defRPr sz="3525" b="1">
                <a:solidFill>
                  <a:srgbClr val="7351C7"/>
                </a:solidFill>
                <a:latin typeface="DejaVu Sans"/>
                <a:ea typeface="DejaVu Sans"/>
                <a:cs typeface="DejaVu Sans"/>
              </a:defRPr>
            </a:lvl3pPr>
            <a:lvl4pPr algn="l">
              <a:defRPr sz="3525" b="1">
                <a:solidFill>
                  <a:srgbClr val="7351C7"/>
                </a:solidFill>
                <a:latin typeface="DejaVu Sans"/>
                <a:ea typeface="DejaVu Sans"/>
                <a:cs typeface="DejaVu Sans"/>
              </a:defRPr>
            </a:lvl4pPr>
            <a:lvl5pPr algn="l">
              <a:defRPr sz="3525" b="1">
                <a:solidFill>
                  <a:srgbClr val="7351C7"/>
                </a:solidFill>
                <a:latin typeface="DejaVu Sans"/>
                <a:ea typeface="DejaVu Sans"/>
                <a:cs typeface="DejaVu Sans"/>
              </a:defRPr>
            </a:lvl5pPr>
            <a:lvl6pPr algn="l">
              <a:defRPr sz="3525" b="1">
                <a:solidFill>
                  <a:srgbClr val="7351C7"/>
                </a:solidFill>
                <a:latin typeface="DejaVu Sans"/>
                <a:ea typeface="DejaVu Sans"/>
                <a:cs typeface="DejaVu Sans"/>
              </a:defRPr>
            </a:lvl6pPr>
            <a:lvl7pPr algn="l">
              <a:defRPr sz="3525" b="1">
                <a:solidFill>
                  <a:srgbClr val="7351C7"/>
                </a:solidFill>
                <a:latin typeface="DejaVu Sans"/>
                <a:ea typeface="DejaVu Sans"/>
                <a:cs typeface="DejaVu Sans"/>
              </a:defRPr>
            </a:lvl7pPr>
            <a:lvl8pPr algn="l">
              <a:defRPr sz="3525" b="1">
                <a:solidFill>
                  <a:srgbClr val="7351C7"/>
                </a:solidFill>
                <a:latin typeface="DejaVu Sans"/>
                <a:ea typeface="DejaVu Sans"/>
                <a:cs typeface="DejaVu Sans"/>
              </a:defRPr>
            </a:lvl8pPr>
            <a:lvl9pPr algn="l">
              <a:defRPr sz="3525" b="1">
                <a:solidFill>
                  <a:srgbClr val="7351C7"/>
                </a:solidFill>
                <a:latin typeface="DejaVu Sans"/>
                <a:ea typeface="DejaVu Sans"/>
                <a:cs typeface="DejaVu Sans"/>
              </a:defRPr>
            </a:lvl9pPr>
          </a:lstStyle>
          <a:p xmlns:a="http://schemas.openxmlformats.org/drawingml/2006/main">
            <a:pPr algn="l">
              <a:defRPr sz="3525" b="1">
                <a:solidFill>
                  <a:srgbClr val="7351C7"/>
                </a:solidFill>
                <a:latin typeface="DejaVu Sans"/>
                <a:ea typeface="DejaVu Sans"/>
                <a:cs typeface="DejaVu Sans"/>
              </a:defRPr>
            </a:pPr>
            <a:r>
              <a:rPr sz="3525" b="1">
                <a:solidFill>
                  <a:srgbClr val="7351C7"/>
                </a:solidFill>
                <a:latin typeface="DejaVu Sans"/>
                <a:ea typeface="DejaVu Sans"/>
                <a:cs typeface="DejaVu Sans"/>
              </a:rPr>
              <a:t>−1.86 pp</a:t>
            </a:r>
          </a:p>
        </p:txBody>
      </p:sp>
      <p:sp>
        <p:nvSpPr>
          <p:cNvPr id="5" name="label-1198">
            <a:extLst xmlns:a="http://schemas.openxmlformats.org/drawingml/2006/main">
              <a:ext uri="{FF2B5EF4-FFF2-40B4-BE49-F238E27FC236}">
                <a16:creationId xmlns:a16="http://schemas.microsoft.com/office/drawing/2014/main" id="{D0A8AD50-AF35-460F-A7AC-ADBB1B7E6C4C}"/>
              </a:ext>
            </a:extLst>
          </p:cNvPr>
          <p:cNvSpPr>
            <a:spLocks xmlns:a="http://schemas.openxmlformats.org/drawingml/2006/main" noGrp="1"/>
          </p:cNvSpPr>
          <p:nvPr/>
        </p:nvSpPr>
        <p:spPr>
          <a:xfrm xmlns:a="http://schemas.openxmlformats.org/drawingml/2006/main">
            <a:off x="8458200" y="2600325"/>
            <a:ext cx="31623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8677C"/>
                </a:solidFill>
                <a:latin typeface="DejaVu Sans"/>
                <a:ea typeface="DejaVu Sans"/>
                <a:cs typeface="DejaVu Sans"/>
              </a:defRPr>
            </a:defPPr>
            <a:lvl1pPr algn="l">
              <a:defRPr sz="2025" b="0">
                <a:solidFill>
                  <a:srgbClr val="58677C"/>
                </a:solidFill>
                <a:latin typeface="DejaVu Sans"/>
                <a:ea typeface="DejaVu Sans"/>
                <a:cs typeface="DejaVu Sans"/>
              </a:defRPr>
            </a:lvl1pPr>
            <a:lvl2pPr algn="l">
              <a:defRPr sz="2025" b="0">
                <a:solidFill>
                  <a:srgbClr val="58677C"/>
                </a:solidFill>
                <a:latin typeface="DejaVu Sans"/>
                <a:ea typeface="DejaVu Sans"/>
                <a:cs typeface="DejaVu Sans"/>
              </a:defRPr>
            </a:lvl2pPr>
            <a:lvl3pPr algn="l">
              <a:defRPr sz="2025" b="0">
                <a:solidFill>
                  <a:srgbClr val="58677C"/>
                </a:solidFill>
                <a:latin typeface="DejaVu Sans"/>
                <a:ea typeface="DejaVu Sans"/>
                <a:cs typeface="DejaVu Sans"/>
              </a:defRPr>
            </a:lvl3pPr>
            <a:lvl4pPr algn="l">
              <a:defRPr sz="2025" b="0">
                <a:solidFill>
                  <a:srgbClr val="58677C"/>
                </a:solidFill>
                <a:latin typeface="DejaVu Sans"/>
                <a:ea typeface="DejaVu Sans"/>
                <a:cs typeface="DejaVu Sans"/>
              </a:defRPr>
            </a:lvl4pPr>
            <a:lvl5pPr algn="l">
              <a:defRPr sz="2025" b="0">
                <a:solidFill>
                  <a:srgbClr val="58677C"/>
                </a:solidFill>
                <a:latin typeface="DejaVu Sans"/>
                <a:ea typeface="DejaVu Sans"/>
                <a:cs typeface="DejaVu Sans"/>
              </a:defRPr>
            </a:lvl5pPr>
            <a:lvl6pPr algn="l">
              <a:defRPr sz="2025" b="0">
                <a:solidFill>
                  <a:srgbClr val="58677C"/>
                </a:solidFill>
                <a:latin typeface="DejaVu Sans"/>
                <a:ea typeface="DejaVu Sans"/>
                <a:cs typeface="DejaVu Sans"/>
              </a:defRPr>
            </a:lvl6pPr>
            <a:lvl7pPr algn="l">
              <a:defRPr sz="2025" b="0">
                <a:solidFill>
                  <a:srgbClr val="58677C"/>
                </a:solidFill>
                <a:latin typeface="DejaVu Sans"/>
                <a:ea typeface="DejaVu Sans"/>
                <a:cs typeface="DejaVu Sans"/>
              </a:defRPr>
            </a:lvl7pPr>
            <a:lvl8pPr algn="l">
              <a:defRPr sz="2025" b="0">
                <a:solidFill>
                  <a:srgbClr val="58677C"/>
                </a:solidFill>
                <a:latin typeface="DejaVu Sans"/>
                <a:ea typeface="DejaVu Sans"/>
                <a:cs typeface="DejaVu Sans"/>
              </a:defRPr>
            </a:lvl8pPr>
            <a:lvl9pPr algn="l">
              <a:defRPr sz="2025" b="0">
                <a:solidFill>
                  <a:srgbClr val="58677C"/>
                </a:solidFill>
                <a:latin typeface="DejaVu Sans"/>
                <a:ea typeface="DejaVu Sans"/>
                <a:cs typeface="DejaVu Sans"/>
              </a:defRPr>
            </a:lvl9pPr>
          </a:lstStyle>
          <a:p xmlns:a="http://schemas.openxmlformats.org/drawingml/2006/main">
            <a:pPr algn="l">
              <a:defRPr sz="2025" b="0">
                <a:solidFill>
                  <a:srgbClr val="58677C"/>
                </a:solidFill>
                <a:latin typeface="DejaVu Sans"/>
                <a:ea typeface="DejaVu Sans"/>
                <a:cs typeface="DejaVu Sans"/>
              </a:defRPr>
            </a:pPr>
            <a:r>
              <a:rPr sz="2025" b="0">
                <a:solidFill>
                  <a:srgbClr val="58677C"/>
                </a:solidFill>
                <a:latin typeface="DejaVu Sans"/>
                <a:ea typeface="DejaVu Sans"/>
                <a:cs typeface="DejaVu Sans"/>
              </a:rPr>
              <a:t>mAP difference</a:t>
            </a:r>
          </a:p>
        </p:txBody>
      </p:sp>
      <p:sp>
        <p:nvSpPr>
          <p:cNvPr id="6" name="label-1199">
            <a:extLst xmlns:a="http://schemas.openxmlformats.org/drawingml/2006/main">
              <a:ext uri="{FF2B5EF4-FFF2-40B4-BE49-F238E27FC236}">
                <a16:creationId xmlns:a16="http://schemas.microsoft.com/office/drawing/2014/main" id="{AB561938-3C91-47B5-AB8C-3EB8004D4E3A}"/>
              </a:ext>
            </a:extLst>
          </p:cNvPr>
          <p:cNvSpPr>
            <a:spLocks xmlns:a="http://schemas.openxmlformats.org/drawingml/2006/main" noGrp="1"/>
          </p:cNvSpPr>
          <p:nvPr/>
        </p:nvSpPr>
        <p:spPr>
          <a:xfrm xmlns:a="http://schemas.openxmlformats.org/drawingml/2006/main">
            <a:off x="8439150" y="3495675"/>
            <a:ext cx="32004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525" b="1">
                <a:solidFill>
                  <a:srgbClr val="7351C7"/>
                </a:solidFill>
                <a:latin typeface="DejaVu Sans"/>
                <a:ea typeface="DejaVu Sans"/>
                <a:cs typeface="DejaVu Sans"/>
              </a:defRPr>
            </a:defPPr>
            <a:lvl1pPr algn="l">
              <a:defRPr sz="3525" b="1">
                <a:solidFill>
                  <a:srgbClr val="7351C7"/>
                </a:solidFill>
                <a:latin typeface="DejaVu Sans"/>
                <a:ea typeface="DejaVu Sans"/>
                <a:cs typeface="DejaVu Sans"/>
              </a:defRPr>
            </a:lvl1pPr>
            <a:lvl2pPr algn="l">
              <a:defRPr sz="3525" b="1">
                <a:solidFill>
                  <a:srgbClr val="7351C7"/>
                </a:solidFill>
                <a:latin typeface="DejaVu Sans"/>
                <a:ea typeface="DejaVu Sans"/>
                <a:cs typeface="DejaVu Sans"/>
              </a:defRPr>
            </a:lvl2pPr>
            <a:lvl3pPr algn="l">
              <a:defRPr sz="3525" b="1">
                <a:solidFill>
                  <a:srgbClr val="7351C7"/>
                </a:solidFill>
                <a:latin typeface="DejaVu Sans"/>
                <a:ea typeface="DejaVu Sans"/>
                <a:cs typeface="DejaVu Sans"/>
              </a:defRPr>
            </a:lvl3pPr>
            <a:lvl4pPr algn="l">
              <a:defRPr sz="3525" b="1">
                <a:solidFill>
                  <a:srgbClr val="7351C7"/>
                </a:solidFill>
                <a:latin typeface="DejaVu Sans"/>
                <a:ea typeface="DejaVu Sans"/>
                <a:cs typeface="DejaVu Sans"/>
              </a:defRPr>
            </a:lvl4pPr>
            <a:lvl5pPr algn="l">
              <a:defRPr sz="3525" b="1">
                <a:solidFill>
                  <a:srgbClr val="7351C7"/>
                </a:solidFill>
                <a:latin typeface="DejaVu Sans"/>
                <a:ea typeface="DejaVu Sans"/>
                <a:cs typeface="DejaVu Sans"/>
              </a:defRPr>
            </a:lvl5pPr>
            <a:lvl6pPr algn="l">
              <a:defRPr sz="3525" b="1">
                <a:solidFill>
                  <a:srgbClr val="7351C7"/>
                </a:solidFill>
                <a:latin typeface="DejaVu Sans"/>
                <a:ea typeface="DejaVu Sans"/>
                <a:cs typeface="DejaVu Sans"/>
              </a:defRPr>
            </a:lvl6pPr>
            <a:lvl7pPr algn="l">
              <a:defRPr sz="3525" b="1">
                <a:solidFill>
                  <a:srgbClr val="7351C7"/>
                </a:solidFill>
                <a:latin typeface="DejaVu Sans"/>
                <a:ea typeface="DejaVu Sans"/>
                <a:cs typeface="DejaVu Sans"/>
              </a:defRPr>
            </a:lvl7pPr>
            <a:lvl8pPr algn="l">
              <a:defRPr sz="3525" b="1">
                <a:solidFill>
                  <a:srgbClr val="7351C7"/>
                </a:solidFill>
                <a:latin typeface="DejaVu Sans"/>
                <a:ea typeface="DejaVu Sans"/>
                <a:cs typeface="DejaVu Sans"/>
              </a:defRPr>
            </a:lvl8pPr>
            <a:lvl9pPr algn="l">
              <a:defRPr sz="3525" b="1">
                <a:solidFill>
                  <a:srgbClr val="7351C7"/>
                </a:solidFill>
                <a:latin typeface="DejaVu Sans"/>
                <a:ea typeface="DejaVu Sans"/>
                <a:cs typeface="DejaVu Sans"/>
              </a:defRPr>
            </a:lvl9pPr>
          </a:lstStyle>
          <a:p xmlns:a="http://schemas.openxmlformats.org/drawingml/2006/main">
            <a:pPr algn="l">
              <a:defRPr sz="3525" b="1">
                <a:solidFill>
                  <a:srgbClr val="7351C7"/>
                </a:solidFill>
                <a:latin typeface="DejaVu Sans"/>
                <a:ea typeface="DejaVu Sans"/>
                <a:cs typeface="DejaVu Sans"/>
              </a:defRPr>
            </a:pPr>
            <a:r>
              <a:rPr sz="3525" b="1">
                <a:solidFill>
                  <a:srgbClr val="7351C7"/>
                </a:solidFill>
                <a:latin typeface="DejaVu Sans"/>
                <a:ea typeface="DejaVu Sans"/>
                <a:cs typeface="DejaVu Sans"/>
              </a:rPr>
              <a:t>−1.05 pp</a:t>
            </a:r>
          </a:p>
        </p:txBody>
      </p:sp>
      <p:sp>
        <p:nvSpPr>
          <p:cNvPr id="7" name="label-1200">
            <a:extLst xmlns:a="http://schemas.openxmlformats.org/drawingml/2006/main">
              <a:ext uri="{FF2B5EF4-FFF2-40B4-BE49-F238E27FC236}">
                <a16:creationId xmlns:a16="http://schemas.microsoft.com/office/drawing/2014/main" id="{1C8EFE84-6CB5-4890-BA99-9E98FE7B8DE2}"/>
              </a:ext>
            </a:extLst>
          </p:cNvPr>
          <p:cNvSpPr>
            <a:spLocks xmlns:a="http://schemas.openxmlformats.org/drawingml/2006/main" noGrp="1"/>
          </p:cNvSpPr>
          <p:nvPr/>
        </p:nvSpPr>
        <p:spPr>
          <a:xfrm xmlns:a="http://schemas.openxmlformats.org/drawingml/2006/main">
            <a:off x="8458200" y="4152900"/>
            <a:ext cx="31623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025" b="0">
                <a:solidFill>
                  <a:srgbClr val="58677C"/>
                </a:solidFill>
                <a:latin typeface="DejaVu Sans"/>
                <a:ea typeface="DejaVu Sans"/>
                <a:cs typeface="DejaVu Sans"/>
              </a:defRPr>
            </a:defPPr>
            <a:lvl1pPr algn="l">
              <a:defRPr sz="2025" b="0">
                <a:solidFill>
                  <a:srgbClr val="58677C"/>
                </a:solidFill>
                <a:latin typeface="DejaVu Sans"/>
                <a:ea typeface="DejaVu Sans"/>
                <a:cs typeface="DejaVu Sans"/>
              </a:defRPr>
            </a:lvl1pPr>
            <a:lvl2pPr algn="l">
              <a:defRPr sz="2025" b="0">
                <a:solidFill>
                  <a:srgbClr val="58677C"/>
                </a:solidFill>
                <a:latin typeface="DejaVu Sans"/>
                <a:ea typeface="DejaVu Sans"/>
                <a:cs typeface="DejaVu Sans"/>
              </a:defRPr>
            </a:lvl2pPr>
            <a:lvl3pPr algn="l">
              <a:defRPr sz="2025" b="0">
                <a:solidFill>
                  <a:srgbClr val="58677C"/>
                </a:solidFill>
                <a:latin typeface="DejaVu Sans"/>
                <a:ea typeface="DejaVu Sans"/>
                <a:cs typeface="DejaVu Sans"/>
              </a:defRPr>
            </a:lvl3pPr>
            <a:lvl4pPr algn="l">
              <a:defRPr sz="2025" b="0">
                <a:solidFill>
                  <a:srgbClr val="58677C"/>
                </a:solidFill>
                <a:latin typeface="DejaVu Sans"/>
                <a:ea typeface="DejaVu Sans"/>
                <a:cs typeface="DejaVu Sans"/>
              </a:defRPr>
            </a:lvl4pPr>
            <a:lvl5pPr algn="l">
              <a:defRPr sz="2025" b="0">
                <a:solidFill>
                  <a:srgbClr val="58677C"/>
                </a:solidFill>
                <a:latin typeface="DejaVu Sans"/>
                <a:ea typeface="DejaVu Sans"/>
                <a:cs typeface="DejaVu Sans"/>
              </a:defRPr>
            </a:lvl5pPr>
            <a:lvl6pPr algn="l">
              <a:defRPr sz="2025" b="0">
                <a:solidFill>
                  <a:srgbClr val="58677C"/>
                </a:solidFill>
                <a:latin typeface="DejaVu Sans"/>
                <a:ea typeface="DejaVu Sans"/>
                <a:cs typeface="DejaVu Sans"/>
              </a:defRPr>
            </a:lvl6pPr>
            <a:lvl7pPr algn="l">
              <a:defRPr sz="2025" b="0">
                <a:solidFill>
                  <a:srgbClr val="58677C"/>
                </a:solidFill>
                <a:latin typeface="DejaVu Sans"/>
                <a:ea typeface="DejaVu Sans"/>
                <a:cs typeface="DejaVu Sans"/>
              </a:defRPr>
            </a:lvl7pPr>
            <a:lvl8pPr algn="l">
              <a:defRPr sz="2025" b="0">
                <a:solidFill>
                  <a:srgbClr val="58677C"/>
                </a:solidFill>
                <a:latin typeface="DejaVu Sans"/>
                <a:ea typeface="DejaVu Sans"/>
                <a:cs typeface="DejaVu Sans"/>
              </a:defRPr>
            </a:lvl8pPr>
            <a:lvl9pPr algn="l">
              <a:defRPr sz="2025" b="0">
                <a:solidFill>
                  <a:srgbClr val="58677C"/>
                </a:solidFill>
                <a:latin typeface="DejaVu Sans"/>
                <a:ea typeface="DejaVu Sans"/>
                <a:cs typeface="DejaVu Sans"/>
              </a:defRPr>
            </a:lvl9pPr>
          </a:lstStyle>
          <a:p xmlns:a="http://schemas.openxmlformats.org/drawingml/2006/main">
            <a:pPr algn="l">
              <a:defRPr sz="2025" b="0">
                <a:solidFill>
                  <a:srgbClr val="58677C"/>
                </a:solidFill>
                <a:latin typeface="DejaVu Sans"/>
                <a:ea typeface="DejaVu Sans"/>
                <a:cs typeface="DejaVu Sans"/>
              </a:defRPr>
            </a:pPr>
            <a:r>
              <a:rPr sz="2025" b="0">
                <a:solidFill>
                  <a:srgbClr val="58677C"/>
                </a:solidFill>
                <a:latin typeface="DejaVu Sans"/>
                <a:ea typeface="DejaVu Sans"/>
                <a:cs typeface="DejaVu Sans"/>
              </a:rPr>
              <a:t>NDS difference</a:t>
            </a:r>
          </a:p>
        </p:txBody>
      </p:sp>
      <p:sp>
        <p:nvSpPr>
          <p:cNvPr id="8" name="label-1201">
            <a:extLst xmlns:a="http://schemas.openxmlformats.org/drawingml/2006/main">
              <a:ext uri="{FF2B5EF4-FFF2-40B4-BE49-F238E27FC236}">
                <a16:creationId xmlns:a16="http://schemas.microsoft.com/office/drawing/2014/main" id="{9CCF65C0-8733-41E1-884E-0FB200652B9B}"/>
              </a:ext>
            </a:extLst>
          </p:cNvPr>
          <p:cNvSpPr>
            <a:spLocks xmlns:a="http://schemas.openxmlformats.org/drawingml/2006/main" noGrp="1"/>
          </p:cNvSpPr>
          <p:nvPr/>
        </p:nvSpPr>
        <p:spPr>
          <a:xfrm xmlns:a="http://schemas.openxmlformats.org/drawingml/2006/main">
            <a:off x="542925" y="5743575"/>
            <a:ext cx="10572750" cy="276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58677C"/>
                </a:solidFill>
                <a:latin typeface="DejaVu Sans"/>
                <a:ea typeface="DejaVu Sans"/>
                <a:cs typeface="DejaVu Sans"/>
              </a:defRPr>
            </a:defPPr>
            <a:lvl1pPr algn="l">
              <a:defRPr sz="1575" b="0">
                <a:solidFill>
                  <a:srgbClr val="58677C"/>
                </a:solidFill>
                <a:latin typeface="DejaVu Sans"/>
                <a:ea typeface="DejaVu Sans"/>
                <a:cs typeface="DejaVu Sans"/>
              </a:defRPr>
            </a:lvl1pPr>
            <a:lvl2pPr algn="l">
              <a:defRPr sz="1575" b="0">
                <a:solidFill>
                  <a:srgbClr val="58677C"/>
                </a:solidFill>
                <a:latin typeface="DejaVu Sans"/>
                <a:ea typeface="DejaVu Sans"/>
                <a:cs typeface="DejaVu Sans"/>
              </a:defRPr>
            </a:lvl2pPr>
            <a:lvl3pPr algn="l">
              <a:defRPr sz="1575" b="0">
                <a:solidFill>
                  <a:srgbClr val="58677C"/>
                </a:solidFill>
                <a:latin typeface="DejaVu Sans"/>
                <a:ea typeface="DejaVu Sans"/>
                <a:cs typeface="DejaVu Sans"/>
              </a:defRPr>
            </a:lvl3pPr>
            <a:lvl4pPr algn="l">
              <a:defRPr sz="1575" b="0">
                <a:solidFill>
                  <a:srgbClr val="58677C"/>
                </a:solidFill>
                <a:latin typeface="DejaVu Sans"/>
                <a:ea typeface="DejaVu Sans"/>
                <a:cs typeface="DejaVu Sans"/>
              </a:defRPr>
            </a:lvl4pPr>
            <a:lvl5pPr algn="l">
              <a:defRPr sz="1575" b="0">
                <a:solidFill>
                  <a:srgbClr val="58677C"/>
                </a:solidFill>
                <a:latin typeface="DejaVu Sans"/>
                <a:ea typeface="DejaVu Sans"/>
                <a:cs typeface="DejaVu Sans"/>
              </a:defRPr>
            </a:lvl5pPr>
            <a:lvl6pPr algn="l">
              <a:defRPr sz="1575" b="0">
                <a:solidFill>
                  <a:srgbClr val="58677C"/>
                </a:solidFill>
                <a:latin typeface="DejaVu Sans"/>
                <a:ea typeface="DejaVu Sans"/>
                <a:cs typeface="DejaVu Sans"/>
              </a:defRPr>
            </a:lvl6pPr>
            <a:lvl7pPr algn="l">
              <a:defRPr sz="1575" b="0">
                <a:solidFill>
                  <a:srgbClr val="58677C"/>
                </a:solidFill>
                <a:latin typeface="DejaVu Sans"/>
                <a:ea typeface="DejaVu Sans"/>
                <a:cs typeface="DejaVu Sans"/>
              </a:defRPr>
            </a:lvl7pPr>
            <a:lvl8pPr algn="l">
              <a:defRPr sz="1575" b="0">
                <a:solidFill>
                  <a:srgbClr val="58677C"/>
                </a:solidFill>
                <a:latin typeface="DejaVu Sans"/>
                <a:ea typeface="DejaVu Sans"/>
                <a:cs typeface="DejaVu Sans"/>
              </a:defRPr>
            </a:lvl8pPr>
            <a:lvl9pPr algn="l">
              <a:defRPr sz="1575" b="0">
                <a:solidFill>
                  <a:srgbClr val="58677C"/>
                </a:solidFill>
                <a:latin typeface="DejaVu Sans"/>
                <a:ea typeface="DejaVu Sans"/>
                <a:cs typeface="DejaVu Sans"/>
              </a:defRPr>
            </a:lvl9pPr>
          </a:lstStyle>
          <a:p xmlns:a="http://schemas.openxmlformats.org/drawingml/2006/main">
            <a:pPr algn="l">
              <a:defRPr sz="1575" b="0">
                <a:solidFill>
                  <a:srgbClr val="58677C"/>
                </a:solidFill>
                <a:latin typeface="DejaVu Sans"/>
                <a:ea typeface="DejaVu Sans"/>
                <a:cs typeface="DejaVu Sans"/>
              </a:defRPr>
            </a:pPr>
            <a:r>
              <a:rPr sz="1575" b="0">
                <a:solidFill>
                  <a:srgbClr val="58677C"/>
                </a:solidFill>
                <a:latin typeface="DejaVu Sans"/>
                <a:ea typeface="DejaVu Sans"/>
                <a:cs typeface="DejaVu Sans"/>
              </a:rPr>
              <a:t>Recorded mini-split summary</a:t>
            </a:r>
          </a:p>
        </p:txBody>
      </p:sp>
      <p:sp>
        <p:nvSpPr>
          <p:cNvPr id="9" name="path-1202">
            <a:extLst xmlns:a="http://schemas.openxmlformats.org/drawingml/2006/main">
              <a:ext uri="{FF2B5EF4-FFF2-40B4-BE49-F238E27FC236}">
                <a16:creationId xmlns:a16="http://schemas.microsoft.com/office/drawing/2014/main" id="{D481E19A-4388-43C2-94C0-58B1F56E7795}"/>
              </a:ext>
            </a:extLst>
          </p:cNvPr>
          <p:cNvSpPr>
            <a:spLocks xmlns:a="http://schemas.openxmlformats.org/drawingml/2006/main" noGrp="1"/>
          </p:cNvSpPr>
          <p:nvPr/>
        </p:nvSpPr>
        <p:spPr>
          <a:xfrm xmlns:a="http://schemas.openxmlformats.org/drawingml/2006/main">
            <a:off x="533400" y="6019800"/>
            <a:ext cx="11125200" cy="953"/>
          </a:xfrm>
          <a:custGeom xmlns:a="http://schemas.openxmlformats.org/drawingml/2006/main">
            <a:pathLst>
              <a:path w="11125200" h="953">
                <a:moveTo>
                  <a:pt x="0" y="0"/>
                </a:moveTo>
                <a:lnTo>
                  <a:pt x="11125200" y="0"/>
                </a:lnTo>
              </a:path>
            </a:pathLst>
          </a:custGeom>
          <a:noFill xmlns:a="http://schemas.openxmlformats.org/drawingml/2006/main"/>
          <a:ln xmlns:a="http://schemas.openxmlformats.org/drawingml/2006/main" w="9525">
            <a:solidFill>
              <a:srgbClr val="CFD7E2"/>
            </a:solidFill>
            <a:prstDash val="solid"/>
          </a:ln>
        </p:spPr>
      </p:sp>
      <p:sp>
        <p:nvSpPr>
          <p:cNvPr id="10" name="label-1203">
            <a:extLst xmlns:a="http://schemas.openxmlformats.org/drawingml/2006/main">
              <a:ext uri="{FF2B5EF4-FFF2-40B4-BE49-F238E27FC236}">
                <a16:creationId xmlns:a16="http://schemas.microsoft.com/office/drawing/2014/main" id="{B031545D-180E-4A0E-A80B-61CE3083886B}"/>
              </a:ext>
            </a:extLst>
          </p:cNvPr>
          <p:cNvSpPr>
            <a:spLocks xmlns:a="http://schemas.openxmlformats.org/drawingml/2006/main" noGrp="1"/>
          </p:cNvSpPr>
          <p:nvPr/>
        </p:nvSpPr>
        <p:spPr>
          <a:xfrm xmlns:a="http://schemas.openxmlformats.org/drawingml/2006/main">
            <a:off x="533400" y="6181725"/>
            <a:ext cx="10334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6253B"/>
                </a:solidFill>
                <a:latin typeface="DejaVu Sans"/>
                <a:ea typeface="DejaVu Sans"/>
                <a:cs typeface="DejaVu Sans"/>
              </a:defRPr>
            </a:defPPr>
            <a:lvl1pPr algn="l">
              <a:defRPr sz="1725" b="0">
                <a:solidFill>
                  <a:srgbClr val="16253B"/>
                </a:solidFill>
                <a:latin typeface="DejaVu Sans"/>
                <a:ea typeface="DejaVu Sans"/>
                <a:cs typeface="DejaVu Sans"/>
              </a:defRPr>
            </a:lvl1pPr>
            <a:lvl2pPr algn="l">
              <a:defRPr sz="1725" b="0">
                <a:solidFill>
                  <a:srgbClr val="16253B"/>
                </a:solidFill>
                <a:latin typeface="DejaVu Sans"/>
                <a:ea typeface="DejaVu Sans"/>
                <a:cs typeface="DejaVu Sans"/>
              </a:defRPr>
            </a:lvl2pPr>
            <a:lvl3pPr algn="l">
              <a:defRPr sz="1725" b="0">
                <a:solidFill>
                  <a:srgbClr val="16253B"/>
                </a:solidFill>
                <a:latin typeface="DejaVu Sans"/>
                <a:ea typeface="DejaVu Sans"/>
                <a:cs typeface="DejaVu Sans"/>
              </a:defRPr>
            </a:lvl3pPr>
            <a:lvl4pPr algn="l">
              <a:defRPr sz="1725" b="0">
                <a:solidFill>
                  <a:srgbClr val="16253B"/>
                </a:solidFill>
                <a:latin typeface="DejaVu Sans"/>
                <a:ea typeface="DejaVu Sans"/>
                <a:cs typeface="DejaVu Sans"/>
              </a:defRPr>
            </a:lvl4pPr>
            <a:lvl5pPr algn="l">
              <a:defRPr sz="1725" b="0">
                <a:solidFill>
                  <a:srgbClr val="16253B"/>
                </a:solidFill>
                <a:latin typeface="DejaVu Sans"/>
                <a:ea typeface="DejaVu Sans"/>
                <a:cs typeface="DejaVu Sans"/>
              </a:defRPr>
            </a:lvl5pPr>
            <a:lvl6pPr algn="l">
              <a:defRPr sz="1725" b="0">
                <a:solidFill>
                  <a:srgbClr val="16253B"/>
                </a:solidFill>
                <a:latin typeface="DejaVu Sans"/>
                <a:ea typeface="DejaVu Sans"/>
                <a:cs typeface="DejaVu Sans"/>
              </a:defRPr>
            </a:lvl6pPr>
            <a:lvl7pPr algn="l">
              <a:defRPr sz="1725" b="0">
                <a:solidFill>
                  <a:srgbClr val="16253B"/>
                </a:solidFill>
                <a:latin typeface="DejaVu Sans"/>
                <a:ea typeface="DejaVu Sans"/>
                <a:cs typeface="DejaVu Sans"/>
              </a:defRPr>
            </a:lvl7pPr>
            <a:lvl8pPr algn="l">
              <a:defRPr sz="1725" b="0">
                <a:solidFill>
                  <a:srgbClr val="16253B"/>
                </a:solidFill>
                <a:latin typeface="DejaVu Sans"/>
                <a:ea typeface="DejaVu Sans"/>
                <a:cs typeface="DejaVu Sans"/>
              </a:defRPr>
            </a:lvl8pPr>
            <a:lvl9pPr algn="l">
              <a:defRPr sz="1725" b="0">
                <a:solidFill>
                  <a:srgbClr val="16253B"/>
                </a:solidFill>
                <a:latin typeface="DejaVu Sans"/>
                <a:ea typeface="DejaVu Sans"/>
                <a:cs typeface="DejaVu Sans"/>
              </a:defRPr>
            </a:lvl9pPr>
          </a:lstStyle>
          <a:p xmlns:a="http://schemas.openxmlformats.org/drawingml/2006/main">
            <a:pPr algn="l">
              <a:defRPr sz="1725" b="0">
                <a:solidFill>
                  <a:srgbClr val="16253B"/>
                </a:solidFill>
                <a:latin typeface="DejaVu Sans"/>
                <a:ea typeface="DejaVu Sans"/>
                <a:cs typeface="DejaVu Sans"/>
              </a:defRPr>
            </a:pPr>
            <a:r>
              <a:rPr sz="1725" b="0">
                <a:solidFill>
                  <a:srgbClr val="16253B"/>
                </a:solidFill>
                <a:latin typeface="DejaVu Sans"/>
                <a:ea typeface="DejaVu Sans"/>
                <a:cs typeface="DejaVu Sans"/>
              </a:rPr>
              <a:t>Gate-only results are negative. Final refinement metrics remain to be added.</a:t>
            </a:r>
          </a:p>
        </p:txBody>
      </p:sp>
    </p:spTree>
    <p:extLst>
      <p:ext uri="{BB962C8B-B14F-4D97-AF65-F5344CB8AC3E}">
        <p14:creationId xmlns:p14="http://schemas.microsoft.com/office/powerpoint/2010/main" val="2023734266"/>
      </p:ext>
    </p:extLst>
  </p:cSld>
</p:sld>
</file>

<file path=ppt/slides/slide16.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6" name="slide-title">
            <a:extLst xmlns:a="http://schemas.openxmlformats.org/drawingml/2006/main">
              <a:ext uri="{FF2B5EF4-FFF2-40B4-BE49-F238E27FC236}">
                <a16:creationId xmlns:a16="http://schemas.microsoft.com/office/drawing/2014/main" id="{469730CF-BE18-4CEA-8B7D-2909CE35C4C8}"/>
              </a:ext>
            </a:extLst>
          </p:cNvPr>
          <p:cNvSpPr>
            <a:spLocks xmlns:a="http://schemas.openxmlformats.org/drawingml/2006/main" noGrp="1"/>
          </p:cNvSpPr>
          <p:nvPr/>
        </p:nvSpPr>
        <p:spPr>
          <a:xfrm xmlns:a="http://schemas.openxmlformats.org/drawingml/2006/main">
            <a:off x="533400" y="361950"/>
            <a:ext cx="1112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6253B"/>
                </a:solidFill>
                <a:latin typeface="DejaVu Sans"/>
                <a:ea typeface="DejaVu Sans"/>
                <a:cs typeface="DejaVu Sans"/>
              </a:defRPr>
            </a:defPPr>
            <a:lvl1pPr algn="l">
              <a:defRPr sz="3300" b="1">
                <a:solidFill>
                  <a:srgbClr val="16253B"/>
                </a:solidFill>
                <a:latin typeface="DejaVu Sans"/>
                <a:ea typeface="DejaVu Sans"/>
                <a:cs typeface="DejaVu Sans"/>
              </a:defRPr>
            </a:lvl1pPr>
            <a:lvl2pPr algn="l">
              <a:defRPr sz="3300" b="1">
                <a:solidFill>
                  <a:srgbClr val="16253B"/>
                </a:solidFill>
                <a:latin typeface="DejaVu Sans"/>
                <a:ea typeface="DejaVu Sans"/>
                <a:cs typeface="DejaVu Sans"/>
              </a:defRPr>
            </a:lvl2pPr>
            <a:lvl3pPr algn="l">
              <a:defRPr sz="3300" b="1">
                <a:solidFill>
                  <a:srgbClr val="16253B"/>
                </a:solidFill>
                <a:latin typeface="DejaVu Sans"/>
                <a:ea typeface="DejaVu Sans"/>
                <a:cs typeface="DejaVu Sans"/>
              </a:defRPr>
            </a:lvl3pPr>
            <a:lvl4pPr algn="l">
              <a:defRPr sz="3300" b="1">
                <a:solidFill>
                  <a:srgbClr val="16253B"/>
                </a:solidFill>
                <a:latin typeface="DejaVu Sans"/>
                <a:ea typeface="DejaVu Sans"/>
                <a:cs typeface="DejaVu Sans"/>
              </a:defRPr>
            </a:lvl4pPr>
            <a:lvl5pPr algn="l">
              <a:defRPr sz="3300" b="1">
                <a:solidFill>
                  <a:srgbClr val="16253B"/>
                </a:solidFill>
                <a:latin typeface="DejaVu Sans"/>
                <a:ea typeface="DejaVu Sans"/>
                <a:cs typeface="DejaVu Sans"/>
              </a:defRPr>
            </a:lvl5pPr>
            <a:lvl6pPr algn="l">
              <a:defRPr sz="3300" b="1">
                <a:solidFill>
                  <a:srgbClr val="16253B"/>
                </a:solidFill>
                <a:latin typeface="DejaVu Sans"/>
                <a:ea typeface="DejaVu Sans"/>
                <a:cs typeface="DejaVu Sans"/>
              </a:defRPr>
            </a:lvl6pPr>
            <a:lvl7pPr algn="l">
              <a:defRPr sz="3300" b="1">
                <a:solidFill>
                  <a:srgbClr val="16253B"/>
                </a:solidFill>
                <a:latin typeface="DejaVu Sans"/>
                <a:ea typeface="DejaVu Sans"/>
                <a:cs typeface="DejaVu Sans"/>
              </a:defRPr>
            </a:lvl7pPr>
            <a:lvl8pPr algn="l">
              <a:defRPr sz="3300" b="1">
                <a:solidFill>
                  <a:srgbClr val="16253B"/>
                </a:solidFill>
                <a:latin typeface="DejaVu Sans"/>
                <a:ea typeface="DejaVu Sans"/>
                <a:cs typeface="DejaVu Sans"/>
              </a:defRPr>
            </a:lvl8pPr>
            <a:lvl9pPr algn="l">
              <a:defRPr sz="3300" b="1">
                <a:solidFill>
                  <a:srgbClr val="16253B"/>
                </a:solidFill>
                <a:latin typeface="DejaVu Sans"/>
                <a:ea typeface="DejaVu Sans"/>
                <a:cs typeface="DejaVu Sans"/>
              </a:defRPr>
            </a:lvl9pPr>
          </a:lstStyle>
          <a:p xmlns:a="http://schemas.openxmlformats.org/drawingml/2006/main">
            <a:pPr algn="l">
              <a:defRPr sz="3300" b="1">
                <a:solidFill>
                  <a:srgbClr val="16253B"/>
                </a:solidFill>
                <a:latin typeface="DejaVu Sans"/>
                <a:ea typeface="DejaVu Sans"/>
                <a:cs typeface="DejaVu Sans"/>
              </a:defRPr>
            </a:pPr>
            <a:r>
              <a:rPr sz="3300" b="1">
                <a:solidFill>
                  <a:srgbClr val="16253B"/>
                </a:solidFill>
                <a:latin typeface="DejaVu Sans"/>
                <a:ea typeface="DejaVu Sans"/>
                <a:cs typeface="DejaVu Sans"/>
              </a:rPr>
              <a:t>Qualitative output in six camera views</a:t>
            </a:r>
          </a:p>
        </p:txBody>
      </p:sp>
      <p:sp>
        <p:nvSpPr>
          <p:cNvPr id="2" name="label-1204">
            <a:extLst xmlns:a="http://schemas.openxmlformats.org/drawingml/2006/main">
              <a:ext uri="{FF2B5EF4-FFF2-40B4-BE49-F238E27FC236}">
                <a16:creationId xmlns:a16="http://schemas.microsoft.com/office/drawing/2014/main" id="{80CE4B24-20EA-444D-9D30-BC26EE0D9392}"/>
              </a:ext>
            </a:extLst>
          </p:cNvPr>
          <p:cNvSpPr>
            <a:spLocks xmlns:a="http://schemas.openxmlformats.org/drawingml/2006/main" noGrp="1"/>
          </p:cNvSpPr>
          <p:nvPr/>
        </p:nvSpPr>
        <p:spPr>
          <a:xfrm xmlns:a="http://schemas.openxmlformats.org/drawingml/2006/main">
            <a:off x="11144250" y="64674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77C"/>
                </a:solidFill>
                <a:latin typeface="DejaVu Sans"/>
                <a:ea typeface="DejaVu Sans"/>
                <a:cs typeface="DejaVu Sans"/>
              </a:defRPr>
            </a:defPPr>
            <a:lvl1pPr algn="r">
              <a:defRPr sz="1200" b="0">
                <a:solidFill>
                  <a:srgbClr val="58677C"/>
                </a:solidFill>
                <a:latin typeface="DejaVu Sans"/>
                <a:ea typeface="DejaVu Sans"/>
                <a:cs typeface="DejaVu Sans"/>
              </a:defRPr>
            </a:lvl1pPr>
            <a:lvl2pPr algn="r">
              <a:defRPr sz="1200" b="0">
                <a:solidFill>
                  <a:srgbClr val="58677C"/>
                </a:solidFill>
                <a:latin typeface="DejaVu Sans"/>
                <a:ea typeface="DejaVu Sans"/>
                <a:cs typeface="DejaVu Sans"/>
              </a:defRPr>
            </a:lvl2pPr>
            <a:lvl3pPr algn="r">
              <a:defRPr sz="1200" b="0">
                <a:solidFill>
                  <a:srgbClr val="58677C"/>
                </a:solidFill>
                <a:latin typeface="DejaVu Sans"/>
                <a:ea typeface="DejaVu Sans"/>
                <a:cs typeface="DejaVu Sans"/>
              </a:defRPr>
            </a:lvl3pPr>
            <a:lvl4pPr algn="r">
              <a:defRPr sz="1200" b="0">
                <a:solidFill>
                  <a:srgbClr val="58677C"/>
                </a:solidFill>
                <a:latin typeface="DejaVu Sans"/>
                <a:ea typeface="DejaVu Sans"/>
                <a:cs typeface="DejaVu Sans"/>
              </a:defRPr>
            </a:lvl4pPr>
            <a:lvl5pPr algn="r">
              <a:defRPr sz="1200" b="0">
                <a:solidFill>
                  <a:srgbClr val="58677C"/>
                </a:solidFill>
                <a:latin typeface="DejaVu Sans"/>
                <a:ea typeface="DejaVu Sans"/>
                <a:cs typeface="DejaVu Sans"/>
              </a:defRPr>
            </a:lvl5pPr>
            <a:lvl6pPr algn="r">
              <a:defRPr sz="1200" b="0">
                <a:solidFill>
                  <a:srgbClr val="58677C"/>
                </a:solidFill>
                <a:latin typeface="DejaVu Sans"/>
                <a:ea typeface="DejaVu Sans"/>
                <a:cs typeface="DejaVu Sans"/>
              </a:defRPr>
            </a:lvl6pPr>
            <a:lvl7pPr algn="r">
              <a:defRPr sz="1200" b="0">
                <a:solidFill>
                  <a:srgbClr val="58677C"/>
                </a:solidFill>
                <a:latin typeface="DejaVu Sans"/>
                <a:ea typeface="DejaVu Sans"/>
                <a:cs typeface="DejaVu Sans"/>
              </a:defRPr>
            </a:lvl7pPr>
            <a:lvl8pPr algn="r">
              <a:defRPr sz="1200" b="0">
                <a:solidFill>
                  <a:srgbClr val="58677C"/>
                </a:solidFill>
                <a:latin typeface="DejaVu Sans"/>
                <a:ea typeface="DejaVu Sans"/>
                <a:cs typeface="DejaVu Sans"/>
              </a:defRPr>
            </a:lvl8pPr>
            <a:lvl9pPr algn="r">
              <a:defRPr sz="1200" b="0">
                <a:solidFill>
                  <a:srgbClr val="58677C"/>
                </a:solidFill>
                <a:latin typeface="DejaVu Sans"/>
                <a:ea typeface="DejaVu Sans"/>
                <a:cs typeface="DejaVu Sans"/>
              </a:defRPr>
            </a:lvl9pPr>
          </a:lstStyle>
          <a:p xmlns:a="http://schemas.openxmlformats.org/drawingml/2006/main">
            <a:pPr algn="r">
              <a:defRPr sz="1200" b="0">
                <a:solidFill>
                  <a:srgbClr val="58677C"/>
                </a:solidFill>
                <a:latin typeface="DejaVu Sans"/>
                <a:ea typeface="DejaVu Sans"/>
                <a:cs typeface="DejaVu Sans"/>
              </a:defRPr>
            </a:pPr>
            <a:r>
              <a:rPr sz="1200" b="0">
                <a:solidFill>
                  <a:srgbClr val="58677C"/>
                </a:solidFill>
                <a:latin typeface="DejaVu Sans"/>
                <a:ea typeface="DejaVu Sans"/>
                <a:cs typeface="DejaVu Sans"/>
              </a:rPr>
              <a:t>16</a:t>
            </a:r>
          </a:p>
        </p:txBody>
      </p:sp>
      <p:pic>
        <p:nvPicPr>
          <p:cNvPr id="3" name="">
            <a:extLst xmlns:a="http://schemas.openxmlformats.org/drawingml/2006/main">
              <a:ext uri="{FF2B5EF4-FFF2-40B4-BE49-F238E27FC236}">
                <a16:creationId xmlns:a16="http://schemas.microsoft.com/office/drawing/2014/main" id="{5F5DD4B6-8375-4238-9C9C-6FE888387289}"/>
              </a:ext>
            </a:extLst>
          </p:cNvPr>
          <p:cNvPicPr>
            <a:picLocks xmlns:a="http://schemas.openxmlformats.org/drawingml/2006/main" noChangeAspect="1"/>
          </p:cNvPicPr>
          <p:nvPr/>
        </p:nvPicPr>
        <p:blipFill>
          <a:blip xmlns:r="http://schemas.openxmlformats.org/officeDocument/2006/relationships" xmlns:a="http://schemas.openxmlformats.org/drawingml/2006/main" r:embed="R292ddc5c947b4ce7"/>
          <a:stretch xmlns:a="http://schemas.openxmlformats.org/drawingml/2006/main"/>
        </p:blipFill>
        <p:spPr>
          <a:xfrm xmlns:a="http://schemas.openxmlformats.org/drawingml/2006/main">
            <a:off x="533400" y="1476375"/>
            <a:ext cx="11125200" cy="4171950"/>
          </a:xfrm>
          <a:prstGeom xmlns:a="http://schemas.openxmlformats.org/drawingml/2006/main" prst="rect">
            <a:avLst/>
          </a:prstGeom>
        </p:spPr>
      </p:pic>
      <p:sp>
        <p:nvSpPr>
          <p:cNvPr id="4" name="path-1205">
            <a:extLst xmlns:a="http://schemas.openxmlformats.org/drawingml/2006/main">
              <a:ext uri="{FF2B5EF4-FFF2-40B4-BE49-F238E27FC236}">
                <a16:creationId xmlns:a16="http://schemas.microsoft.com/office/drawing/2014/main" id="{4908C8DE-E2D8-4A10-B3B8-9A1DA78612E1}"/>
              </a:ext>
            </a:extLst>
          </p:cNvPr>
          <p:cNvSpPr>
            <a:spLocks xmlns:a="http://schemas.openxmlformats.org/drawingml/2006/main" noGrp="1"/>
          </p:cNvSpPr>
          <p:nvPr/>
        </p:nvSpPr>
        <p:spPr>
          <a:xfrm xmlns:a="http://schemas.openxmlformats.org/drawingml/2006/main">
            <a:off x="533400" y="6019800"/>
            <a:ext cx="11125200" cy="953"/>
          </a:xfrm>
          <a:custGeom xmlns:a="http://schemas.openxmlformats.org/drawingml/2006/main">
            <a:pathLst>
              <a:path w="11125200" h="953">
                <a:moveTo>
                  <a:pt x="0" y="0"/>
                </a:moveTo>
                <a:lnTo>
                  <a:pt x="11125200" y="0"/>
                </a:lnTo>
              </a:path>
            </a:pathLst>
          </a:custGeom>
          <a:noFill xmlns:a="http://schemas.openxmlformats.org/drawingml/2006/main"/>
          <a:ln xmlns:a="http://schemas.openxmlformats.org/drawingml/2006/main" w="9525">
            <a:solidFill>
              <a:srgbClr val="CFD7E2"/>
            </a:solidFill>
            <a:prstDash val="solid"/>
          </a:ln>
        </p:spPr>
      </p:sp>
      <p:sp>
        <p:nvSpPr>
          <p:cNvPr id="5" name="label-1206">
            <a:extLst xmlns:a="http://schemas.openxmlformats.org/drawingml/2006/main">
              <a:ext uri="{FF2B5EF4-FFF2-40B4-BE49-F238E27FC236}">
                <a16:creationId xmlns:a16="http://schemas.microsoft.com/office/drawing/2014/main" id="{51F14546-19D0-4E24-9A1F-594E04942FA0}"/>
              </a:ext>
            </a:extLst>
          </p:cNvPr>
          <p:cNvSpPr>
            <a:spLocks xmlns:a="http://schemas.openxmlformats.org/drawingml/2006/main" noGrp="1"/>
          </p:cNvSpPr>
          <p:nvPr/>
        </p:nvSpPr>
        <p:spPr>
          <a:xfrm xmlns:a="http://schemas.openxmlformats.org/drawingml/2006/main">
            <a:off x="533400" y="6181725"/>
            <a:ext cx="10334625"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16253B"/>
                </a:solidFill>
                <a:latin typeface="DejaVu Sans"/>
                <a:ea typeface="DejaVu Sans"/>
                <a:cs typeface="DejaVu Sans"/>
              </a:defRPr>
            </a:defPPr>
            <a:lvl1pPr algn="l">
              <a:defRPr sz="1725" b="0">
                <a:solidFill>
                  <a:srgbClr val="16253B"/>
                </a:solidFill>
                <a:latin typeface="DejaVu Sans"/>
                <a:ea typeface="DejaVu Sans"/>
                <a:cs typeface="DejaVu Sans"/>
              </a:defRPr>
            </a:lvl1pPr>
            <a:lvl2pPr algn="l">
              <a:defRPr sz="1725" b="0">
                <a:solidFill>
                  <a:srgbClr val="16253B"/>
                </a:solidFill>
                <a:latin typeface="DejaVu Sans"/>
                <a:ea typeface="DejaVu Sans"/>
                <a:cs typeface="DejaVu Sans"/>
              </a:defRPr>
            </a:lvl2pPr>
            <a:lvl3pPr algn="l">
              <a:defRPr sz="1725" b="0">
                <a:solidFill>
                  <a:srgbClr val="16253B"/>
                </a:solidFill>
                <a:latin typeface="DejaVu Sans"/>
                <a:ea typeface="DejaVu Sans"/>
                <a:cs typeface="DejaVu Sans"/>
              </a:defRPr>
            </a:lvl3pPr>
            <a:lvl4pPr algn="l">
              <a:defRPr sz="1725" b="0">
                <a:solidFill>
                  <a:srgbClr val="16253B"/>
                </a:solidFill>
                <a:latin typeface="DejaVu Sans"/>
                <a:ea typeface="DejaVu Sans"/>
                <a:cs typeface="DejaVu Sans"/>
              </a:defRPr>
            </a:lvl4pPr>
            <a:lvl5pPr algn="l">
              <a:defRPr sz="1725" b="0">
                <a:solidFill>
                  <a:srgbClr val="16253B"/>
                </a:solidFill>
                <a:latin typeface="DejaVu Sans"/>
                <a:ea typeface="DejaVu Sans"/>
                <a:cs typeface="DejaVu Sans"/>
              </a:defRPr>
            </a:lvl5pPr>
            <a:lvl6pPr algn="l">
              <a:defRPr sz="1725" b="0">
                <a:solidFill>
                  <a:srgbClr val="16253B"/>
                </a:solidFill>
                <a:latin typeface="DejaVu Sans"/>
                <a:ea typeface="DejaVu Sans"/>
                <a:cs typeface="DejaVu Sans"/>
              </a:defRPr>
            </a:lvl6pPr>
            <a:lvl7pPr algn="l">
              <a:defRPr sz="1725" b="0">
                <a:solidFill>
                  <a:srgbClr val="16253B"/>
                </a:solidFill>
                <a:latin typeface="DejaVu Sans"/>
                <a:ea typeface="DejaVu Sans"/>
                <a:cs typeface="DejaVu Sans"/>
              </a:defRPr>
            </a:lvl7pPr>
            <a:lvl8pPr algn="l">
              <a:defRPr sz="1725" b="0">
                <a:solidFill>
                  <a:srgbClr val="16253B"/>
                </a:solidFill>
                <a:latin typeface="DejaVu Sans"/>
                <a:ea typeface="DejaVu Sans"/>
                <a:cs typeface="DejaVu Sans"/>
              </a:defRPr>
            </a:lvl8pPr>
            <a:lvl9pPr algn="l">
              <a:defRPr sz="1725" b="0">
                <a:solidFill>
                  <a:srgbClr val="16253B"/>
                </a:solidFill>
                <a:latin typeface="DejaVu Sans"/>
                <a:ea typeface="DejaVu Sans"/>
                <a:cs typeface="DejaVu Sans"/>
              </a:defRPr>
            </a:lvl9pPr>
          </a:lstStyle>
          <a:p xmlns:a="http://schemas.openxmlformats.org/drawingml/2006/main">
            <a:pPr algn="l">
              <a:defRPr sz="1725" b="0">
                <a:solidFill>
                  <a:srgbClr val="16253B"/>
                </a:solidFill>
                <a:latin typeface="DejaVu Sans"/>
                <a:ea typeface="DejaVu Sans"/>
                <a:cs typeface="DejaVu Sans"/>
              </a:defRPr>
            </a:pPr>
            <a:r>
              <a:rPr sz="1725" b="0">
                <a:solidFill>
                  <a:srgbClr val="16253B"/>
                </a:solidFill>
                <a:latin typeface="DejaVu Sans"/>
                <a:ea typeface="DejaVu Sans"/>
                <a:cs typeface="DejaVu Sans"/>
              </a:rPr>
              <a:t>Inspect box centers, extents and orientation across overlapping views.</a:t>
            </a:r>
          </a:p>
        </p:txBody>
      </p:sp>
    </p:spTree>
    <p:extLst>
      <p:ext uri="{BB962C8B-B14F-4D97-AF65-F5344CB8AC3E}">
        <p14:creationId xmlns:p14="http://schemas.microsoft.com/office/powerpoint/2010/main" val="888026487"/>
      </p:ext>
    </p:extLst>
  </p:cSld>
</p:sld>
</file>

<file path=ppt/slides/slide17.xml><?xml version="1.0" encoding="utf-8"?>
<p:sld xmlns:p="http://schemas.openxmlformats.org/presentationml/2006/main">
  <p:cSld>
    <p:bg>
      <p:bgPr>
        <a:solidFill xmlns:a="http://schemas.openxmlformats.org/drawingml/2006/main">
          <a:srgbClr val="101D31"/>
        </a:solidFill>
      </p:bgPr>
    </p:bg>
    <p:spTree>
      <p:nvGrpSpPr>
        <p:cNvPr id="1" name=""/>
        <p:cNvGrpSpPr/>
        <p:nvPr/>
      </p:nvGrpSpPr>
      <p:grpSpPr>
        <a:xfrm xmlns:a="http://schemas.openxmlformats.org/drawingml/2006/main"/>
      </p:grpSpPr>
      <p:sp>
        <p:nvSpPr>
          <p:cNvPr id="53" name="slide-title">
            <a:extLst xmlns:a="http://schemas.openxmlformats.org/drawingml/2006/main">
              <a:ext uri="{FF2B5EF4-FFF2-40B4-BE49-F238E27FC236}">
                <a16:creationId xmlns:a16="http://schemas.microsoft.com/office/drawing/2014/main" id="{59378BB0-AF07-4EED-895F-05E674CA73D4}"/>
              </a:ext>
            </a:extLst>
          </p:cNvPr>
          <p:cNvSpPr>
            <a:spLocks xmlns:a="http://schemas.openxmlformats.org/drawingml/2006/main" noGrp="1"/>
          </p:cNvSpPr>
          <p:nvPr/>
        </p:nvSpPr>
        <p:spPr>
          <a:xfrm xmlns:a="http://schemas.openxmlformats.org/drawingml/2006/main">
            <a:off x="533400" y="361950"/>
            <a:ext cx="1112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FFFFFF"/>
                </a:solidFill>
                <a:latin typeface="DejaVu Sans"/>
                <a:ea typeface="DejaVu Sans"/>
                <a:cs typeface="DejaVu Sans"/>
              </a:defRPr>
            </a:defPPr>
            <a:lvl1pPr algn="l">
              <a:defRPr sz="3300" b="1">
                <a:solidFill>
                  <a:srgbClr val="FFFFFF"/>
                </a:solidFill>
                <a:latin typeface="DejaVu Sans"/>
                <a:ea typeface="DejaVu Sans"/>
                <a:cs typeface="DejaVu Sans"/>
              </a:defRPr>
            </a:lvl1pPr>
            <a:lvl2pPr algn="l">
              <a:defRPr sz="3300" b="1">
                <a:solidFill>
                  <a:srgbClr val="FFFFFF"/>
                </a:solidFill>
                <a:latin typeface="DejaVu Sans"/>
                <a:ea typeface="DejaVu Sans"/>
                <a:cs typeface="DejaVu Sans"/>
              </a:defRPr>
            </a:lvl2pPr>
            <a:lvl3pPr algn="l">
              <a:defRPr sz="3300" b="1">
                <a:solidFill>
                  <a:srgbClr val="FFFFFF"/>
                </a:solidFill>
                <a:latin typeface="DejaVu Sans"/>
                <a:ea typeface="DejaVu Sans"/>
                <a:cs typeface="DejaVu Sans"/>
              </a:defRPr>
            </a:lvl3pPr>
            <a:lvl4pPr algn="l">
              <a:defRPr sz="3300" b="1">
                <a:solidFill>
                  <a:srgbClr val="FFFFFF"/>
                </a:solidFill>
                <a:latin typeface="DejaVu Sans"/>
                <a:ea typeface="DejaVu Sans"/>
                <a:cs typeface="DejaVu Sans"/>
              </a:defRPr>
            </a:lvl4pPr>
            <a:lvl5pPr algn="l">
              <a:defRPr sz="3300" b="1">
                <a:solidFill>
                  <a:srgbClr val="FFFFFF"/>
                </a:solidFill>
                <a:latin typeface="DejaVu Sans"/>
                <a:ea typeface="DejaVu Sans"/>
                <a:cs typeface="DejaVu Sans"/>
              </a:defRPr>
            </a:lvl5pPr>
            <a:lvl6pPr algn="l">
              <a:defRPr sz="3300" b="1">
                <a:solidFill>
                  <a:srgbClr val="FFFFFF"/>
                </a:solidFill>
                <a:latin typeface="DejaVu Sans"/>
                <a:ea typeface="DejaVu Sans"/>
                <a:cs typeface="DejaVu Sans"/>
              </a:defRPr>
            </a:lvl6pPr>
            <a:lvl7pPr algn="l">
              <a:defRPr sz="3300" b="1">
                <a:solidFill>
                  <a:srgbClr val="FFFFFF"/>
                </a:solidFill>
                <a:latin typeface="DejaVu Sans"/>
                <a:ea typeface="DejaVu Sans"/>
                <a:cs typeface="DejaVu Sans"/>
              </a:defRPr>
            </a:lvl7pPr>
            <a:lvl8pPr algn="l">
              <a:defRPr sz="3300" b="1">
                <a:solidFill>
                  <a:srgbClr val="FFFFFF"/>
                </a:solidFill>
                <a:latin typeface="DejaVu Sans"/>
                <a:ea typeface="DejaVu Sans"/>
                <a:cs typeface="DejaVu Sans"/>
              </a:defRPr>
            </a:lvl8pPr>
            <a:lvl9pPr algn="l">
              <a:defRPr sz="3300" b="1">
                <a:solidFill>
                  <a:srgbClr val="FFFFFF"/>
                </a:solidFill>
                <a:latin typeface="DejaVu Sans"/>
                <a:ea typeface="DejaVu Sans"/>
                <a:cs typeface="DejaVu Sans"/>
              </a:defRPr>
            </a:lvl9pPr>
          </a:lstStyle>
          <a:p xmlns:a="http://schemas.openxmlformats.org/drawingml/2006/main">
            <a:pPr algn="l">
              <a:defRPr sz="3300" b="1">
                <a:solidFill>
                  <a:srgbClr val="FFFFFF"/>
                </a:solidFill>
                <a:latin typeface="DejaVu Sans"/>
                <a:ea typeface="DejaVu Sans"/>
                <a:cs typeface="DejaVu Sans"/>
              </a:defRPr>
            </a:pPr>
            <a:r>
              <a:rPr sz="3300" b="1">
                <a:solidFill>
                  <a:srgbClr val="FFFFFF"/>
                </a:solidFill>
                <a:latin typeface="DejaVu Sans"/>
                <a:ea typeface="DejaVu Sans"/>
                <a:cs typeface="DejaVu Sans"/>
              </a:rPr>
              <a:t>Two additions, two testable hypotheses</a:t>
            </a:r>
          </a:p>
        </p:txBody>
      </p:sp>
      <p:sp>
        <p:nvSpPr>
          <p:cNvPr id="2" name="label-1207">
            <a:extLst xmlns:a="http://schemas.openxmlformats.org/drawingml/2006/main">
              <a:ext uri="{FF2B5EF4-FFF2-40B4-BE49-F238E27FC236}">
                <a16:creationId xmlns:a16="http://schemas.microsoft.com/office/drawing/2014/main" id="{EBB21944-48BC-40EC-BE12-0F3EAE332BBA}"/>
              </a:ext>
            </a:extLst>
          </p:cNvPr>
          <p:cNvSpPr>
            <a:spLocks xmlns:a="http://schemas.openxmlformats.org/drawingml/2006/main" noGrp="1"/>
          </p:cNvSpPr>
          <p:nvPr/>
        </p:nvSpPr>
        <p:spPr>
          <a:xfrm xmlns:a="http://schemas.openxmlformats.org/drawingml/2006/main">
            <a:off x="11144250" y="64674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A9B8CD"/>
                </a:solidFill>
                <a:latin typeface="DejaVu Sans"/>
                <a:ea typeface="DejaVu Sans"/>
                <a:cs typeface="DejaVu Sans"/>
              </a:defRPr>
            </a:defPPr>
            <a:lvl1pPr algn="r">
              <a:defRPr sz="1200" b="0">
                <a:solidFill>
                  <a:srgbClr val="A9B8CD"/>
                </a:solidFill>
                <a:latin typeface="DejaVu Sans"/>
                <a:ea typeface="DejaVu Sans"/>
                <a:cs typeface="DejaVu Sans"/>
              </a:defRPr>
            </a:lvl1pPr>
            <a:lvl2pPr algn="r">
              <a:defRPr sz="1200" b="0">
                <a:solidFill>
                  <a:srgbClr val="A9B8CD"/>
                </a:solidFill>
                <a:latin typeface="DejaVu Sans"/>
                <a:ea typeface="DejaVu Sans"/>
                <a:cs typeface="DejaVu Sans"/>
              </a:defRPr>
            </a:lvl2pPr>
            <a:lvl3pPr algn="r">
              <a:defRPr sz="1200" b="0">
                <a:solidFill>
                  <a:srgbClr val="A9B8CD"/>
                </a:solidFill>
                <a:latin typeface="DejaVu Sans"/>
                <a:ea typeface="DejaVu Sans"/>
                <a:cs typeface="DejaVu Sans"/>
              </a:defRPr>
            </a:lvl3pPr>
            <a:lvl4pPr algn="r">
              <a:defRPr sz="1200" b="0">
                <a:solidFill>
                  <a:srgbClr val="A9B8CD"/>
                </a:solidFill>
                <a:latin typeface="DejaVu Sans"/>
                <a:ea typeface="DejaVu Sans"/>
                <a:cs typeface="DejaVu Sans"/>
              </a:defRPr>
            </a:lvl4pPr>
            <a:lvl5pPr algn="r">
              <a:defRPr sz="1200" b="0">
                <a:solidFill>
                  <a:srgbClr val="A9B8CD"/>
                </a:solidFill>
                <a:latin typeface="DejaVu Sans"/>
                <a:ea typeface="DejaVu Sans"/>
                <a:cs typeface="DejaVu Sans"/>
              </a:defRPr>
            </a:lvl5pPr>
            <a:lvl6pPr algn="r">
              <a:defRPr sz="1200" b="0">
                <a:solidFill>
                  <a:srgbClr val="A9B8CD"/>
                </a:solidFill>
                <a:latin typeface="DejaVu Sans"/>
                <a:ea typeface="DejaVu Sans"/>
                <a:cs typeface="DejaVu Sans"/>
              </a:defRPr>
            </a:lvl6pPr>
            <a:lvl7pPr algn="r">
              <a:defRPr sz="1200" b="0">
                <a:solidFill>
                  <a:srgbClr val="A9B8CD"/>
                </a:solidFill>
                <a:latin typeface="DejaVu Sans"/>
                <a:ea typeface="DejaVu Sans"/>
                <a:cs typeface="DejaVu Sans"/>
              </a:defRPr>
            </a:lvl7pPr>
            <a:lvl8pPr algn="r">
              <a:defRPr sz="1200" b="0">
                <a:solidFill>
                  <a:srgbClr val="A9B8CD"/>
                </a:solidFill>
                <a:latin typeface="DejaVu Sans"/>
                <a:ea typeface="DejaVu Sans"/>
                <a:cs typeface="DejaVu Sans"/>
              </a:defRPr>
            </a:lvl8pPr>
            <a:lvl9pPr algn="r">
              <a:defRPr sz="1200" b="0">
                <a:solidFill>
                  <a:srgbClr val="A9B8CD"/>
                </a:solidFill>
                <a:latin typeface="DejaVu Sans"/>
                <a:ea typeface="DejaVu Sans"/>
                <a:cs typeface="DejaVu Sans"/>
              </a:defRPr>
            </a:lvl9pPr>
          </a:lstStyle>
          <a:p xmlns:a="http://schemas.openxmlformats.org/drawingml/2006/main">
            <a:pPr algn="r">
              <a:defRPr sz="1200" b="0">
                <a:solidFill>
                  <a:srgbClr val="A9B8CD"/>
                </a:solidFill>
                <a:latin typeface="DejaVu Sans"/>
                <a:ea typeface="DejaVu Sans"/>
                <a:cs typeface="DejaVu Sans"/>
              </a:defRPr>
            </a:pPr>
            <a:r>
              <a:rPr sz="1200" b="0">
                <a:solidFill>
                  <a:srgbClr val="A9B8CD"/>
                </a:solidFill>
                <a:latin typeface="DejaVu Sans"/>
                <a:ea typeface="DejaVu Sans"/>
                <a:cs typeface="DejaVu Sans"/>
              </a:rPr>
              <a:t>17</a:t>
            </a:r>
          </a:p>
        </p:txBody>
      </p:sp>
      <p:sp>
        <p:nvSpPr>
          <p:cNvPr id="3" name="label-1208">
            <a:extLst xmlns:a="http://schemas.openxmlformats.org/drawingml/2006/main">
              <a:ext uri="{FF2B5EF4-FFF2-40B4-BE49-F238E27FC236}">
                <a16:creationId xmlns:a16="http://schemas.microsoft.com/office/drawing/2014/main" id="{FFEB784C-F2E9-45FF-BC42-28AC2E9DF6C4}"/>
              </a:ext>
            </a:extLst>
          </p:cNvPr>
          <p:cNvSpPr>
            <a:spLocks xmlns:a="http://schemas.openxmlformats.org/drawingml/2006/main" noGrp="1"/>
          </p:cNvSpPr>
          <p:nvPr/>
        </p:nvSpPr>
        <p:spPr>
          <a:xfrm xmlns:a="http://schemas.openxmlformats.org/drawingml/2006/main">
            <a:off x="533400" y="1590675"/>
            <a:ext cx="51054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C9B5FF"/>
                </a:solidFill>
                <a:latin typeface="DejaVu Sans"/>
                <a:ea typeface="DejaVu Sans"/>
                <a:cs typeface="DejaVu Sans"/>
              </a:defRPr>
            </a:defPPr>
            <a:lvl1pPr algn="l">
              <a:defRPr sz="2550" b="1">
                <a:solidFill>
                  <a:srgbClr val="C9B5FF"/>
                </a:solidFill>
                <a:latin typeface="DejaVu Sans"/>
                <a:ea typeface="DejaVu Sans"/>
                <a:cs typeface="DejaVu Sans"/>
              </a:defRPr>
            </a:lvl1pPr>
            <a:lvl2pPr algn="l">
              <a:defRPr sz="2550" b="1">
                <a:solidFill>
                  <a:srgbClr val="C9B5FF"/>
                </a:solidFill>
                <a:latin typeface="DejaVu Sans"/>
                <a:ea typeface="DejaVu Sans"/>
                <a:cs typeface="DejaVu Sans"/>
              </a:defRPr>
            </a:lvl2pPr>
            <a:lvl3pPr algn="l">
              <a:defRPr sz="2550" b="1">
                <a:solidFill>
                  <a:srgbClr val="C9B5FF"/>
                </a:solidFill>
                <a:latin typeface="DejaVu Sans"/>
                <a:ea typeface="DejaVu Sans"/>
                <a:cs typeface="DejaVu Sans"/>
              </a:defRPr>
            </a:lvl3pPr>
            <a:lvl4pPr algn="l">
              <a:defRPr sz="2550" b="1">
                <a:solidFill>
                  <a:srgbClr val="C9B5FF"/>
                </a:solidFill>
                <a:latin typeface="DejaVu Sans"/>
                <a:ea typeface="DejaVu Sans"/>
                <a:cs typeface="DejaVu Sans"/>
              </a:defRPr>
            </a:lvl4pPr>
            <a:lvl5pPr algn="l">
              <a:defRPr sz="2550" b="1">
                <a:solidFill>
                  <a:srgbClr val="C9B5FF"/>
                </a:solidFill>
                <a:latin typeface="DejaVu Sans"/>
                <a:ea typeface="DejaVu Sans"/>
                <a:cs typeface="DejaVu Sans"/>
              </a:defRPr>
            </a:lvl5pPr>
            <a:lvl6pPr algn="l">
              <a:defRPr sz="2550" b="1">
                <a:solidFill>
                  <a:srgbClr val="C9B5FF"/>
                </a:solidFill>
                <a:latin typeface="DejaVu Sans"/>
                <a:ea typeface="DejaVu Sans"/>
                <a:cs typeface="DejaVu Sans"/>
              </a:defRPr>
            </a:lvl6pPr>
            <a:lvl7pPr algn="l">
              <a:defRPr sz="2550" b="1">
                <a:solidFill>
                  <a:srgbClr val="C9B5FF"/>
                </a:solidFill>
                <a:latin typeface="DejaVu Sans"/>
                <a:ea typeface="DejaVu Sans"/>
                <a:cs typeface="DejaVu Sans"/>
              </a:defRPr>
            </a:lvl7pPr>
            <a:lvl8pPr algn="l">
              <a:defRPr sz="2550" b="1">
                <a:solidFill>
                  <a:srgbClr val="C9B5FF"/>
                </a:solidFill>
                <a:latin typeface="DejaVu Sans"/>
                <a:ea typeface="DejaVu Sans"/>
                <a:cs typeface="DejaVu Sans"/>
              </a:defRPr>
            </a:lvl8pPr>
            <a:lvl9pPr algn="l">
              <a:defRPr sz="2550" b="1">
                <a:solidFill>
                  <a:srgbClr val="C9B5FF"/>
                </a:solidFill>
                <a:latin typeface="DejaVu Sans"/>
                <a:ea typeface="DejaVu Sans"/>
                <a:cs typeface="DejaVu Sans"/>
              </a:defRPr>
            </a:lvl9pPr>
          </a:lstStyle>
          <a:p xmlns:a="http://schemas.openxmlformats.org/drawingml/2006/main">
            <a:pPr algn="l">
              <a:defRPr sz="2550" b="1">
                <a:solidFill>
                  <a:srgbClr val="C9B5FF"/>
                </a:solidFill>
                <a:latin typeface="DejaVu Sans"/>
                <a:ea typeface="DejaVu Sans"/>
                <a:cs typeface="DejaVu Sans"/>
              </a:defRPr>
            </a:pPr>
            <a:r>
              <a:rPr sz="2550" b="1">
                <a:solidFill>
                  <a:srgbClr val="C9B5FF"/>
                </a:solidFill>
                <a:latin typeface="DejaVu Sans"/>
                <a:ea typeface="DejaVu Sans"/>
                <a:cs typeface="DejaVu Sans"/>
              </a:rPr>
              <a:t>Spatial fusion gate</a:t>
            </a:r>
          </a:p>
        </p:txBody>
      </p:sp>
      <p:sp>
        <p:nvSpPr>
          <p:cNvPr id="4" name="label-1209">
            <a:extLst xmlns:a="http://schemas.openxmlformats.org/drawingml/2006/main">
              <a:ext uri="{FF2B5EF4-FFF2-40B4-BE49-F238E27FC236}">
                <a16:creationId xmlns:a16="http://schemas.microsoft.com/office/drawing/2014/main" id="{AEB08E9F-63ED-4020-875D-419C0D79EAB9}"/>
              </a:ext>
            </a:extLst>
          </p:cNvPr>
          <p:cNvSpPr>
            <a:spLocks xmlns:a="http://schemas.openxmlformats.org/drawingml/2006/main" noGrp="1"/>
          </p:cNvSpPr>
          <p:nvPr/>
        </p:nvSpPr>
        <p:spPr>
          <a:xfrm xmlns:a="http://schemas.openxmlformats.org/drawingml/2006/main">
            <a:off x="6667500" y="1590675"/>
            <a:ext cx="49911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1">
                <a:solidFill>
                  <a:srgbClr val="C9B5FF"/>
                </a:solidFill>
                <a:latin typeface="DejaVu Sans"/>
                <a:ea typeface="DejaVu Sans"/>
                <a:cs typeface="DejaVu Sans"/>
              </a:defRPr>
            </a:defPPr>
            <a:lvl1pPr algn="l">
              <a:defRPr sz="2550" b="1">
                <a:solidFill>
                  <a:srgbClr val="C9B5FF"/>
                </a:solidFill>
                <a:latin typeface="DejaVu Sans"/>
                <a:ea typeface="DejaVu Sans"/>
                <a:cs typeface="DejaVu Sans"/>
              </a:defRPr>
            </a:lvl1pPr>
            <a:lvl2pPr algn="l">
              <a:defRPr sz="2550" b="1">
                <a:solidFill>
                  <a:srgbClr val="C9B5FF"/>
                </a:solidFill>
                <a:latin typeface="DejaVu Sans"/>
                <a:ea typeface="DejaVu Sans"/>
                <a:cs typeface="DejaVu Sans"/>
              </a:defRPr>
            </a:lvl2pPr>
            <a:lvl3pPr algn="l">
              <a:defRPr sz="2550" b="1">
                <a:solidFill>
                  <a:srgbClr val="C9B5FF"/>
                </a:solidFill>
                <a:latin typeface="DejaVu Sans"/>
                <a:ea typeface="DejaVu Sans"/>
                <a:cs typeface="DejaVu Sans"/>
              </a:defRPr>
            </a:lvl3pPr>
            <a:lvl4pPr algn="l">
              <a:defRPr sz="2550" b="1">
                <a:solidFill>
                  <a:srgbClr val="C9B5FF"/>
                </a:solidFill>
                <a:latin typeface="DejaVu Sans"/>
                <a:ea typeface="DejaVu Sans"/>
                <a:cs typeface="DejaVu Sans"/>
              </a:defRPr>
            </a:lvl4pPr>
            <a:lvl5pPr algn="l">
              <a:defRPr sz="2550" b="1">
                <a:solidFill>
                  <a:srgbClr val="C9B5FF"/>
                </a:solidFill>
                <a:latin typeface="DejaVu Sans"/>
                <a:ea typeface="DejaVu Sans"/>
                <a:cs typeface="DejaVu Sans"/>
              </a:defRPr>
            </a:lvl5pPr>
            <a:lvl6pPr algn="l">
              <a:defRPr sz="2550" b="1">
                <a:solidFill>
                  <a:srgbClr val="C9B5FF"/>
                </a:solidFill>
                <a:latin typeface="DejaVu Sans"/>
                <a:ea typeface="DejaVu Sans"/>
                <a:cs typeface="DejaVu Sans"/>
              </a:defRPr>
            </a:lvl6pPr>
            <a:lvl7pPr algn="l">
              <a:defRPr sz="2550" b="1">
                <a:solidFill>
                  <a:srgbClr val="C9B5FF"/>
                </a:solidFill>
                <a:latin typeface="DejaVu Sans"/>
                <a:ea typeface="DejaVu Sans"/>
                <a:cs typeface="DejaVu Sans"/>
              </a:defRPr>
            </a:lvl7pPr>
            <a:lvl8pPr algn="l">
              <a:defRPr sz="2550" b="1">
                <a:solidFill>
                  <a:srgbClr val="C9B5FF"/>
                </a:solidFill>
                <a:latin typeface="DejaVu Sans"/>
                <a:ea typeface="DejaVu Sans"/>
                <a:cs typeface="DejaVu Sans"/>
              </a:defRPr>
            </a:lvl8pPr>
            <a:lvl9pPr algn="l">
              <a:defRPr sz="2550" b="1">
                <a:solidFill>
                  <a:srgbClr val="C9B5FF"/>
                </a:solidFill>
                <a:latin typeface="DejaVu Sans"/>
                <a:ea typeface="DejaVu Sans"/>
                <a:cs typeface="DejaVu Sans"/>
              </a:defRPr>
            </a:lvl9pPr>
          </a:lstStyle>
          <a:p xmlns:a="http://schemas.openxmlformats.org/drawingml/2006/main">
            <a:pPr algn="l">
              <a:defRPr sz="2550" b="1">
                <a:solidFill>
                  <a:srgbClr val="C9B5FF"/>
                </a:solidFill>
                <a:latin typeface="DejaVu Sans"/>
                <a:ea typeface="DejaVu Sans"/>
                <a:cs typeface="DejaVu Sans"/>
              </a:defRPr>
            </a:pPr>
            <a:r>
              <a:rPr sz="2550" b="1">
                <a:solidFill>
                  <a:srgbClr val="C9B5FF"/>
                </a:solidFill>
                <a:latin typeface="DejaVu Sans"/>
                <a:ea typeface="DejaVu Sans"/>
                <a:cs typeface="DejaVu Sans"/>
              </a:rPr>
              <a:t>Local box refinement</a:t>
            </a:r>
          </a:p>
        </p:txBody>
      </p:sp>
      <p:sp>
        <p:nvSpPr>
          <p:cNvPr id="5" name="path-1210">
            <a:extLst xmlns:a="http://schemas.openxmlformats.org/drawingml/2006/main">
              <a:ext uri="{FF2B5EF4-FFF2-40B4-BE49-F238E27FC236}">
                <a16:creationId xmlns:a16="http://schemas.microsoft.com/office/drawing/2014/main" id="{392C4F15-37B0-4828-AFDF-35040DD5090B}"/>
              </a:ext>
            </a:extLst>
          </p:cNvPr>
          <p:cNvSpPr>
            <a:spLocks xmlns:a="http://schemas.openxmlformats.org/drawingml/2006/main" noGrp="1"/>
          </p:cNvSpPr>
          <p:nvPr/>
        </p:nvSpPr>
        <p:spPr>
          <a:xfrm xmlns:a="http://schemas.openxmlformats.org/drawingml/2006/main">
            <a:off x="752475" y="2371725"/>
            <a:ext cx="1181100" cy="133350"/>
          </a:xfrm>
          <a:custGeom xmlns:a="http://schemas.openxmlformats.org/drawingml/2006/main">
            <a:pathLst>
              <a:path w="1181100" h="133350">
                <a:moveTo>
                  <a:pt x="0" y="133350"/>
                </a:moveTo>
                <a:lnTo>
                  <a:pt x="133350" y="0"/>
                </a:lnTo>
                <a:lnTo>
                  <a:pt x="1181100" y="0"/>
                </a:lnTo>
                <a:lnTo>
                  <a:pt x="1047750" y="133350"/>
                </a:lnTo>
                <a:close/>
              </a:path>
            </a:pathLst>
          </a:custGeom>
          <a:solidFill xmlns:a="http://schemas.openxmlformats.org/drawingml/2006/main">
            <a:srgbClr val="1674D1">
              <a:lumMod val="35000"/>
              <a:lumOff val="65000"/>
            </a:srgbClr>
          </a:solidFill>
          <a:ln xmlns:a="http://schemas.openxmlformats.org/drawingml/2006/main" w="13335">
            <a:solidFill>
              <a:srgbClr val="1674D1"/>
            </a:solidFill>
            <a:prstDash val="solid"/>
          </a:ln>
        </p:spPr>
      </p:sp>
      <p:sp>
        <p:nvSpPr>
          <p:cNvPr id="6" name="path-1211">
            <a:extLst xmlns:a="http://schemas.openxmlformats.org/drawingml/2006/main">
              <a:ext uri="{FF2B5EF4-FFF2-40B4-BE49-F238E27FC236}">
                <a16:creationId xmlns:a16="http://schemas.microsoft.com/office/drawing/2014/main" id="{7DA2069F-7E20-474B-BA89-7C011FA4B0CB}"/>
              </a:ext>
            </a:extLst>
          </p:cNvPr>
          <p:cNvSpPr>
            <a:spLocks xmlns:a="http://schemas.openxmlformats.org/drawingml/2006/main" noGrp="1"/>
          </p:cNvSpPr>
          <p:nvPr/>
        </p:nvSpPr>
        <p:spPr>
          <a:xfrm xmlns:a="http://schemas.openxmlformats.org/drawingml/2006/main">
            <a:off x="1800225" y="2371725"/>
            <a:ext cx="133350" cy="990600"/>
          </a:xfrm>
          <a:custGeom xmlns:a="http://schemas.openxmlformats.org/drawingml/2006/main">
            <a:pathLst>
              <a:path w="133350" h="990600">
                <a:moveTo>
                  <a:pt x="0" y="133350"/>
                </a:moveTo>
                <a:lnTo>
                  <a:pt x="133350" y="0"/>
                </a:lnTo>
                <a:lnTo>
                  <a:pt x="133350" y="857250"/>
                </a:lnTo>
                <a:lnTo>
                  <a:pt x="0" y="990600"/>
                </a:lnTo>
                <a:close/>
              </a:path>
            </a:pathLst>
          </a:custGeom>
          <a:solidFill xmlns:a="http://schemas.openxmlformats.org/drawingml/2006/main">
            <a:srgbClr val="1674D1">
              <a:lumMod val="65000"/>
              <a:lumOff val="35000"/>
            </a:srgbClr>
          </a:solidFill>
          <a:ln xmlns:a="http://schemas.openxmlformats.org/drawingml/2006/main" w="13335">
            <a:solidFill>
              <a:srgbClr val="1674D1"/>
            </a:solidFill>
            <a:prstDash val="solid"/>
          </a:ln>
        </p:spPr>
      </p:sp>
      <p:sp>
        <p:nvSpPr>
          <p:cNvPr id="7" name="shape-1212">
            <a:extLst xmlns:a="http://schemas.openxmlformats.org/drawingml/2006/main">
              <a:ext uri="{FF2B5EF4-FFF2-40B4-BE49-F238E27FC236}">
                <a16:creationId xmlns:a16="http://schemas.microsoft.com/office/drawing/2014/main" id="{253EF50F-3618-47F3-99A2-24D852838E55}"/>
              </a:ext>
            </a:extLst>
          </p:cNvPr>
          <p:cNvSpPr>
            <a:spLocks xmlns:a="http://schemas.openxmlformats.org/drawingml/2006/main" noGrp="1"/>
          </p:cNvSpPr>
          <p:nvPr/>
        </p:nvSpPr>
        <p:spPr>
          <a:xfrm xmlns:a="http://schemas.openxmlformats.org/drawingml/2006/main" rot="0">
            <a:off x="752475" y="2505075"/>
            <a:ext cx="1047750" cy="857250"/>
          </a:xfrm>
          <a:prstGeom xmlns:a="http://schemas.openxmlformats.org/drawingml/2006/main" prst="rect">
            <a:avLst/>
          </a:prstGeom>
          <a:solidFill xmlns:a="http://schemas.openxmlformats.org/drawingml/2006/main">
            <a:srgbClr val="1674D1">
              <a:lumMod val="18000"/>
              <a:lumOff val="82000"/>
            </a:srgbClr>
          </a:solidFill>
          <a:ln xmlns:a="http://schemas.openxmlformats.org/drawingml/2006/main" w="15240">
            <a:solidFill>
              <a:srgbClr val="1674D1"/>
            </a:solidFill>
            <a:prstDash val="solid"/>
          </a:ln>
        </p:spPr>
      </p:sp>
      <p:sp>
        <p:nvSpPr>
          <p:cNvPr id="8" name="path-1213">
            <a:extLst xmlns:a="http://schemas.openxmlformats.org/drawingml/2006/main">
              <a:ext uri="{FF2B5EF4-FFF2-40B4-BE49-F238E27FC236}">
                <a16:creationId xmlns:a16="http://schemas.microsoft.com/office/drawing/2014/main" id="{ED48FBFA-E89A-4F20-B1CE-E25F4B891636}"/>
              </a:ext>
            </a:extLst>
          </p:cNvPr>
          <p:cNvSpPr>
            <a:spLocks xmlns:a="http://schemas.openxmlformats.org/drawingml/2006/main" noGrp="1"/>
          </p:cNvSpPr>
          <p:nvPr/>
        </p:nvSpPr>
        <p:spPr>
          <a:xfrm xmlns:a="http://schemas.openxmlformats.org/drawingml/2006/main">
            <a:off x="1014413" y="2505075"/>
            <a:ext cx="953" cy="857250"/>
          </a:xfrm>
          <a:custGeom xmlns:a="http://schemas.openxmlformats.org/drawingml/2006/main">
            <a:pathLst>
              <a:path w="953" h="857250">
                <a:moveTo>
                  <a:pt x="0" y="0"/>
                </a:moveTo>
                <a:lnTo>
                  <a:pt x="0" y="85725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9" name="path-1214">
            <a:extLst xmlns:a="http://schemas.openxmlformats.org/drawingml/2006/main">
              <a:ext uri="{FF2B5EF4-FFF2-40B4-BE49-F238E27FC236}">
                <a16:creationId xmlns:a16="http://schemas.microsoft.com/office/drawing/2014/main" id="{DD1E6FDC-2538-4948-889F-DD51F7FF7A44}"/>
              </a:ext>
            </a:extLst>
          </p:cNvPr>
          <p:cNvSpPr>
            <a:spLocks xmlns:a="http://schemas.openxmlformats.org/drawingml/2006/main" noGrp="1"/>
          </p:cNvSpPr>
          <p:nvPr/>
        </p:nvSpPr>
        <p:spPr>
          <a:xfrm xmlns:a="http://schemas.openxmlformats.org/drawingml/2006/main">
            <a:off x="1276350" y="2505075"/>
            <a:ext cx="953" cy="857250"/>
          </a:xfrm>
          <a:custGeom xmlns:a="http://schemas.openxmlformats.org/drawingml/2006/main">
            <a:pathLst>
              <a:path w="953" h="857250">
                <a:moveTo>
                  <a:pt x="0" y="0"/>
                </a:moveTo>
                <a:lnTo>
                  <a:pt x="0" y="85725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10" name="path-1215">
            <a:extLst xmlns:a="http://schemas.openxmlformats.org/drawingml/2006/main">
              <a:ext uri="{FF2B5EF4-FFF2-40B4-BE49-F238E27FC236}">
                <a16:creationId xmlns:a16="http://schemas.microsoft.com/office/drawing/2014/main" id="{79460601-907F-4906-9FEE-2320CE73DCC5}"/>
              </a:ext>
            </a:extLst>
          </p:cNvPr>
          <p:cNvSpPr>
            <a:spLocks xmlns:a="http://schemas.openxmlformats.org/drawingml/2006/main" noGrp="1"/>
          </p:cNvSpPr>
          <p:nvPr/>
        </p:nvSpPr>
        <p:spPr>
          <a:xfrm xmlns:a="http://schemas.openxmlformats.org/drawingml/2006/main">
            <a:off x="1538288" y="2505075"/>
            <a:ext cx="953" cy="857250"/>
          </a:xfrm>
          <a:custGeom xmlns:a="http://schemas.openxmlformats.org/drawingml/2006/main">
            <a:pathLst>
              <a:path w="953" h="857250">
                <a:moveTo>
                  <a:pt x="0" y="0"/>
                </a:moveTo>
                <a:lnTo>
                  <a:pt x="0" y="85725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11" name="path-1216">
            <a:extLst xmlns:a="http://schemas.openxmlformats.org/drawingml/2006/main">
              <a:ext uri="{FF2B5EF4-FFF2-40B4-BE49-F238E27FC236}">
                <a16:creationId xmlns:a16="http://schemas.microsoft.com/office/drawing/2014/main" id="{6B1D333E-F36B-4D43-B7BF-D9695836043D}"/>
              </a:ext>
            </a:extLst>
          </p:cNvPr>
          <p:cNvSpPr>
            <a:spLocks xmlns:a="http://schemas.openxmlformats.org/drawingml/2006/main" noGrp="1"/>
          </p:cNvSpPr>
          <p:nvPr/>
        </p:nvSpPr>
        <p:spPr>
          <a:xfrm xmlns:a="http://schemas.openxmlformats.org/drawingml/2006/main">
            <a:off x="752475" y="2719388"/>
            <a:ext cx="1047750" cy="953"/>
          </a:xfrm>
          <a:custGeom xmlns:a="http://schemas.openxmlformats.org/drawingml/2006/main">
            <a:pathLst>
              <a:path w="1047750" h="953">
                <a:moveTo>
                  <a:pt x="0" y="0"/>
                </a:moveTo>
                <a:lnTo>
                  <a:pt x="1047750" y="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12" name="path-1217">
            <a:extLst xmlns:a="http://schemas.openxmlformats.org/drawingml/2006/main">
              <a:ext uri="{FF2B5EF4-FFF2-40B4-BE49-F238E27FC236}">
                <a16:creationId xmlns:a16="http://schemas.microsoft.com/office/drawing/2014/main" id="{3B710DCB-8C2E-47F0-9B6E-5A6B2F38C2ED}"/>
              </a:ext>
            </a:extLst>
          </p:cNvPr>
          <p:cNvSpPr>
            <a:spLocks xmlns:a="http://schemas.openxmlformats.org/drawingml/2006/main" noGrp="1"/>
          </p:cNvSpPr>
          <p:nvPr/>
        </p:nvSpPr>
        <p:spPr>
          <a:xfrm xmlns:a="http://schemas.openxmlformats.org/drawingml/2006/main">
            <a:off x="752475" y="2933700"/>
            <a:ext cx="1047750" cy="953"/>
          </a:xfrm>
          <a:custGeom xmlns:a="http://schemas.openxmlformats.org/drawingml/2006/main">
            <a:pathLst>
              <a:path w="1047750" h="953">
                <a:moveTo>
                  <a:pt x="0" y="0"/>
                </a:moveTo>
                <a:lnTo>
                  <a:pt x="1047750" y="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13" name="path-1218">
            <a:extLst xmlns:a="http://schemas.openxmlformats.org/drawingml/2006/main">
              <a:ext uri="{FF2B5EF4-FFF2-40B4-BE49-F238E27FC236}">
                <a16:creationId xmlns:a16="http://schemas.microsoft.com/office/drawing/2014/main" id="{70DFCDE3-D666-4DB4-B08A-0E4CC28768CF}"/>
              </a:ext>
            </a:extLst>
          </p:cNvPr>
          <p:cNvSpPr>
            <a:spLocks xmlns:a="http://schemas.openxmlformats.org/drawingml/2006/main" noGrp="1"/>
          </p:cNvSpPr>
          <p:nvPr/>
        </p:nvSpPr>
        <p:spPr>
          <a:xfrm xmlns:a="http://schemas.openxmlformats.org/drawingml/2006/main">
            <a:off x="752475" y="3148013"/>
            <a:ext cx="1047750" cy="953"/>
          </a:xfrm>
          <a:custGeom xmlns:a="http://schemas.openxmlformats.org/drawingml/2006/main">
            <a:pathLst>
              <a:path w="1047750" h="953">
                <a:moveTo>
                  <a:pt x="0" y="0"/>
                </a:moveTo>
                <a:lnTo>
                  <a:pt x="1047750" y="0"/>
                </a:lnTo>
              </a:path>
            </a:pathLst>
          </a:custGeom>
          <a:noFill xmlns:a="http://schemas.openxmlformats.org/drawingml/2006/main"/>
          <a:ln xmlns:a="http://schemas.openxmlformats.org/drawingml/2006/main" w="6668">
            <a:solidFill>
              <a:srgbClr val="1674D1">
                <a:lumMod val="45000"/>
                <a:lumOff val="55000"/>
              </a:srgbClr>
            </a:solidFill>
            <a:prstDash val="solid"/>
          </a:ln>
        </p:spPr>
      </p:sp>
      <p:sp>
        <p:nvSpPr>
          <p:cNvPr id="14" name="label-1219">
            <a:extLst xmlns:a="http://schemas.openxmlformats.org/drawingml/2006/main">
              <a:ext uri="{FF2B5EF4-FFF2-40B4-BE49-F238E27FC236}">
                <a16:creationId xmlns:a16="http://schemas.microsoft.com/office/drawing/2014/main" id="{57DFD6A9-95B2-4140-A524-BA967B0D2BD5}"/>
              </a:ext>
            </a:extLst>
          </p:cNvPr>
          <p:cNvSpPr>
            <a:spLocks xmlns:a="http://schemas.openxmlformats.org/drawingml/2006/main" noGrp="1"/>
          </p:cNvSpPr>
          <p:nvPr/>
        </p:nvSpPr>
        <p:spPr>
          <a:xfrm xmlns:a="http://schemas.openxmlformats.org/drawingml/2006/main">
            <a:off x="790575" y="2581275"/>
            <a:ext cx="9715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1674D1"/>
                </a:solidFill>
                <a:latin typeface="DejaVu Sans"/>
                <a:ea typeface="DejaVu Sans"/>
                <a:cs typeface="DejaVu Sans"/>
              </a:defRPr>
            </a:defPPr>
            <a:lvl1pPr algn="ctr">
              <a:defRPr sz="1725" b="1">
                <a:solidFill>
                  <a:srgbClr val="1674D1"/>
                </a:solidFill>
                <a:latin typeface="DejaVu Sans"/>
                <a:ea typeface="DejaVu Sans"/>
                <a:cs typeface="DejaVu Sans"/>
              </a:defRPr>
            </a:lvl1pPr>
            <a:lvl2pPr algn="ctr">
              <a:defRPr sz="1725" b="1">
                <a:solidFill>
                  <a:srgbClr val="1674D1"/>
                </a:solidFill>
                <a:latin typeface="DejaVu Sans"/>
                <a:ea typeface="DejaVu Sans"/>
                <a:cs typeface="DejaVu Sans"/>
              </a:defRPr>
            </a:lvl2pPr>
            <a:lvl3pPr algn="ctr">
              <a:defRPr sz="1725" b="1">
                <a:solidFill>
                  <a:srgbClr val="1674D1"/>
                </a:solidFill>
                <a:latin typeface="DejaVu Sans"/>
                <a:ea typeface="DejaVu Sans"/>
                <a:cs typeface="DejaVu Sans"/>
              </a:defRPr>
            </a:lvl3pPr>
            <a:lvl4pPr algn="ctr">
              <a:defRPr sz="1725" b="1">
                <a:solidFill>
                  <a:srgbClr val="1674D1"/>
                </a:solidFill>
                <a:latin typeface="DejaVu Sans"/>
                <a:ea typeface="DejaVu Sans"/>
                <a:cs typeface="DejaVu Sans"/>
              </a:defRPr>
            </a:lvl4pPr>
            <a:lvl5pPr algn="ctr">
              <a:defRPr sz="1725" b="1">
                <a:solidFill>
                  <a:srgbClr val="1674D1"/>
                </a:solidFill>
                <a:latin typeface="DejaVu Sans"/>
                <a:ea typeface="DejaVu Sans"/>
                <a:cs typeface="DejaVu Sans"/>
              </a:defRPr>
            </a:lvl5pPr>
            <a:lvl6pPr algn="ctr">
              <a:defRPr sz="1725" b="1">
                <a:solidFill>
                  <a:srgbClr val="1674D1"/>
                </a:solidFill>
                <a:latin typeface="DejaVu Sans"/>
                <a:ea typeface="DejaVu Sans"/>
                <a:cs typeface="DejaVu Sans"/>
              </a:defRPr>
            </a:lvl6pPr>
            <a:lvl7pPr algn="ctr">
              <a:defRPr sz="1725" b="1">
                <a:solidFill>
                  <a:srgbClr val="1674D1"/>
                </a:solidFill>
                <a:latin typeface="DejaVu Sans"/>
                <a:ea typeface="DejaVu Sans"/>
                <a:cs typeface="DejaVu Sans"/>
              </a:defRPr>
            </a:lvl7pPr>
            <a:lvl8pPr algn="ctr">
              <a:defRPr sz="1725" b="1">
                <a:solidFill>
                  <a:srgbClr val="1674D1"/>
                </a:solidFill>
                <a:latin typeface="DejaVu Sans"/>
                <a:ea typeface="DejaVu Sans"/>
                <a:cs typeface="DejaVu Sans"/>
              </a:defRPr>
            </a:lvl8pPr>
            <a:lvl9pPr algn="ctr">
              <a:defRPr sz="1725" b="1">
                <a:solidFill>
                  <a:srgbClr val="1674D1"/>
                </a:solidFill>
                <a:latin typeface="DejaVu Sans"/>
                <a:ea typeface="DejaVu Sans"/>
                <a:cs typeface="DejaVu Sans"/>
              </a:defRPr>
            </a:lvl9pPr>
          </a:lstStyle>
          <a:p xmlns:a="http://schemas.openxmlformats.org/drawingml/2006/main">
            <a:pPr algn="ctr">
              <a:defRPr sz="1725" b="1">
                <a:solidFill>
                  <a:srgbClr val="1674D1"/>
                </a:solidFill>
                <a:latin typeface="DejaVu Sans"/>
                <a:ea typeface="DejaVu Sans"/>
                <a:cs typeface="DejaVu Sans"/>
              </a:defRPr>
            </a:pPr>
            <a:r>
              <a:rPr sz="1725" b="1">
                <a:solidFill>
                  <a:srgbClr val="1674D1"/>
                </a:solidFill>
                <a:latin typeface="DejaVu Sans"/>
                <a:ea typeface="DejaVu Sans"/>
                <a:cs typeface="DejaVu Sans"/>
              </a:rPr>
              <a:t>U</a:t>
            </a:r>
          </a:p>
        </p:txBody>
      </p:sp>
      <p:sp>
        <p:nvSpPr>
          <p:cNvPr id="15" name="path-1220">
            <a:extLst xmlns:a="http://schemas.openxmlformats.org/drawingml/2006/main">
              <a:ext uri="{FF2B5EF4-FFF2-40B4-BE49-F238E27FC236}">
                <a16:creationId xmlns:a16="http://schemas.microsoft.com/office/drawing/2014/main" id="{7A3CF019-2F61-42B9-81AB-16FBE0AA3955}"/>
              </a:ext>
            </a:extLst>
          </p:cNvPr>
          <p:cNvSpPr>
            <a:spLocks xmlns:a="http://schemas.openxmlformats.org/drawingml/2006/main" noGrp="1"/>
          </p:cNvSpPr>
          <p:nvPr/>
        </p:nvSpPr>
        <p:spPr>
          <a:xfrm xmlns:a="http://schemas.openxmlformats.org/drawingml/2006/main">
            <a:off x="2943225" y="2371725"/>
            <a:ext cx="1181100" cy="133350"/>
          </a:xfrm>
          <a:custGeom xmlns:a="http://schemas.openxmlformats.org/drawingml/2006/main">
            <a:pathLst>
              <a:path w="1181100" h="133350">
                <a:moveTo>
                  <a:pt x="0" y="133350"/>
                </a:moveTo>
                <a:lnTo>
                  <a:pt x="133350" y="0"/>
                </a:lnTo>
                <a:lnTo>
                  <a:pt x="1181100" y="0"/>
                </a:lnTo>
                <a:lnTo>
                  <a:pt x="1047750" y="133350"/>
                </a:lnTo>
                <a:close/>
              </a:path>
            </a:pathLst>
          </a:custGeom>
          <a:solidFill xmlns:a="http://schemas.openxmlformats.org/drawingml/2006/main">
            <a:srgbClr val="C86A1B">
              <a:lumMod val="35000"/>
              <a:lumOff val="65000"/>
            </a:srgbClr>
          </a:solidFill>
          <a:ln xmlns:a="http://schemas.openxmlformats.org/drawingml/2006/main" w="13335">
            <a:solidFill>
              <a:srgbClr val="C86A1B"/>
            </a:solidFill>
            <a:prstDash val="solid"/>
          </a:ln>
        </p:spPr>
      </p:sp>
      <p:sp>
        <p:nvSpPr>
          <p:cNvPr id="16" name="path-1221">
            <a:extLst xmlns:a="http://schemas.openxmlformats.org/drawingml/2006/main">
              <a:ext uri="{FF2B5EF4-FFF2-40B4-BE49-F238E27FC236}">
                <a16:creationId xmlns:a16="http://schemas.microsoft.com/office/drawing/2014/main" id="{ACFF588F-7982-4AF9-9A85-16380A95833E}"/>
              </a:ext>
            </a:extLst>
          </p:cNvPr>
          <p:cNvSpPr>
            <a:spLocks xmlns:a="http://schemas.openxmlformats.org/drawingml/2006/main" noGrp="1"/>
          </p:cNvSpPr>
          <p:nvPr/>
        </p:nvSpPr>
        <p:spPr>
          <a:xfrm xmlns:a="http://schemas.openxmlformats.org/drawingml/2006/main">
            <a:off x="3990975" y="2371725"/>
            <a:ext cx="133350" cy="990600"/>
          </a:xfrm>
          <a:custGeom xmlns:a="http://schemas.openxmlformats.org/drawingml/2006/main">
            <a:pathLst>
              <a:path w="133350" h="990600">
                <a:moveTo>
                  <a:pt x="0" y="133350"/>
                </a:moveTo>
                <a:lnTo>
                  <a:pt x="133350" y="0"/>
                </a:lnTo>
                <a:lnTo>
                  <a:pt x="133350" y="857250"/>
                </a:lnTo>
                <a:lnTo>
                  <a:pt x="0" y="990600"/>
                </a:lnTo>
                <a:close/>
              </a:path>
            </a:pathLst>
          </a:custGeom>
          <a:solidFill xmlns:a="http://schemas.openxmlformats.org/drawingml/2006/main">
            <a:srgbClr val="C86A1B">
              <a:lumMod val="65000"/>
              <a:lumOff val="35000"/>
            </a:srgbClr>
          </a:solidFill>
          <a:ln xmlns:a="http://schemas.openxmlformats.org/drawingml/2006/main" w="13335">
            <a:solidFill>
              <a:srgbClr val="C86A1B"/>
            </a:solidFill>
            <a:prstDash val="solid"/>
          </a:ln>
        </p:spPr>
      </p:sp>
      <p:sp>
        <p:nvSpPr>
          <p:cNvPr id="17" name="shape-1222">
            <a:extLst xmlns:a="http://schemas.openxmlformats.org/drawingml/2006/main">
              <a:ext uri="{FF2B5EF4-FFF2-40B4-BE49-F238E27FC236}">
                <a16:creationId xmlns:a16="http://schemas.microsoft.com/office/drawing/2014/main" id="{026A006B-EC6A-4723-8812-49971EDE7AD4}"/>
              </a:ext>
            </a:extLst>
          </p:cNvPr>
          <p:cNvSpPr>
            <a:spLocks xmlns:a="http://schemas.openxmlformats.org/drawingml/2006/main" noGrp="1"/>
          </p:cNvSpPr>
          <p:nvPr/>
        </p:nvSpPr>
        <p:spPr>
          <a:xfrm xmlns:a="http://schemas.openxmlformats.org/drawingml/2006/main" rot="0">
            <a:off x="2943225" y="2505075"/>
            <a:ext cx="1047750" cy="857250"/>
          </a:xfrm>
          <a:prstGeom xmlns:a="http://schemas.openxmlformats.org/drawingml/2006/main" prst="rect">
            <a:avLst/>
          </a:prstGeom>
          <a:solidFill xmlns:a="http://schemas.openxmlformats.org/drawingml/2006/main">
            <a:srgbClr val="C86A1B">
              <a:lumMod val="18000"/>
              <a:lumOff val="82000"/>
            </a:srgbClr>
          </a:solidFill>
          <a:ln xmlns:a="http://schemas.openxmlformats.org/drawingml/2006/main" w="15240">
            <a:solidFill>
              <a:srgbClr val="C86A1B"/>
            </a:solidFill>
            <a:prstDash val="solid"/>
          </a:ln>
        </p:spPr>
      </p:sp>
      <p:sp>
        <p:nvSpPr>
          <p:cNvPr id="18" name="path-1223">
            <a:extLst xmlns:a="http://schemas.openxmlformats.org/drawingml/2006/main">
              <a:ext uri="{FF2B5EF4-FFF2-40B4-BE49-F238E27FC236}">
                <a16:creationId xmlns:a16="http://schemas.microsoft.com/office/drawing/2014/main" id="{1651F100-0AAB-4AAC-86CD-A76DF0DD48AB}"/>
              </a:ext>
            </a:extLst>
          </p:cNvPr>
          <p:cNvSpPr>
            <a:spLocks xmlns:a="http://schemas.openxmlformats.org/drawingml/2006/main" noGrp="1"/>
          </p:cNvSpPr>
          <p:nvPr/>
        </p:nvSpPr>
        <p:spPr>
          <a:xfrm xmlns:a="http://schemas.openxmlformats.org/drawingml/2006/main">
            <a:off x="3205163" y="2505075"/>
            <a:ext cx="953" cy="857250"/>
          </a:xfrm>
          <a:custGeom xmlns:a="http://schemas.openxmlformats.org/drawingml/2006/main">
            <a:pathLst>
              <a:path w="953" h="857250">
                <a:moveTo>
                  <a:pt x="0" y="0"/>
                </a:moveTo>
                <a:lnTo>
                  <a:pt x="0" y="857250"/>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19" name="path-1224">
            <a:extLst xmlns:a="http://schemas.openxmlformats.org/drawingml/2006/main">
              <a:ext uri="{FF2B5EF4-FFF2-40B4-BE49-F238E27FC236}">
                <a16:creationId xmlns:a16="http://schemas.microsoft.com/office/drawing/2014/main" id="{72EAAF05-46DB-4E16-A31E-D6AAA80181A4}"/>
              </a:ext>
            </a:extLst>
          </p:cNvPr>
          <p:cNvSpPr>
            <a:spLocks xmlns:a="http://schemas.openxmlformats.org/drawingml/2006/main" noGrp="1"/>
          </p:cNvSpPr>
          <p:nvPr/>
        </p:nvSpPr>
        <p:spPr>
          <a:xfrm xmlns:a="http://schemas.openxmlformats.org/drawingml/2006/main">
            <a:off x="3467100" y="2505075"/>
            <a:ext cx="953" cy="857250"/>
          </a:xfrm>
          <a:custGeom xmlns:a="http://schemas.openxmlformats.org/drawingml/2006/main">
            <a:pathLst>
              <a:path w="953" h="857250">
                <a:moveTo>
                  <a:pt x="0" y="0"/>
                </a:moveTo>
                <a:lnTo>
                  <a:pt x="0" y="857250"/>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20" name="path-1225">
            <a:extLst xmlns:a="http://schemas.openxmlformats.org/drawingml/2006/main">
              <a:ext uri="{FF2B5EF4-FFF2-40B4-BE49-F238E27FC236}">
                <a16:creationId xmlns:a16="http://schemas.microsoft.com/office/drawing/2014/main" id="{B9B84823-EE6D-447C-B018-C1053E631722}"/>
              </a:ext>
            </a:extLst>
          </p:cNvPr>
          <p:cNvSpPr>
            <a:spLocks xmlns:a="http://schemas.openxmlformats.org/drawingml/2006/main" noGrp="1"/>
          </p:cNvSpPr>
          <p:nvPr/>
        </p:nvSpPr>
        <p:spPr>
          <a:xfrm xmlns:a="http://schemas.openxmlformats.org/drawingml/2006/main">
            <a:off x="3729038" y="2505075"/>
            <a:ext cx="953" cy="857250"/>
          </a:xfrm>
          <a:custGeom xmlns:a="http://schemas.openxmlformats.org/drawingml/2006/main">
            <a:pathLst>
              <a:path w="953" h="857250">
                <a:moveTo>
                  <a:pt x="0" y="0"/>
                </a:moveTo>
                <a:lnTo>
                  <a:pt x="0" y="857250"/>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21" name="path-1226">
            <a:extLst xmlns:a="http://schemas.openxmlformats.org/drawingml/2006/main">
              <a:ext uri="{FF2B5EF4-FFF2-40B4-BE49-F238E27FC236}">
                <a16:creationId xmlns:a16="http://schemas.microsoft.com/office/drawing/2014/main" id="{C9DE7158-F1E0-40D7-AF6B-A23F8E31DC98}"/>
              </a:ext>
            </a:extLst>
          </p:cNvPr>
          <p:cNvSpPr>
            <a:spLocks xmlns:a="http://schemas.openxmlformats.org/drawingml/2006/main" noGrp="1"/>
          </p:cNvSpPr>
          <p:nvPr/>
        </p:nvSpPr>
        <p:spPr>
          <a:xfrm xmlns:a="http://schemas.openxmlformats.org/drawingml/2006/main">
            <a:off x="2943225" y="2719388"/>
            <a:ext cx="1047750" cy="953"/>
          </a:xfrm>
          <a:custGeom xmlns:a="http://schemas.openxmlformats.org/drawingml/2006/main">
            <a:pathLst>
              <a:path w="1047750" h="953">
                <a:moveTo>
                  <a:pt x="0" y="0"/>
                </a:moveTo>
                <a:lnTo>
                  <a:pt x="1047750" y="0"/>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22" name="path-1227">
            <a:extLst xmlns:a="http://schemas.openxmlformats.org/drawingml/2006/main">
              <a:ext uri="{FF2B5EF4-FFF2-40B4-BE49-F238E27FC236}">
                <a16:creationId xmlns:a16="http://schemas.microsoft.com/office/drawing/2014/main" id="{D668D47D-1AE4-460D-8C3A-74DF18C019CE}"/>
              </a:ext>
            </a:extLst>
          </p:cNvPr>
          <p:cNvSpPr>
            <a:spLocks xmlns:a="http://schemas.openxmlformats.org/drawingml/2006/main" noGrp="1"/>
          </p:cNvSpPr>
          <p:nvPr/>
        </p:nvSpPr>
        <p:spPr>
          <a:xfrm xmlns:a="http://schemas.openxmlformats.org/drawingml/2006/main">
            <a:off x="2943225" y="2933700"/>
            <a:ext cx="1047750" cy="953"/>
          </a:xfrm>
          <a:custGeom xmlns:a="http://schemas.openxmlformats.org/drawingml/2006/main">
            <a:pathLst>
              <a:path w="1047750" h="953">
                <a:moveTo>
                  <a:pt x="0" y="0"/>
                </a:moveTo>
                <a:lnTo>
                  <a:pt x="1047750" y="0"/>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23" name="path-1228">
            <a:extLst xmlns:a="http://schemas.openxmlformats.org/drawingml/2006/main">
              <a:ext uri="{FF2B5EF4-FFF2-40B4-BE49-F238E27FC236}">
                <a16:creationId xmlns:a16="http://schemas.microsoft.com/office/drawing/2014/main" id="{5F7EFD10-896B-43D4-88F6-3F69D42EC255}"/>
              </a:ext>
            </a:extLst>
          </p:cNvPr>
          <p:cNvSpPr>
            <a:spLocks xmlns:a="http://schemas.openxmlformats.org/drawingml/2006/main" noGrp="1"/>
          </p:cNvSpPr>
          <p:nvPr/>
        </p:nvSpPr>
        <p:spPr>
          <a:xfrm xmlns:a="http://schemas.openxmlformats.org/drawingml/2006/main">
            <a:off x="2943225" y="3148013"/>
            <a:ext cx="1047750" cy="953"/>
          </a:xfrm>
          <a:custGeom xmlns:a="http://schemas.openxmlformats.org/drawingml/2006/main">
            <a:pathLst>
              <a:path w="1047750" h="953">
                <a:moveTo>
                  <a:pt x="0" y="0"/>
                </a:moveTo>
                <a:lnTo>
                  <a:pt x="1047750" y="0"/>
                </a:lnTo>
              </a:path>
            </a:pathLst>
          </a:custGeom>
          <a:noFill xmlns:a="http://schemas.openxmlformats.org/drawingml/2006/main"/>
          <a:ln xmlns:a="http://schemas.openxmlformats.org/drawingml/2006/main" w="6668">
            <a:solidFill>
              <a:srgbClr val="C86A1B">
                <a:lumMod val="45000"/>
                <a:lumOff val="55000"/>
              </a:srgbClr>
            </a:solidFill>
            <a:prstDash val="solid"/>
          </a:ln>
        </p:spPr>
      </p:sp>
      <p:sp>
        <p:nvSpPr>
          <p:cNvPr id="24" name="label-1229">
            <a:extLst xmlns:a="http://schemas.openxmlformats.org/drawingml/2006/main">
              <a:ext uri="{FF2B5EF4-FFF2-40B4-BE49-F238E27FC236}">
                <a16:creationId xmlns:a16="http://schemas.microsoft.com/office/drawing/2014/main" id="{F7B4B505-53A9-4D05-BF35-D64495595DFF}"/>
              </a:ext>
            </a:extLst>
          </p:cNvPr>
          <p:cNvSpPr>
            <a:spLocks xmlns:a="http://schemas.openxmlformats.org/drawingml/2006/main" noGrp="1"/>
          </p:cNvSpPr>
          <p:nvPr/>
        </p:nvSpPr>
        <p:spPr>
          <a:xfrm xmlns:a="http://schemas.openxmlformats.org/drawingml/2006/main">
            <a:off x="2981325" y="2581275"/>
            <a:ext cx="9715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C86A1B"/>
                </a:solidFill>
                <a:latin typeface="DejaVu Sans"/>
                <a:ea typeface="DejaVu Sans"/>
                <a:cs typeface="DejaVu Sans"/>
              </a:defRPr>
            </a:defPPr>
            <a:lvl1pPr algn="ctr">
              <a:defRPr sz="1725" b="1">
                <a:solidFill>
                  <a:srgbClr val="C86A1B"/>
                </a:solidFill>
                <a:latin typeface="DejaVu Sans"/>
                <a:ea typeface="DejaVu Sans"/>
                <a:cs typeface="DejaVu Sans"/>
              </a:defRPr>
            </a:lvl1pPr>
            <a:lvl2pPr algn="ctr">
              <a:defRPr sz="1725" b="1">
                <a:solidFill>
                  <a:srgbClr val="C86A1B"/>
                </a:solidFill>
                <a:latin typeface="DejaVu Sans"/>
                <a:ea typeface="DejaVu Sans"/>
                <a:cs typeface="DejaVu Sans"/>
              </a:defRPr>
            </a:lvl2pPr>
            <a:lvl3pPr algn="ctr">
              <a:defRPr sz="1725" b="1">
                <a:solidFill>
                  <a:srgbClr val="C86A1B"/>
                </a:solidFill>
                <a:latin typeface="DejaVu Sans"/>
                <a:ea typeface="DejaVu Sans"/>
                <a:cs typeface="DejaVu Sans"/>
              </a:defRPr>
            </a:lvl3pPr>
            <a:lvl4pPr algn="ctr">
              <a:defRPr sz="1725" b="1">
                <a:solidFill>
                  <a:srgbClr val="C86A1B"/>
                </a:solidFill>
                <a:latin typeface="DejaVu Sans"/>
                <a:ea typeface="DejaVu Sans"/>
                <a:cs typeface="DejaVu Sans"/>
              </a:defRPr>
            </a:lvl4pPr>
            <a:lvl5pPr algn="ctr">
              <a:defRPr sz="1725" b="1">
                <a:solidFill>
                  <a:srgbClr val="C86A1B"/>
                </a:solidFill>
                <a:latin typeface="DejaVu Sans"/>
                <a:ea typeface="DejaVu Sans"/>
                <a:cs typeface="DejaVu Sans"/>
              </a:defRPr>
            </a:lvl5pPr>
            <a:lvl6pPr algn="ctr">
              <a:defRPr sz="1725" b="1">
                <a:solidFill>
                  <a:srgbClr val="C86A1B"/>
                </a:solidFill>
                <a:latin typeface="DejaVu Sans"/>
                <a:ea typeface="DejaVu Sans"/>
                <a:cs typeface="DejaVu Sans"/>
              </a:defRPr>
            </a:lvl6pPr>
            <a:lvl7pPr algn="ctr">
              <a:defRPr sz="1725" b="1">
                <a:solidFill>
                  <a:srgbClr val="C86A1B"/>
                </a:solidFill>
                <a:latin typeface="DejaVu Sans"/>
                <a:ea typeface="DejaVu Sans"/>
                <a:cs typeface="DejaVu Sans"/>
              </a:defRPr>
            </a:lvl7pPr>
            <a:lvl8pPr algn="ctr">
              <a:defRPr sz="1725" b="1">
                <a:solidFill>
                  <a:srgbClr val="C86A1B"/>
                </a:solidFill>
                <a:latin typeface="DejaVu Sans"/>
                <a:ea typeface="DejaVu Sans"/>
                <a:cs typeface="DejaVu Sans"/>
              </a:defRPr>
            </a:lvl8pPr>
            <a:lvl9pPr algn="ctr">
              <a:defRPr sz="1725" b="1">
                <a:solidFill>
                  <a:srgbClr val="C86A1B"/>
                </a:solidFill>
                <a:latin typeface="DejaVu Sans"/>
                <a:ea typeface="DejaVu Sans"/>
                <a:cs typeface="DejaVu Sans"/>
              </a:defRPr>
            </a:lvl9pPr>
          </a:lstStyle>
          <a:p xmlns:a="http://schemas.openxmlformats.org/drawingml/2006/main">
            <a:pPr algn="ctr">
              <a:defRPr sz="1725" b="1">
                <a:solidFill>
                  <a:srgbClr val="C86A1B"/>
                </a:solidFill>
                <a:latin typeface="DejaVu Sans"/>
                <a:ea typeface="DejaVu Sans"/>
                <a:cs typeface="DejaVu Sans"/>
              </a:defRPr>
            </a:pPr>
            <a:r>
              <a:rPr sz="1725" b="1">
                <a:solidFill>
                  <a:srgbClr val="C86A1B"/>
                </a:solidFill>
                <a:latin typeface="DejaVu Sans"/>
                <a:ea typeface="DejaVu Sans"/>
                <a:cs typeface="DejaVu Sans"/>
              </a:rPr>
              <a:t>V</a:t>
            </a:r>
          </a:p>
        </p:txBody>
      </p:sp>
      <p:sp>
        <p:nvSpPr>
          <p:cNvPr id="25" name="path-1230">
            <a:extLst xmlns:a="http://schemas.openxmlformats.org/drawingml/2006/main">
              <a:ext uri="{FF2B5EF4-FFF2-40B4-BE49-F238E27FC236}">
                <a16:creationId xmlns:a16="http://schemas.microsoft.com/office/drawing/2014/main" id="{F10D737F-6776-4BB7-B881-4FEE6DC2E869}"/>
              </a:ext>
            </a:extLst>
          </p:cNvPr>
          <p:cNvSpPr>
            <a:spLocks xmlns:a="http://schemas.openxmlformats.org/drawingml/2006/main" noGrp="1"/>
          </p:cNvSpPr>
          <p:nvPr/>
        </p:nvSpPr>
        <p:spPr>
          <a:xfrm xmlns:a="http://schemas.openxmlformats.org/drawingml/2006/main">
            <a:off x="1276350" y="3362325"/>
            <a:ext cx="885825" cy="371475"/>
          </a:xfrm>
          <a:custGeom xmlns:a="http://schemas.openxmlformats.org/drawingml/2006/main">
            <a:pathLst>
              <a:path w="885825" h="371475">
                <a:moveTo>
                  <a:pt x="0" y="0"/>
                </a:moveTo>
                <a:lnTo>
                  <a:pt x="0" y="371475"/>
                </a:lnTo>
                <a:lnTo>
                  <a:pt x="885825" y="371475"/>
                </a:lnTo>
              </a:path>
            </a:pathLst>
          </a:custGeom>
          <a:noFill xmlns:a="http://schemas.openxmlformats.org/drawingml/2006/main"/>
          <a:ln xmlns:a="http://schemas.openxmlformats.org/drawingml/2006/main" w="22860">
            <a:solidFill>
              <a:srgbClr val="A9BCD5"/>
            </a:solidFill>
            <a:prstDash val="solid"/>
          </a:ln>
        </p:spPr>
      </p:sp>
      <p:sp>
        <p:nvSpPr>
          <p:cNvPr id="26" name="path-1231">
            <a:extLst xmlns:a="http://schemas.openxmlformats.org/drawingml/2006/main">
              <a:ext uri="{FF2B5EF4-FFF2-40B4-BE49-F238E27FC236}">
                <a16:creationId xmlns:a16="http://schemas.microsoft.com/office/drawing/2014/main" id="{8FBB8494-72F2-4706-BC65-407239D0CF15}"/>
              </a:ext>
            </a:extLst>
          </p:cNvPr>
          <p:cNvSpPr>
            <a:spLocks xmlns:a="http://schemas.openxmlformats.org/drawingml/2006/main" noGrp="1"/>
          </p:cNvSpPr>
          <p:nvPr/>
        </p:nvSpPr>
        <p:spPr>
          <a:xfrm xmlns:a="http://schemas.openxmlformats.org/drawingml/2006/main">
            <a:off x="2066925" y="3689985"/>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A9BCD5"/>
          </a:solidFill>
          <a:ln xmlns:a="http://schemas.openxmlformats.org/drawingml/2006/main" w="0">
            <a:solidFill>
              <a:srgbClr val="A9BCD5"/>
            </a:solidFill>
            <a:prstDash val="solid"/>
          </a:ln>
        </p:spPr>
      </p:sp>
      <p:sp>
        <p:nvSpPr>
          <p:cNvPr id="27" name="path-1232">
            <a:extLst xmlns:a="http://schemas.openxmlformats.org/drawingml/2006/main">
              <a:ext uri="{FF2B5EF4-FFF2-40B4-BE49-F238E27FC236}">
                <a16:creationId xmlns:a16="http://schemas.microsoft.com/office/drawing/2014/main" id="{3A7C9B37-EA3E-409B-89CB-61330F089FAA}"/>
              </a:ext>
            </a:extLst>
          </p:cNvPr>
          <p:cNvSpPr>
            <a:spLocks xmlns:a="http://schemas.openxmlformats.org/drawingml/2006/main" noGrp="1"/>
          </p:cNvSpPr>
          <p:nvPr/>
        </p:nvSpPr>
        <p:spPr>
          <a:xfrm xmlns:a="http://schemas.openxmlformats.org/drawingml/2006/main">
            <a:off x="2638425" y="3362325"/>
            <a:ext cx="828675" cy="371475"/>
          </a:xfrm>
          <a:custGeom xmlns:a="http://schemas.openxmlformats.org/drawingml/2006/main">
            <a:pathLst>
              <a:path w="828675" h="371475">
                <a:moveTo>
                  <a:pt x="828675" y="0"/>
                </a:moveTo>
                <a:lnTo>
                  <a:pt x="828675" y="371475"/>
                </a:lnTo>
                <a:lnTo>
                  <a:pt x="0" y="371475"/>
                </a:lnTo>
              </a:path>
            </a:pathLst>
          </a:custGeom>
          <a:noFill xmlns:a="http://schemas.openxmlformats.org/drawingml/2006/main"/>
          <a:ln xmlns:a="http://schemas.openxmlformats.org/drawingml/2006/main" w="22860">
            <a:solidFill>
              <a:srgbClr val="A9BCD5"/>
            </a:solidFill>
            <a:prstDash val="solid"/>
          </a:ln>
        </p:spPr>
      </p:sp>
      <p:sp>
        <p:nvSpPr>
          <p:cNvPr id="28" name="path-1233">
            <a:extLst xmlns:a="http://schemas.openxmlformats.org/drawingml/2006/main">
              <a:ext uri="{FF2B5EF4-FFF2-40B4-BE49-F238E27FC236}">
                <a16:creationId xmlns:a16="http://schemas.microsoft.com/office/drawing/2014/main" id="{69E1E58B-C5C6-4149-AE31-17503846331E}"/>
              </a:ext>
            </a:extLst>
          </p:cNvPr>
          <p:cNvSpPr>
            <a:spLocks xmlns:a="http://schemas.openxmlformats.org/drawingml/2006/main" noGrp="1"/>
          </p:cNvSpPr>
          <p:nvPr/>
        </p:nvSpPr>
        <p:spPr>
          <a:xfrm xmlns:a="http://schemas.openxmlformats.org/drawingml/2006/main">
            <a:off x="2638425" y="3689985"/>
            <a:ext cx="95250" cy="87630"/>
          </a:xfrm>
          <a:custGeom xmlns:a="http://schemas.openxmlformats.org/drawingml/2006/main">
            <a:pathLst>
              <a:path w="95250" h="87630">
                <a:moveTo>
                  <a:pt x="0" y="43815"/>
                </a:moveTo>
                <a:lnTo>
                  <a:pt x="95250" y="87630"/>
                </a:lnTo>
                <a:lnTo>
                  <a:pt x="95250" y="0"/>
                </a:lnTo>
                <a:close/>
              </a:path>
            </a:pathLst>
          </a:custGeom>
          <a:solidFill xmlns:a="http://schemas.openxmlformats.org/drawingml/2006/main">
            <a:srgbClr val="A9BCD5"/>
          </a:solidFill>
          <a:ln xmlns:a="http://schemas.openxmlformats.org/drawingml/2006/main" w="0">
            <a:solidFill>
              <a:srgbClr val="A9BCD5"/>
            </a:solidFill>
            <a:prstDash val="solid"/>
          </a:ln>
        </p:spPr>
      </p:sp>
      <p:sp>
        <p:nvSpPr>
          <p:cNvPr id="29" name="shape-1234">
            <a:extLst xmlns:a="http://schemas.openxmlformats.org/drawingml/2006/main">
              <a:ext uri="{FF2B5EF4-FFF2-40B4-BE49-F238E27FC236}">
                <a16:creationId xmlns:a16="http://schemas.microsoft.com/office/drawing/2014/main" id="{6B615892-5555-41B7-AEFF-B849A5FC5C93}"/>
              </a:ext>
            </a:extLst>
          </p:cNvPr>
          <p:cNvSpPr>
            <a:spLocks xmlns:a="http://schemas.openxmlformats.org/drawingml/2006/main" noGrp="1"/>
          </p:cNvSpPr>
          <p:nvPr/>
        </p:nvSpPr>
        <p:spPr>
          <a:xfrm xmlns:a="http://schemas.openxmlformats.org/drawingml/2006/main" rot="0">
            <a:off x="2162175" y="3495675"/>
            <a:ext cx="476250" cy="476250"/>
          </a:xfrm>
          <a:prstGeom xmlns:a="http://schemas.openxmlformats.org/drawingml/2006/main" prst="ellipse">
            <a:avLst/>
          </a:prstGeom>
          <a:solidFill xmlns:a="http://schemas.openxmlformats.org/drawingml/2006/main">
            <a:srgbClr val="FFFFFF"/>
          </a:solidFill>
          <a:ln xmlns:a="http://schemas.openxmlformats.org/drawingml/2006/main" w="19050">
            <a:solidFill>
              <a:srgbClr val="7351C7"/>
            </a:solidFill>
            <a:prstDash val="solid"/>
          </a:ln>
        </p:spPr>
      </p:sp>
      <p:sp>
        <p:nvSpPr>
          <p:cNvPr id="30" name="label-1235">
            <a:extLst xmlns:a="http://schemas.openxmlformats.org/drawingml/2006/main">
              <a:ext uri="{FF2B5EF4-FFF2-40B4-BE49-F238E27FC236}">
                <a16:creationId xmlns:a16="http://schemas.microsoft.com/office/drawing/2014/main" id="{726997D4-C52E-4380-AB0C-F305BB764FC2}"/>
              </a:ext>
            </a:extLst>
          </p:cNvPr>
          <p:cNvSpPr>
            <a:spLocks xmlns:a="http://schemas.openxmlformats.org/drawingml/2006/main" noGrp="1"/>
          </p:cNvSpPr>
          <p:nvPr/>
        </p:nvSpPr>
        <p:spPr>
          <a:xfrm xmlns:a="http://schemas.openxmlformats.org/drawingml/2006/main">
            <a:off x="2162175" y="34956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2025" b="1">
                <a:solidFill>
                  <a:srgbClr val="7351C7"/>
                </a:solidFill>
                <a:latin typeface="DejaVu Sans"/>
                <a:ea typeface="DejaVu Sans"/>
                <a:cs typeface="DejaVu Sans"/>
              </a:defRPr>
            </a:defPPr>
            <a:lvl1pPr algn="ctr">
              <a:defRPr sz="2025" b="1">
                <a:solidFill>
                  <a:srgbClr val="7351C7"/>
                </a:solidFill>
                <a:latin typeface="DejaVu Sans"/>
                <a:ea typeface="DejaVu Sans"/>
                <a:cs typeface="DejaVu Sans"/>
              </a:defRPr>
            </a:lvl1pPr>
            <a:lvl2pPr algn="ctr">
              <a:defRPr sz="2025" b="1">
                <a:solidFill>
                  <a:srgbClr val="7351C7"/>
                </a:solidFill>
                <a:latin typeface="DejaVu Sans"/>
                <a:ea typeface="DejaVu Sans"/>
                <a:cs typeface="DejaVu Sans"/>
              </a:defRPr>
            </a:lvl2pPr>
            <a:lvl3pPr algn="ctr">
              <a:defRPr sz="2025" b="1">
                <a:solidFill>
                  <a:srgbClr val="7351C7"/>
                </a:solidFill>
                <a:latin typeface="DejaVu Sans"/>
                <a:ea typeface="DejaVu Sans"/>
                <a:cs typeface="DejaVu Sans"/>
              </a:defRPr>
            </a:lvl3pPr>
            <a:lvl4pPr algn="ctr">
              <a:defRPr sz="2025" b="1">
                <a:solidFill>
                  <a:srgbClr val="7351C7"/>
                </a:solidFill>
                <a:latin typeface="DejaVu Sans"/>
                <a:ea typeface="DejaVu Sans"/>
                <a:cs typeface="DejaVu Sans"/>
              </a:defRPr>
            </a:lvl4pPr>
            <a:lvl5pPr algn="ctr">
              <a:defRPr sz="2025" b="1">
                <a:solidFill>
                  <a:srgbClr val="7351C7"/>
                </a:solidFill>
                <a:latin typeface="DejaVu Sans"/>
                <a:ea typeface="DejaVu Sans"/>
                <a:cs typeface="DejaVu Sans"/>
              </a:defRPr>
            </a:lvl5pPr>
            <a:lvl6pPr algn="ctr">
              <a:defRPr sz="2025" b="1">
                <a:solidFill>
                  <a:srgbClr val="7351C7"/>
                </a:solidFill>
                <a:latin typeface="DejaVu Sans"/>
                <a:ea typeface="DejaVu Sans"/>
                <a:cs typeface="DejaVu Sans"/>
              </a:defRPr>
            </a:lvl6pPr>
            <a:lvl7pPr algn="ctr">
              <a:defRPr sz="2025" b="1">
                <a:solidFill>
                  <a:srgbClr val="7351C7"/>
                </a:solidFill>
                <a:latin typeface="DejaVu Sans"/>
                <a:ea typeface="DejaVu Sans"/>
                <a:cs typeface="DejaVu Sans"/>
              </a:defRPr>
            </a:lvl7pPr>
            <a:lvl8pPr algn="ctr">
              <a:defRPr sz="2025" b="1">
                <a:solidFill>
                  <a:srgbClr val="7351C7"/>
                </a:solidFill>
                <a:latin typeface="DejaVu Sans"/>
                <a:ea typeface="DejaVu Sans"/>
                <a:cs typeface="DejaVu Sans"/>
              </a:defRPr>
            </a:lvl8pPr>
            <a:lvl9pPr algn="ctr">
              <a:defRPr sz="2025" b="1">
                <a:solidFill>
                  <a:srgbClr val="7351C7"/>
                </a:solidFill>
                <a:latin typeface="DejaVu Sans"/>
                <a:ea typeface="DejaVu Sans"/>
                <a:cs typeface="DejaVu Sans"/>
              </a:defRPr>
            </a:lvl9pPr>
          </a:lstStyle>
          <a:p xmlns:a="http://schemas.openxmlformats.org/drawingml/2006/main">
            <a:pPr algn="ctr">
              <a:defRPr sz="2025" b="1">
                <a:solidFill>
                  <a:srgbClr val="7351C7"/>
                </a:solidFill>
                <a:latin typeface="DejaVu Sans"/>
                <a:ea typeface="DejaVu Sans"/>
                <a:cs typeface="DejaVu Sans"/>
              </a:defRPr>
            </a:pPr>
            <a:r>
              <a:rPr sz="2025" b="1">
                <a:solidFill>
                  <a:srgbClr val="7351C7"/>
                </a:solidFill>
                <a:latin typeface="DejaVu Sans"/>
                <a:ea typeface="DejaVu Sans"/>
                <a:cs typeface="DejaVu Sans"/>
              </a:rPr>
              <a:t>G</a:t>
            </a:r>
          </a:p>
        </p:txBody>
      </p:sp>
      <p:sp>
        <p:nvSpPr>
          <p:cNvPr id="31" name="label-1236">
            <a:extLst xmlns:a="http://schemas.openxmlformats.org/drawingml/2006/main">
              <a:ext uri="{FF2B5EF4-FFF2-40B4-BE49-F238E27FC236}">
                <a16:creationId xmlns:a16="http://schemas.microsoft.com/office/drawing/2014/main" id="{0A349ACA-4F28-4C83-8D17-935B814EE2E7}"/>
              </a:ext>
            </a:extLst>
          </p:cNvPr>
          <p:cNvSpPr>
            <a:spLocks xmlns:a="http://schemas.openxmlformats.org/drawingml/2006/main" noGrp="1"/>
          </p:cNvSpPr>
          <p:nvPr/>
        </p:nvSpPr>
        <p:spPr>
          <a:xfrm xmlns:a="http://schemas.openxmlformats.org/drawingml/2006/main">
            <a:off x="533400" y="4229100"/>
            <a:ext cx="49911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FFFFFF"/>
                </a:solidFill>
                <a:latin typeface="DejaVu Sans"/>
                <a:ea typeface="DejaVu Sans"/>
                <a:cs typeface="DejaVu Sans"/>
              </a:defRPr>
            </a:defPPr>
            <a:lvl1pPr algn="l">
              <a:defRPr sz="2250" b="0">
                <a:solidFill>
                  <a:srgbClr val="FFFFFF"/>
                </a:solidFill>
                <a:latin typeface="DejaVu Sans"/>
                <a:ea typeface="DejaVu Sans"/>
                <a:cs typeface="DejaVu Sans"/>
              </a:defRPr>
            </a:lvl1pPr>
            <a:lvl2pPr algn="l">
              <a:defRPr sz="2250" b="0">
                <a:solidFill>
                  <a:srgbClr val="FFFFFF"/>
                </a:solidFill>
                <a:latin typeface="DejaVu Sans"/>
                <a:ea typeface="DejaVu Sans"/>
                <a:cs typeface="DejaVu Sans"/>
              </a:defRPr>
            </a:lvl2pPr>
            <a:lvl3pPr algn="l">
              <a:defRPr sz="2250" b="0">
                <a:solidFill>
                  <a:srgbClr val="FFFFFF"/>
                </a:solidFill>
                <a:latin typeface="DejaVu Sans"/>
                <a:ea typeface="DejaVu Sans"/>
                <a:cs typeface="DejaVu Sans"/>
              </a:defRPr>
            </a:lvl3pPr>
            <a:lvl4pPr algn="l">
              <a:defRPr sz="2250" b="0">
                <a:solidFill>
                  <a:srgbClr val="FFFFFF"/>
                </a:solidFill>
                <a:latin typeface="DejaVu Sans"/>
                <a:ea typeface="DejaVu Sans"/>
                <a:cs typeface="DejaVu Sans"/>
              </a:defRPr>
            </a:lvl4pPr>
            <a:lvl5pPr algn="l">
              <a:defRPr sz="2250" b="0">
                <a:solidFill>
                  <a:srgbClr val="FFFFFF"/>
                </a:solidFill>
                <a:latin typeface="DejaVu Sans"/>
                <a:ea typeface="DejaVu Sans"/>
                <a:cs typeface="DejaVu Sans"/>
              </a:defRPr>
            </a:lvl5pPr>
            <a:lvl6pPr algn="l">
              <a:defRPr sz="2250" b="0">
                <a:solidFill>
                  <a:srgbClr val="FFFFFF"/>
                </a:solidFill>
                <a:latin typeface="DejaVu Sans"/>
                <a:ea typeface="DejaVu Sans"/>
                <a:cs typeface="DejaVu Sans"/>
              </a:defRPr>
            </a:lvl6pPr>
            <a:lvl7pPr algn="l">
              <a:defRPr sz="2250" b="0">
                <a:solidFill>
                  <a:srgbClr val="FFFFFF"/>
                </a:solidFill>
                <a:latin typeface="DejaVu Sans"/>
                <a:ea typeface="DejaVu Sans"/>
                <a:cs typeface="DejaVu Sans"/>
              </a:defRPr>
            </a:lvl7pPr>
            <a:lvl8pPr algn="l">
              <a:defRPr sz="2250" b="0">
                <a:solidFill>
                  <a:srgbClr val="FFFFFF"/>
                </a:solidFill>
                <a:latin typeface="DejaVu Sans"/>
                <a:ea typeface="DejaVu Sans"/>
                <a:cs typeface="DejaVu Sans"/>
              </a:defRPr>
            </a:lvl8pPr>
            <a:lvl9pPr algn="l">
              <a:defRPr sz="2250" b="0">
                <a:solidFill>
                  <a:srgbClr val="FFFFFF"/>
                </a:solidFill>
                <a:latin typeface="DejaVu Sans"/>
                <a:ea typeface="DejaVu Sans"/>
                <a:cs typeface="DejaVu Sans"/>
              </a:defRPr>
            </a:lvl9pPr>
          </a:lstStyle>
          <a:p xmlns:a="http://schemas.openxmlformats.org/drawingml/2006/main">
            <a:pPr algn="l">
              <a:defRPr sz="2250" b="0">
                <a:solidFill>
                  <a:srgbClr val="FFFFFF"/>
                </a:solidFill>
                <a:latin typeface="DejaVu Sans"/>
                <a:ea typeface="DejaVu Sans"/>
                <a:cs typeface="DejaVu Sans"/>
              </a:defRPr>
            </a:pPr>
            <a:r>
              <a:rPr sz="2250" b="0">
                <a:solidFill>
                  <a:srgbClr val="FFFFFF"/>
                </a:solidFill>
                <a:latin typeface="DejaVu Sans"/>
                <a:ea typeface="DejaVu Sans"/>
                <a:cs typeface="DejaVu Sans"/>
              </a:rPr>
              <a:t>Select the sensor mixture</a:t>
            </a:r>
          </a:p>
          <a:p xmlns:a="http://schemas.openxmlformats.org/drawingml/2006/main">
            <a:pPr algn="l">
              <a:defRPr sz="2250" b="0">
                <a:solidFill>
                  <a:srgbClr val="FFFFFF"/>
                </a:solidFill>
                <a:latin typeface="DejaVu Sans"/>
                <a:ea typeface="DejaVu Sans"/>
                <a:cs typeface="DejaVu Sans"/>
              </a:defRPr>
            </a:pPr>
            <a:r>
              <a:rPr sz="2250" b="0">
                <a:solidFill>
                  <a:srgbClr val="FFFFFF"/>
                </a:solidFill>
                <a:latin typeface="DejaVu Sans"/>
                <a:ea typeface="DejaVu Sans"/>
                <a:cs typeface="DejaVu Sans"/>
              </a:rPr>
              <a:t>at each BEV location</a:t>
            </a:r>
          </a:p>
        </p:txBody>
      </p:sp>
      <p:sp>
        <p:nvSpPr>
          <p:cNvPr id="32" name="shape-1237">
            <a:extLst xmlns:a="http://schemas.openxmlformats.org/drawingml/2006/main">
              <a:ext uri="{FF2B5EF4-FFF2-40B4-BE49-F238E27FC236}">
                <a16:creationId xmlns:a16="http://schemas.microsoft.com/office/drawing/2014/main" id="{8B7657B6-C69A-4B48-9351-4F830988235A}"/>
              </a:ext>
            </a:extLst>
          </p:cNvPr>
          <p:cNvSpPr>
            <a:spLocks xmlns:a="http://schemas.openxmlformats.org/drawingml/2006/main" noGrp="1"/>
          </p:cNvSpPr>
          <p:nvPr/>
        </p:nvSpPr>
        <p:spPr>
          <a:xfrm xmlns:a="http://schemas.openxmlformats.org/drawingml/2006/main" rot="0">
            <a:off x="7096125" y="2600325"/>
            <a:ext cx="1924050" cy="1524000"/>
          </a:xfrm>
          <a:prstGeom xmlns:a="http://schemas.openxmlformats.org/drawingml/2006/main" prst="rect">
            <a:avLst/>
          </a:prstGeom>
          <a:solidFill xmlns:a="http://schemas.openxmlformats.org/drawingml/2006/main">
            <a:srgbClr val="21334C"/>
          </a:solidFill>
          <a:ln xmlns:a="http://schemas.openxmlformats.org/drawingml/2006/main" w="11430">
            <a:solidFill>
              <a:srgbClr val="586D88"/>
            </a:solidFill>
            <a:prstDash val="solid"/>
          </a:ln>
        </p:spPr>
      </p:sp>
      <p:sp>
        <p:nvSpPr>
          <p:cNvPr id="33" name="path-1238">
            <a:extLst xmlns:a="http://schemas.openxmlformats.org/drawingml/2006/main">
              <a:ext uri="{FF2B5EF4-FFF2-40B4-BE49-F238E27FC236}">
                <a16:creationId xmlns:a16="http://schemas.microsoft.com/office/drawing/2014/main" id="{C71D6102-5110-401D-A565-896D9CD7C502}"/>
              </a:ext>
            </a:extLst>
          </p:cNvPr>
          <p:cNvSpPr>
            <a:spLocks xmlns:a="http://schemas.openxmlformats.org/drawingml/2006/main" noGrp="1"/>
          </p:cNvSpPr>
          <p:nvPr/>
        </p:nvSpPr>
        <p:spPr>
          <a:xfrm xmlns:a="http://schemas.openxmlformats.org/drawingml/2006/main">
            <a:off x="7370989" y="2600325"/>
            <a:ext cx="953" cy="1524000"/>
          </a:xfrm>
          <a:custGeom xmlns:a="http://schemas.openxmlformats.org/drawingml/2006/main">
            <a:pathLst>
              <a:path w="953" h="1524000">
                <a:moveTo>
                  <a:pt x="0" y="0"/>
                </a:moveTo>
                <a:lnTo>
                  <a:pt x="0" y="1524000"/>
                </a:lnTo>
              </a:path>
            </a:pathLst>
          </a:custGeom>
          <a:noFill xmlns:a="http://schemas.openxmlformats.org/drawingml/2006/main"/>
          <a:ln xmlns:a="http://schemas.openxmlformats.org/drawingml/2006/main" w="7620">
            <a:solidFill>
              <a:srgbClr val="586D88"/>
            </a:solidFill>
            <a:prstDash val="solid"/>
          </a:ln>
        </p:spPr>
      </p:sp>
      <p:sp>
        <p:nvSpPr>
          <p:cNvPr id="34" name="path-1239">
            <a:extLst xmlns:a="http://schemas.openxmlformats.org/drawingml/2006/main">
              <a:ext uri="{FF2B5EF4-FFF2-40B4-BE49-F238E27FC236}">
                <a16:creationId xmlns:a16="http://schemas.microsoft.com/office/drawing/2014/main" id="{7534E4E4-254A-49A6-AAF6-6FF3120ACA0B}"/>
              </a:ext>
            </a:extLst>
          </p:cNvPr>
          <p:cNvSpPr>
            <a:spLocks xmlns:a="http://schemas.openxmlformats.org/drawingml/2006/main" noGrp="1"/>
          </p:cNvSpPr>
          <p:nvPr/>
        </p:nvSpPr>
        <p:spPr>
          <a:xfrm xmlns:a="http://schemas.openxmlformats.org/drawingml/2006/main">
            <a:off x="7645854" y="2600325"/>
            <a:ext cx="953" cy="1524000"/>
          </a:xfrm>
          <a:custGeom xmlns:a="http://schemas.openxmlformats.org/drawingml/2006/main">
            <a:pathLst>
              <a:path w="953" h="1524000">
                <a:moveTo>
                  <a:pt x="0" y="0"/>
                </a:moveTo>
                <a:lnTo>
                  <a:pt x="0" y="1524000"/>
                </a:lnTo>
              </a:path>
            </a:pathLst>
          </a:custGeom>
          <a:noFill xmlns:a="http://schemas.openxmlformats.org/drawingml/2006/main"/>
          <a:ln xmlns:a="http://schemas.openxmlformats.org/drawingml/2006/main" w="7620">
            <a:solidFill>
              <a:srgbClr val="586D88"/>
            </a:solidFill>
            <a:prstDash val="solid"/>
          </a:ln>
        </p:spPr>
      </p:sp>
      <p:sp>
        <p:nvSpPr>
          <p:cNvPr id="35" name="path-1240">
            <a:extLst xmlns:a="http://schemas.openxmlformats.org/drawingml/2006/main">
              <a:ext uri="{FF2B5EF4-FFF2-40B4-BE49-F238E27FC236}">
                <a16:creationId xmlns:a16="http://schemas.microsoft.com/office/drawing/2014/main" id="{D9876C57-3D88-4B89-8D09-0D1F00DDE475}"/>
              </a:ext>
            </a:extLst>
          </p:cNvPr>
          <p:cNvSpPr>
            <a:spLocks xmlns:a="http://schemas.openxmlformats.org/drawingml/2006/main" noGrp="1"/>
          </p:cNvSpPr>
          <p:nvPr/>
        </p:nvSpPr>
        <p:spPr>
          <a:xfrm xmlns:a="http://schemas.openxmlformats.org/drawingml/2006/main">
            <a:off x="7920718" y="2600325"/>
            <a:ext cx="953" cy="1524000"/>
          </a:xfrm>
          <a:custGeom xmlns:a="http://schemas.openxmlformats.org/drawingml/2006/main">
            <a:pathLst>
              <a:path w="953" h="1524000">
                <a:moveTo>
                  <a:pt x="0" y="0"/>
                </a:moveTo>
                <a:lnTo>
                  <a:pt x="0" y="1524000"/>
                </a:lnTo>
              </a:path>
            </a:pathLst>
          </a:custGeom>
          <a:noFill xmlns:a="http://schemas.openxmlformats.org/drawingml/2006/main"/>
          <a:ln xmlns:a="http://schemas.openxmlformats.org/drawingml/2006/main" w="7620">
            <a:solidFill>
              <a:srgbClr val="586D88"/>
            </a:solidFill>
            <a:prstDash val="solid"/>
          </a:ln>
        </p:spPr>
      </p:sp>
      <p:sp>
        <p:nvSpPr>
          <p:cNvPr id="36" name="path-1241">
            <a:extLst xmlns:a="http://schemas.openxmlformats.org/drawingml/2006/main">
              <a:ext uri="{FF2B5EF4-FFF2-40B4-BE49-F238E27FC236}">
                <a16:creationId xmlns:a16="http://schemas.microsoft.com/office/drawing/2014/main" id="{F170FAC1-F484-42B0-BAB5-98F06BAB4744}"/>
              </a:ext>
            </a:extLst>
          </p:cNvPr>
          <p:cNvSpPr>
            <a:spLocks xmlns:a="http://schemas.openxmlformats.org/drawingml/2006/main" noGrp="1"/>
          </p:cNvSpPr>
          <p:nvPr/>
        </p:nvSpPr>
        <p:spPr>
          <a:xfrm xmlns:a="http://schemas.openxmlformats.org/drawingml/2006/main">
            <a:off x="8195582" y="2600325"/>
            <a:ext cx="953" cy="1524000"/>
          </a:xfrm>
          <a:custGeom xmlns:a="http://schemas.openxmlformats.org/drawingml/2006/main">
            <a:pathLst>
              <a:path w="953" h="1524000">
                <a:moveTo>
                  <a:pt x="0" y="0"/>
                </a:moveTo>
                <a:lnTo>
                  <a:pt x="0" y="1524000"/>
                </a:lnTo>
              </a:path>
            </a:pathLst>
          </a:custGeom>
          <a:noFill xmlns:a="http://schemas.openxmlformats.org/drawingml/2006/main"/>
          <a:ln xmlns:a="http://schemas.openxmlformats.org/drawingml/2006/main" w="7620">
            <a:solidFill>
              <a:srgbClr val="586D88"/>
            </a:solidFill>
            <a:prstDash val="solid"/>
          </a:ln>
        </p:spPr>
      </p:sp>
      <p:sp>
        <p:nvSpPr>
          <p:cNvPr id="37" name="path-1242">
            <a:extLst xmlns:a="http://schemas.openxmlformats.org/drawingml/2006/main">
              <a:ext uri="{FF2B5EF4-FFF2-40B4-BE49-F238E27FC236}">
                <a16:creationId xmlns:a16="http://schemas.microsoft.com/office/drawing/2014/main" id="{0AE31AA3-B322-4F5C-83BA-2950E46BA82E}"/>
              </a:ext>
            </a:extLst>
          </p:cNvPr>
          <p:cNvSpPr>
            <a:spLocks xmlns:a="http://schemas.openxmlformats.org/drawingml/2006/main" noGrp="1"/>
          </p:cNvSpPr>
          <p:nvPr/>
        </p:nvSpPr>
        <p:spPr>
          <a:xfrm xmlns:a="http://schemas.openxmlformats.org/drawingml/2006/main">
            <a:off x="8470446" y="2600325"/>
            <a:ext cx="953" cy="1524000"/>
          </a:xfrm>
          <a:custGeom xmlns:a="http://schemas.openxmlformats.org/drawingml/2006/main">
            <a:pathLst>
              <a:path w="953" h="1524000">
                <a:moveTo>
                  <a:pt x="0" y="0"/>
                </a:moveTo>
                <a:lnTo>
                  <a:pt x="0" y="1524000"/>
                </a:lnTo>
              </a:path>
            </a:pathLst>
          </a:custGeom>
          <a:noFill xmlns:a="http://schemas.openxmlformats.org/drawingml/2006/main"/>
          <a:ln xmlns:a="http://schemas.openxmlformats.org/drawingml/2006/main" w="7620">
            <a:solidFill>
              <a:srgbClr val="586D88"/>
            </a:solidFill>
            <a:prstDash val="solid"/>
          </a:ln>
        </p:spPr>
      </p:sp>
      <p:sp>
        <p:nvSpPr>
          <p:cNvPr id="38" name="path-1243">
            <a:extLst xmlns:a="http://schemas.openxmlformats.org/drawingml/2006/main">
              <a:ext uri="{FF2B5EF4-FFF2-40B4-BE49-F238E27FC236}">
                <a16:creationId xmlns:a16="http://schemas.microsoft.com/office/drawing/2014/main" id="{0780AA98-FFEE-4F36-B75A-F391666E787A}"/>
              </a:ext>
            </a:extLst>
          </p:cNvPr>
          <p:cNvSpPr>
            <a:spLocks xmlns:a="http://schemas.openxmlformats.org/drawingml/2006/main" noGrp="1"/>
          </p:cNvSpPr>
          <p:nvPr/>
        </p:nvSpPr>
        <p:spPr>
          <a:xfrm xmlns:a="http://schemas.openxmlformats.org/drawingml/2006/main">
            <a:off x="8745311" y="2600325"/>
            <a:ext cx="953" cy="1524000"/>
          </a:xfrm>
          <a:custGeom xmlns:a="http://schemas.openxmlformats.org/drawingml/2006/main">
            <a:pathLst>
              <a:path w="953" h="1524000">
                <a:moveTo>
                  <a:pt x="0" y="0"/>
                </a:moveTo>
                <a:lnTo>
                  <a:pt x="0" y="1524000"/>
                </a:lnTo>
              </a:path>
            </a:pathLst>
          </a:custGeom>
          <a:noFill xmlns:a="http://schemas.openxmlformats.org/drawingml/2006/main"/>
          <a:ln xmlns:a="http://schemas.openxmlformats.org/drawingml/2006/main" w="7620">
            <a:solidFill>
              <a:srgbClr val="586D88"/>
            </a:solidFill>
            <a:prstDash val="solid"/>
          </a:ln>
        </p:spPr>
      </p:sp>
      <p:sp>
        <p:nvSpPr>
          <p:cNvPr id="39" name="path-1244">
            <a:extLst xmlns:a="http://schemas.openxmlformats.org/drawingml/2006/main">
              <a:ext uri="{FF2B5EF4-FFF2-40B4-BE49-F238E27FC236}">
                <a16:creationId xmlns:a16="http://schemas.microsoft.com/office/drawing/2014/main" id="{5131ACFC-F222-4527-85A3-46F58D3E9A3A}"/>
              </a:ext>
            </a:extLst>
          </p:cNvPr>
          <p:cNvSpPr>
            <a:spLocks xmlns:a="http://schemas.openxmlformats.org/drawingml/2006/main" noGrp="1"/>
          </p:cNvSpPr>
          <p:nvPr/>
        </p:nvSpPr>
        <p:spPr>
          <a:xfrm xmlns:a="http://schemas.openxmlformats.org/drawingml/2006/main">
            <a:off x="7096125" y="2905125"/>
            <a:ext cx="1924050" cy="953"/>
          </a:xfrm>
          <a:custGeom xmlns:a="http://schemas.openxmlformats.org/drawingml/2006/main">
            <a:pathLst>
              <a:path w="1924050" h="953">
                <a:moveTo>
                  <a:pt x="0" y="0"/>
                </a:moveTo>
                <a:lnTo>
                  <a:pt x="1924050" y="0"/>
                </a:lnTo>
              </a:path>
            </a:pathLst>
          </a:custGeom>
          <a:noFill xmlns:a="http://schemas.openxmlformats.org/drawingml/2006/main"/>
          <a:ln xmlns:a="http://schemas.openxmlformats.org/drawingml/2006/main" w="7620">
            <a:solidFill>
              <a:srgbClr val="586D88"/>
            </a:solidFill>
            <a:prstDash val="solid"/>
          </a:ln>
        </p:spPr>
      </p:sp>
      <p:sp>
        <p:nvSpPr>
          <p:cNvPr id="40" name="path-1245">
            <a:extLst xmlns:a="http://schemas.openxmlformats.org/drawingml/2006/main">
              <a:ext uri="{FF2B5EF4-FFF2-40B4-BE49-F238E27FC236}">
                <a16:creationId xmlns:a16="http://schemas.microsoft.com/office/drawing/2014/main" id="{C66A6A1A-F7B7-4336-8FCB-873A9D4D2B74}"/>
              </a:ext>
            </a:extLst>
          </p:cNvPr>
          <p:cNvSpPr>
            <a:spLocks xmlns:a="http://schemas.openxmlformats.org/drawingml/2006/main" noGrp="1"/>
          </p:cNvSpPr>
          <p:nvPr/>
        </p:nvSpPr>
        <p:spPr>
          <a:xfrm xmlns:a="http://schemas.openxmlformats.org/drawingml/2006/main">
            <a:off x="7096125" y="3209925"/>
            <a:ext cx="1924050" cy="953"/>
          </a:xfrm>
          <a:custGeom xmlns:a="http://schemas.openxmlformats.org/drawingml/2006/main">
            <a:pathLst>
              <a:path w="1924050" h="953">
                <a:moveTo>
                  <a:pt x="0" y="0"/>
                </a:moveTo>
                <a:lnTo>
                  <a:pt x="1924050" y="0"/>
                </a:lnTo>
              </a:path>
            </a:pathLst>
          </a:custGeom>
          <a:noFill xmlns:a="http://schemas.openxmlformats.org/drawingml/2006/main"/>
          <a:ln xmlns:a="http://schemas.openxmlformats.org/drawingml/2006/main" w="7620">
            <a:solidFill>
              <a:srgbClr val="586D88"/>
            </a:solidFill>
            <a:prstDash val="solid"/>
          </a:ln>
        </p:spPr>
      </p:sp>
      <p:sp>
        <p:nvSpPr>
          <p:cNvPr id="41" name="path-1246">
            <a:extLst xmlns:a="http://schemas.openxmlformats.org/drawingml/2006/main">
              <a:ext uri="{FF2B5EF4-FFF2-40B4-BE49-F238E27FC236}">
                <a16:creationId xmlns:a16="http://schemas.microsoft.com/office/drawing/2014/main" id="{32C64890-FA29-4003-ADB6-EC1B3D6E686E}"/>
              </a:ext>
            </a:extLst>
          </p:cNvPr>
          <p:cNvSpPr>
            <a:spLocks xmlns:a="http://schemas.openxmlformats.org/drawingml/2006/main" noGrp="1"/>
          </p:cNvSpPr>
          <p:nvPr/>
        </p:nvSpPr>
        <p:spPr>
          <a:xfrm xmlns:a="http://schemas.openxmlformats.org/drawingml/2006/main">
            <a:off x="7096125" y="3514725"/>
            <a:ext cx="1924050" cy="953"/>
          </a:xfrm>
          <a:custGeom xmlns:a="http://schemas.openxmlformats.org/drawingml/2006/main">
            <a:pathLst>
              <a:path w="1924050" h="953">
                <a:moveTo>
                  <a:pt x="0" y="0"/>
                </a:moveTo>
                <a:lnTo>
                  <a:pt x="1924050" y="0"/>
                </a:lnTo>
              </a:path>
            </a:pathLst>
          </a:custGeom>
          <a:noFill xmlns:a="http://schemas.openxmlformats.org/drawingml/2006/main"/>
          <a:ln xmlns:a="http://schemas.openxmlformats.org/drawingml/2006/main" w="7620">
            <a:solidFill>
              <a:srgbClr val="586D88"/>
            </a:solidFill>
            <a:prstDash val="solid"/>
          </a:ln>
        </p:spPr>
      </p:sp>
      <p:sp>
        <p:nvSpPr>
          <p:cNvPr id="42" name="path-1247">
            <a:extLst xmlns:a="http://schemas.openxmlformats.org/drawingml/2006/main">
              <a:ext uri="{FF2B5EF4-FFF2-40B4-BE49-F238E27FC236}">
                <a16:creationId xmlns:a16="http://schemas.microsoft.com/office/drawing/2014/main" id="{C4C2D684-2274-4480-A1F3-B245764DCEF4}"/>
              </a:ext>
            </a:extLst>
          </p:cNvPr>
          <p:cNvSpPr>
            <a:spLocks xmlns:a="http://schemas.openxmlformats.org/drawingml/2006/main" noGrp="1"/>
          </p:cNvSpPr>
          <p:nvPr/>
        </p:nvSpPr>
        <p:spPr>
          <a:xfrm xmlns:a="http://schemas.openxmlformats.org/drawingml/2006/main">
            <a:off x="7096125" y="3819525"/>
            <a:ext cx="1924050" cy="953"/>
          </a:xfrm>
          <a:custGeom xmlns:a="http://schemas.openxmlformats.org/drawingml/2006/main">
            <a:pathLst>
              <a:path w="1924050" h="953">
                <a:moveTo>
                  <a:pt x="0" y="0"/>
                </a:moveTo>
                <a:lnTo>
                  <a:pt x="1924050" y="0"/>
                </a:lnTo>
              </a:path>
            </a:pathLst>
          </a:custGeom>
          <a:noFill xmlns:a="http://schemas.openxmlformats.org/drawingml/2006/main"/>
          <a:ln xmlns:a="http://schemas.openxmlformats.org/drawingml/2006/main" w="7620">
            <a:solidFill>
              <a:srgbClr val="586D88"/>
            </a:solidFill>
            <a:prstDash val="solid"/>
          </a:ln>
        </p:spPr>
      </p:sp>
      <p:sp>
        <p:nvSpPr>
          <p:cNvPr id="43" name="path-1248">
            <a:extLst xmlns:a="http://schemas.openxmlformats.org/drawingml/2006/main">
              <a:ext uri="{FF2B5EF4-FFF2-40B4-BE49-F238E27FC236}">
                <a16:creationId xmlns:a16="http://schemas.microsoft.com/office/drawing/2014/main" id="{9DE0B3BE-5E5A-4740-B202-BF73DE5F6F44}"/>
              </a:ext>
            </a:extLst>
          </p:cNvPr>
          <p:cNvSpPr>
            <a:spLocks xmlns:a="http://schemas.openxmlformats.org/drawingml/2006/main" noGrp="1"/>
          </p:cNvSpPr>
          <p:nvPr/>
        </p:nvSpPr>
        <p:spPr>
          <a:xfrm xmlns:a="http://schemas.openxmlformats.org/drawingml/2006/main">
            <a:off x="7651377" y="2981907"/>
            <a:ext cx="908796" cy="627486"/>
          </a:xfrm>
          <a:custGeom xmlns:a="http://schemas.openxmlformats.org/drawingml/2006/main">
            <a:pathLst>
              <a:path w="908796" h="627486">
                <a:moveTo>
                  <a:pt x="0" y="256075"/>
                </a:moveTo>
                <a:lnTo>
                  <a:pt x="788117" y="0"/>
                </a:lnTo>
                <a:lnTo>
                  <a:pt x="908796" y="371411"/>
                </a:lnTo>
                <a:lnTo>
                  <a:pt x="120679" y="627486"/>
                </a:lnTo>
                <a:close/>
              </a:path>
            </a:pathLst>
          </a:custGeom>
          <a:noFill xmlns:a="http://schemas.openxmlformats.org/drawingml/2006/main"/>
          <a:ln xmlns:a="http://schemas.openxmlformats.org/drawingml/2006/main" w="19050">
            <a:solidFill>
              <a:srgbClr val="B7C7DF"/>
            </a:solidFill>
            <a:prstDash val="solid"/>
          </a:ln>
        </p:spPr>
      </p:sp>
      <p:sp>
        <p:nvSpPr>
          <p:cNvPr id="44" name="path-1249">
            <a:extLst xmlns:a="http://schemas.openxmlformats.org/drawingml/2006/main">
              <a:ext uri="{FF2B5EF4-FFF2-40B4-BE49-F238E27FC236}">
                <a16:creationId xmlns:a16="http://schemas.microsoft.com/office/drawing/2014/main" id="{24131118-076D-4144-8821-F1A5EB5232BD}"/>
              </a:ext>
            </a:extLst>
          </p:cNvPr>
          <p:cNvSpPr>
            <a:spLocks xmlns:a="http://schemas.openxmlformats.org/drawingml/2006/main" noGrp="1"/>
          </p:cNvSpPr>
          <p:nvPr/>
        </p:nvSpPr>
        <p:spPr>
          <a:xfrm xmlns:a="http://schemas.openxmlformats.org/drawingml/2006/main">
            <a:off x="8105775" y="3167613"/>
            <a:ext cx="394058" cy="128037"/>
          </a:xfrm>
          <a:custGeom xmlns:a="http://schemas.openxmlformats.org/drawingml/2006/main">
            <a:pathLst>
              <a:path w="394058" h="128037">
                <a:moveTo>
                  <a:pt x="0" y="128037"/>
                </a:moveTo>
                <a:lnTo>
                  <a:pt x="394058" y="0"/>
                </a:lnTo>
              </a:path>
            </a:pathLst>
          </a:custGeom>
          <a:noFill xmlns:a="http://schemas.openxmlformats.org/drawingml/2006/main"/>
          <a:ln xmlns:a="http://schemas.openxmlformats.org/drawingml/2006/main" w="19050">
            <a:solidFill>
              <a:srgbClr val="B7C7DF"/>
            </a:solidFill>
            <a:prstDash val="solid"/>
          </a:ln>
        </p:spPr>
      </p:sp>
      <p:sp>
        <p:nvSpPr>
          <p:cNvPr id="45" name="path-1250">
            <a:extLst xmlns:a="http://schemas.openxmlformats.org/drawingml/2006/main">
              <a:ext uri="{FF2B5EF4-FFF2-40B4-BE49-F238E27FC236}">
                <a16:creationId xmlns:a16="http://schemas.microsoft.com/office/drawing/2014/main" id="{675B2D54-E07F-4648-B47F-DD3E5CF4B6AA}"/>
              </a:ext>
            </a:extLst>
          </p:cNvPr>
          <p:cNvSpPr>
            <a:spLocks xmlns:a="http://schemas.openxmlformats.org/drawingml/2006/main" noGrp="1"/>
          </p:cNvSpPr>
          <p:nvPr/>
        </p:nvSpPr>
        <p:spPr>
          <a:xfrm xmlns:a="http://schemas.openxmlformats.org/drawingml/2006/main">
            <a:off x="7839514" y="3001141"/>
            <a:ext cx="780173" cy="455668"/>
          </a:xfrm>
          <a:custGeom xmlns:a="http://schemas.openxmlformats.org/drawingml/2006/main">
            <a:pathLst>
              <a:path w="780173" h="455668">
                <a:moveTo>
                  <a:pt x="0" y="127358"/>
                </a:moveTo>
                <a:lnTo>
                  <a:pt x="722283" y="0"/>
                </a:lnTo>
                <a:lnTo>
                  <a:pt x="780173" y="328310"/>
                </a:lnTo>
                <a:lnTo>
                  <a:pt x="57890" y="455668"/>
                </a:lnTo>
                <a:close/>
              </a:path>
            </a:pathLst>
          </a:custGeom>
          <a:noFill xmlns:a="http://schemas.openxmlformats.org/drawingml/2006/main"/>
          <a:ln xmlns:a="http://schemas.openxmlformats.org/drawingml/2006/main" w="28575">
            <a:solidFill>
              <a:srgbClr val="BDA7F0"/>
            </a:solidFill>
            <a:prstDash val="solid"/>
          </a:ln>
        </p:spPr>
      </p:sp>
      <p:sp>
        <p:nvSpPr>
          <p:cNvPr id="46" name="path-1251">
            <a:extLst xmlns:a="http://schemas.openxmlformats.org/drawingml/2006/main">
              <a:ext uri="{FF2B5EF4-FFF2-40B4-BE49-F238E27FC236}">
                <a16:creationId xmlns:a16="http://schemas.microsoft.com/office/drawing/2014/main" id="{43D0B06C-E0F8-462C-81A4-6200C148C54F}"/>
              </a:ext>
            </a:extLst>
          </p:cNvPr>
          <p:cNvSpPr>
            <a:spLocks xmlns:a="http://schemas.openxmlformats.org/drawingml/2006/main" noGrp="1"/>
          </p:cNvSpPr>
          <p:nvPr/>
        </p:nvSpPr>
        <p:spPr>
          <a:xfrm xmlns:a="http://schemas.openxmlformats.org/drawingml/2006/main">
            <a:off x="8229600" y="3165296"/>
            <a:ext cx="361141" cy="63679"/>
          </a:xfrm>
          <a:custGeom xmlns:a="http://schemas.openxmlformats.org/drawingml/2006/main">
            <a:pathLst>
              <a:path w="361141" h="63679">
                <a:moveTo>
                  <a:pt x="0" y="63679"/>
                </a:moveTo>
                <a:lnTo>
                  <a:pt x="361141" y="0"/>
                </a:lnTo>
              </a:path>
            </a:pathLst>
          </a:custGeom>
          <a:noFill xmlns:a="http://schemas.openxmlformats.org/drawingml/2006/main"/>
          <a:ln xmlns:a="http://schemas.openxmlformats.org/drawingml/2006/main" w="28575">
            <a:solidFill>
              <a:srgbClr val="BDA7F0"/>
            </a:solidFill>
            <a:prstDash val="solid"/>
          </a:ln>
        </p:spPr>
      </p:sp>
      <p:sp>
        <p:nvSpPr>
          <p:cNvPr id="47" name="path-1252">
            <a:extLst xmlns:a="http://schemas.openxmlformats.org/drawingml/2006/main">
              <a:ext uri="{FF2B5EF4-FFF2-40B4-BE49-F238E27FC236}">
                <a16:creationId xmlns:a16="http://schemas.microsoft.com/office/drawing/2014/main" id="{3E3C4D58-2C77-4AA2-8289-22B9B48B7310}"/>
              </a:ext>
            </a:extLst>
          </p:cNvPr>
          <p:cNvSpPr>
            <a:spLocks xmlns:a="http://schemas.openxmlformats.org/drawingml/2006/main" noGrp="1"/>
          </p:cNvSpPr>
          <p:nvPr/>
        </p:nvSpPr>
        <p:spPr>
          <a:xfrm xmlns:a="http://schemas.openxmlformats.org/drawingml/2006/main">
            <a:off x="9277350" y="3352800"/>
            <a:ext cx="1085850" cy="953"/>
          </a:xfrm>
          <a:custGeom xmlns:a="http://schemas.openxmlformats.org/drawingml/2006/main">
            <a:pathLst>
              <a:path w="1085850" h="953">
                <a:moveTo>
                  <a:pt x="0" y="0"/>
                </a:moveTo>
                <a:lnTo>
                  <a:pt x="1085850" y="0"/>
                </a:lnTo>
              </a:path>
            </a:pathLst>
          </a:custGeom>
          <a:noFill xmlns:a="http://schemas.openxmlformats.org/drawingml/2006/main"/>
          <a:ln xmlns:a="http://schemas.openxmlformats.org/drawingml/2006/main" w="22860">
            <a:solidFill>
              <a:srgbClr val="BDA7F0"/>
            </a:solidFill>
            <a:prstDash val="solid"/>
          </a:ln>
        </p:spPr>
      </p:sp>
      <p:sp>
        <p:nvSpPr>
          <p:cNvPr id="48" name="path-1253">
            <a:extLst xmlns:a="http://schemas.openxmlformats.org/drawingml/2006/main">
              <a:ext uri="{FF2B5EF4-FFF2-40B4-BE49-F238E27FC236}">
                <a16:creationId xmlns:a16="http://schemas.microsoft.com/office/drawing/2014/main" id="{E03C4E61-5F24-4642-BBF6-5CE844EE3E96}"/>
              </a:ext>
            </a:extLst>
          </p:cNvPr>
          <p:cNvSpPr>
            <a:spLocks xmlns:a="http://schemas.openxmlformats.org/drawingml/2006/main" noGrp="1"/>
          </p:cNvSpPr>
          <p:nvPr/>
        </p:nvSpPr>
        <p:spPr>
          <a:xfrm xmlns:a="http://schemas.openxmlformats.org/drawingml/2006/main">
            <a:off x="10267950" y="3308985"/>
            <a:ext cx="95250" cy="87630"/>
          </a:xfrm>
          <a:custGeom xmlns:a="http://schemas.openxmlformats.org/drawingml/2006/main">
            <a:pathLst>
              <a:path w="95250" h="87630">
                <a:moveTo>
                  <a:pt x="95250" y="43815"/>
                </a:moveTo>
                <a:lnTo>
                  <a:pt x="0" y="0"/>
                </a:lnTo>
                <a:lnTo>
                  <a:pt x="0" y="87630"/>
                </a:lnTo>
                <a:close/>
              </a:path>
            </a:pathLst>
          </a:custGeom>
          <a:solidFill xmlns:a="http://schemas.openxmlformats.org/drawingml/2006/main">
            <a:srgbClr val="BDA7F0"/>
          </a:solidFill>
          <a:ln xmlns:a="http://schemas.openxmlformats.org/drawingml/2006/main" w="0">
            <a:solidFill>
              <a:srgbClr val="BDA7F0"/>
            </a:solidFill>
            <a:prstDash val="solid"/>
          </a:ln>
        </p:spPr>
      </p:sp>
      <p:sp>
        <p:nvSpPr>
          <p:cNvPr id="49" name="label-1254">
            <a:extLst xmlns:a="http://schemas.openxmlformats.org/drawingml/2006/main">
              <a:ext uri="{FF2B5EF4-FFF2-40B4-BE49-F238E27FC236}">
                <a16:creationId xmlns:a16="http://schemas.microsoft.com/office/drawing/2014/main" id="{789E63D8-DDFB-461C-A652-336512E5523F}"/>
              </a:ext>
            </a:extLst>
          </p:cNvPr>
          <p:cNvSpPr>
            <a:spLocks xmlns:a="http://schemas.openxmlformats.org/drawingml/2006/main" noGrp="1"/>
          </p:cNvSpPr>
          <p:nvPr/>
        </p:nvSpPr>
        <p:spPr>
          <a:xfrm xmlns:a="http://schemas.openxmlformats.org/drawingml/2006/main">
            <a:off x="9820275" y="2857500"/>
            <a:ext cx="18288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1">
                <a:solidFill>
                  <a:srgbClr val="C9B5FF"/>
                </a:solidFill>
                <a:latin typeface="DejaVu Sans"/>
                <a:ea typeface="DejaVu Sans"/>
                <a:cs typeface="DejaVu Sans"/>
              </a:defRPr>
            </a:defPPr>
            <a:lvl1pPr algn="l">
              <a:defRPr sz="2775" b="1">
                <a:solidFill>
                  <a:srgbClr val="C9B5FF"/>
                </a:solidFill>
                <a:latin typeface="DejaVu Sans"/>
                <a:ea typeface="DejaVu Sans"/>
                <a:cs typeface="DejaVu Sans"/>
              </a:defRPr>
            </a:lvl1pPr>
            <a:lvl2pPr algn="l">
              <a:defRPr sz="2775" b="1">
                <a:solidFill>
                  <a:srgbClr val="C9B5FF"/>
                </a:solidFill>
                <a:latin typeface="DejaVu Sans"/>
                <a:ea typeface="DejaVu Sans"/>
                <a:cs typeface="DejaVu Sans"/>
              </a:defRPr>
            </a:lvl2pPr>
            <a:lvl3pPr algn="l">
              <a:defRPr sz="2775" b="1">
                <a:solidFill>
                  <a:srgbClr val="C9B5FF"/>
                </a:solidFill>
                <a:latin typeface="DejaVu Sans"/>
                <a:ea typeface="DejaVu Sans"/>
                <a:cs typeface="DejaVu Sans"/>
              </a:defRPr>
            </a:lvl3pPr>
            <a:lvl4pPr algn="l">
              <a:defRPr sz="2775" b="1">
                <a:solidFill>
                  <a:srgbClr val="C9B5FF"/>
                </a:solidFill>
                <a:latin typeface="DejaVu Sans"/>
                <a:ea typeface="DejaVu Sans"/>
                <a:cs typeface="DejaVu Sans"/>
              </a:defRPr>
            </a:lvl4pPr>
            <a:lvl5pPr algn="l">
              <a:defRPr sz="2775" b="1">
                <a:solidFill>
                  <a:srgbClr val="C9B5FF"/>
                </a:solidFill>
                <a:latin typeface="DejaVu Sans"/>
                <a:ea typeface="DejaVu Sans"/>
                <a:cs typeface="DejaVu Sans"/>
              </a:defRPr>
            </a:lvl5pPr>
            <a:lvl6pPr algn="l">
              <a:defRPr sz="2775" b="1">
                <a:solidFill>
                  <a:srgbClr val="C9B5FF"/>
                </a:solidFill>
                <a:latin typeface="DejaVu Sans"/>
                <a:ea typeface="DejaVu Sans"/>
                <a:cs typeface="DejaVu Sans"/>
              </a:defRPr>
            </a:lvl6pPr>
            <a:lvl7pPr algn="l">
              <a:defRPr sz="2775" b="1">
                <a:solidFill>
                  <a:srgbClr val="C9B5FF"/>
                </a:solidFill>
                <a:latin typeface="DejaVu Sans"/>
                <a:ea typeface="DejaVu Sans"/>
                <a:cs typeface="DejaVu Sans"/>
              </a:defRPr>
            </a:lvl7pPr>
            <a:lvl8pPr algn="l">
              <a:defRPr sz="2775" b="1">
                <a:solidFill>
                  <a:srgbClr val="C9B5FF"/>
                </a:solidFill>
                <a:latin typeface="DejaVu Sans"/>
                <a:ea typeface="DejaVu Sans"/>
                <a:cs typeface="DejaVu Sans"/>
              </a:defRPr>
            </a:lvl8pPr>
            <a:lvl9pPr algn="l">
              <a:defRPr sz="2775" b="1">
                <a:solidFill>
                  <a:srgbClr val="C9B5FF"/>
                </a:solidFill>
                <a:latin typeface="DejaVu Sans"/>
                <a:ea typeface="DejaVu Sans"/>
                <a:cs typeface="DejaVu Sans"/>
              </a:defRPr>
            </a:lvl9pPr>
          </a:lstStyle>
          <a:p xmlns:a="http://schemas.openxmlformats.org/drawingml/2006/main">
            <a:pPr algn="l">
              <a:defRPr sz="2775" b="1">
                <a:solidFill>
                  <a:srgbClr val="C9B5FF"/>
                </a:solidFill>
                <a:latin typeface="DejaVu Sans"/>
                <a:ea typeface="DejaVu Sans"/>
                <a:cs typeface="DejaVu Sans"/>
              </a:defRPr>
            </a:pPr>
            <a:r>
              <a:rPr sz="2775" b="1">
                <a:solidFill>
                  <a:srgbClr val="C9B5FF"/>
                </a:solidFill>
                <a:latin typeface="DejaVu Sans"/>
                <a:ea typeface="DejaVu Sans"/>
                <a:cs typeface="DejaVu Sans"/>
              </a:rPr>
              <a:t>b + Δb</a:t>
            </a:r>
          </a:p>
        </p:txBody>
      </p:sp>
      <p:sp>
        <p:nvSpPr>
          <p:cNvPr id="50" name="label-1255">
            <a:extLst xmlns:a="http://schemas.openxmlformats.org/drawingml/2006/main">
              <a:ext uri="{FF2B5EF4-FFF2-40B4-BE49-F238E27FC236}">
                <a16:creationId xmlns:a16="http://schemas.microsoft.com/office/drawing/2014/main" id="{3B14D3CE-56B2-4D63-94F0-F039CF2033D7}"/>
              </a:ext>
            </a:extLst>
          </p:cNvPr>
          <p:cNvSpPr>
            <a:spLocks xmlns:a="http://schemas.openxmlformats.org/drawingml/2006/main" noGrp="1"/>
          </p:cNvSpPr>
          <p:nvPr/>
        </p:nvSpPr>
        <p:spPr>
          <a:xfrm xmlns:a="http://schemas.openxmlformats.org/drawingml/2006/main">
            <a:off x="6667500" y="4229100"/>
            <a:ext cx="49911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0">
                <a:solidFill>
                  <a:srgbClr val="FFFFFF"/>
                </a:solidFill>
                <a:latin typeface="DejaVu Sans"/>
                <a:ea typeface="DejaVu Sans"/>
                <a:cs typeface="DejaVu Sans"/>
              </a:defRPr>
            </a:defPPr>
            <a:lvl1pPr algn="l">
              <a:defRPr sz="2250" b="0">
                <a:solidFill>
                  <a:srgbClr val="FFFFFF"/>
                </a:solidFill>
                <a:latin typeface="DejaVu Sans"/>
                <a:ea typeface="DejaVu Sans"/>
                <a:cs typeface="DejaVu Sans"/>
              </a:defRPr>
            </a:lvl1pPr>
            <a:lvl2pPr algn="l">
              <a:defRPr sz="2250" b="0">
                <a:solidFill>
                  <a:srgbClr val="FFFFFF"/>
                </a:solidFill>
                <a:latin typeface="DejaVu Sans"/>
                <a:ea typeface="DejaVu Sans"/>
                <a:cs typeface="DejaVu Sans"/>
              </a:defRPr>
            </a:lvl2pPr>
            <a:lvl3pPr algn="l">
              <a:defRPr sz="2250" b="0">
                <a:solidFill>
                  <a:srgbClr val="FFFFFF"/>
                </a:solidFill>
                <a:latin typeface="DejaVu Sans"/>
                <a:ea typeface="DejaVu Sans"/>
                <a:cs typeface="DejaVu Sans"/>
              </a:defRPr>
            </a:lvl3pPr>
            <a:lvl4pPr algn="l">
              <a:defRPr sz="2250" b="0">
                <a:solidFill>
                  <a:srgbClr val="FFFFFF"/>
                </a:solidFill>
                <a:latin typeface="DejaVu Sans"/>
                <a:ea typeface="DejaVu Sans"/>
                <a:cs typeface="DejaVu Sans"/>
              </a:defRPr>
            </a:lvl4pPr>
            <a:lvl5pPr algn="l">
              <a:defRPr sz="2250" b="0">
                <a:solidFill>
                  <a:srgbClr val="FFFFFF"/>
                </a:solidFill>
                <a:latin typeface="DejaVu Sans"/>
                <a:ea typeface="DejaVu Sans"/>
                <a:cs typeface="DejaVu Sans"/>
              </a:defRPr>
            </a:lvl5pPr>
            <a:lvl6pPr algn="l">
              <a:defRPr sz="2250" b="0">
                <a:solidFill>
                  <a:srgbClr val="FFFFFF"/>
                </a:solidFill>
                <a:latin typeface="DejaVu Sans"/>
                <a:ea typeface="DejaVu Sans"/>
                <a:cs typeface="DejaVu Sans"/>
              </a:defRPr>
            </a:lvl6pPr>
            <a:lvl7pPr algn="l">
              <a:defRPr sz="2250" b="0">
                <a:solidFill>
                  <a:srgbClr val="FFFFFF"/>
                </a:solidFill>
                <a:latin typeface="DejaVu Sans"/>
                <a:ea typeface="DejaVu Sans"/>
                <a:cs typeface="DejaVu Sans"/>
              </a:defRPr>
            </a:lvl7pPr>
            <a:lvl8pPr algn="l">
              <a:defRPr sz="2250" b="0">
                <a:solidFill>
                  <a:srgbClr val="FFFFFF"/>
                </a:solidFill>
                <a:latin typeface="DejaVu Sans"/>
                <a:ea typeface="DejaVu Sans"/>
                <a:cs typeface="DejaVu Sans"/>
              </a:defRPr>
            </a:lvl8pPr>
            <a:lvl9pPr algn="l">
              <a:defRPr sz="2250" b="0">
                <a:solidFill>
                  <a:srgbClr val="FFFFFF"/>
                </a:solidFill>
                <a:latin typeface="DejaVu Sans"/>
                <a:ea typeface="DejaVu Sans"/>
                <a:cs typeface="DejaVu Sans"/>
              </a:defRPr>
            </a:lvl9pPr>
          </a:lstStyle>
          <a:p xmlns:a="http://schemas.openxmlformats.org/drawingml/2006/main">
            <a:pPr algn="l">
              <a:defRPr sz="2250" b="0">
                <a:solidFill>
                  <a:srgbClr val="FFFFFF"/>
                </a:solidFill>
                <a:latin typeface="DejaVu Sans"/>
                <a:ea typeface="DejaVu Sans"/>
                <a:cs typeface="DejaVu Sans"/>
              </a:defRPr>
            </a:pPr>
            <a:r>
              <a:rPr sz="2250" b="0">
                <a:solidFill>
                  <a:srgbClr val="FFFFFF"/>
                </a:solidFill>
                <a:latin typeface="DejaVu Sans"/>
                <a:ea typeface="DejaVu Sans"/>
                <a:cs typeface="DejaVu Sans"/>
              </a:rPr>
              <a:t>Revisit local evidence</a:t>
            </a:r>
          </a:p>
          <a:p xmlns:a="http://schemas.openxmlformats.org/drawingml/2006/main">
            <a:pPr algn="l">
              <a:defRPr sz="2250" b="0">
                <a:solidFill>
                  <a:srgbClr val="FFFFFF"/>
                </a:solidFill>
                <a:latin typeface="DejaVu Sans"/>
                <a:ea typeface="DejaVu Sans"/>
                <a:cs typeface="DejaVu Sans"/>
              </a:defRPr>
            </a:pPr>
            <a:r>
              <a:rPr sz="2250" b="0">
                <a:solidFill>
                  <a:srgbClr val="FFFFFF"/>
                </a:solidFill>
                <a:latin typeface="DejaVu Sans"/>
                <a:ea typeface="DejaVu Sans"/>
                <a:cs typeface="DejaVu Sans"/>
              </a:rPr>
              <a:t>after coarse detection</a:t>
            </a:r>
          </a:p>
        </p:txBody>
      </p:sp>
      <p:sp>
        <p:nvSpPr>
          <p:cNvPr id="51" name="path-1256">
            <a:extLst xmlns:a="http://schemas.openxmlformats.org/drawingml/2006/main">
              <a:ext uri="{FF2B5EF4-FFF2-40B4-BE49-F238E27FC236}">
                <a16:creationId xmlns:a16="http://schemas.microsoft.com/office/drawing/2014/main" id="{EADDA406-0839-46F4-8FBD-067E2D7EDC2B}"/>
              </a:ext>
            </a:extLst>
          </p:cNvPr>
          <p:cNvSpPr>
            <a:spLocks xmlns:a="http://schemas.openxmlformats.org/drawingml/2006/main" noGrp="1"/>
          </p:cNvSpPr>
          <p:nvPr/>
        </p:nvSpPr>
        <p:spPr>
          <a:xfrm xmlns:a="http://schemas.openxmlformats.org/drawingml/2006/main">
            <a:off x="533400" y="5448300"/>
            <a:ext cx="11125200" cy="953"/>
          </a:xfrm>
          <a:custGeom xmlns:a="http://schemas.openxmlformats.org/drawingml/2006/main">
            <a:pathLst>
              <a:path w="11125200" h="953">
                <a:moveTo>
                  <a:pt x="0" y="0"/>
                </a:moveTo>
                <a:lnTo>
                  <a:pt x="11125200" y="0"/>
                </a:lnTo>
              </a:path>
            </a:pathLst>
          </a:custGeom>
          <a:noFill xmlns:a="http://schemas.openxmlformats.org/drawingml/2006/main"/>
          <a:ln xmlns:a="http://schemas.openxmlformats.org/drawingml/2006/main" w="9525">
            <a:solidFill>
              <a:srgbClr val="50627C"/>
            </a:solidFill>
            <a:prstDash val="solid"/>
          </a:ln>
        </p:spPr>
      </p:sp>
      <p:sp>
        <p:nvSpPr>
          <p:cNvPr id="52" name="label-1257">
            <a:extLst xmlns:a="http://schemas.openxmlformats.org/drawingml/2006/main">
              <a:ext uri="{FF2B5EF4-FFF2-40B4-BE49-F238E27FC236}">
                <a16:creationId xmlns:a16="http://schemas.microsoft.com/office/drawing/2014/main" id="{F83BC48B-3643-48B3-AD99-85EE54081E22}"/>
              </a:ext>
            </a:extLst>
          </p:cNvPr>
          <p:cNvSpPr>
            <a:spLocks xmlns:a="http://schemas.openxmlformats.org/drawingml/2006/main" noGrp="1"/>
          </p:cNvSpPr>
          <p:nvPr/>
        </p:nvSpPr>
        <p:spPr>
          <a:xfrm xmlns:a="http://schemas.openxmlformats.org/drawingml/2006/main">
            <a:off x="533400" y="5676900"/>
            <a:ext cx="11125200" cy="695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B7C8DF"/>
                </a:solidFill>
                <a:latin typeface="DejaVu Sans"/>
                <a:ea typeface="DejaVu Sans"/>
                <a:cs typeface="DejaVu Sans"/>
              </a:defRPr>
            </a:defPPr>
            <a:lvl1pPr algn="l">
              <a:defRPr sz="2100" b="0">
                <a:solidFill>
                  <a:srgbClr val="B7C8DF"/>
                </a:solidFill>
                <a:latin typeface="DejaVu Sans"/>
                <a:ea typeface="DejaVu Sans"/>
                <a:cs typeface="DejaVu Sans"/>
              </a:defRPr>
            </a:lvl1pPr>
            <a:lvl2pPr algn="l">
              <a:defRPr sz="2100" b="0">
                <a:solidFill>
                  <a:srgbClr val="B7C8DF"/>
                </a:solidFill>
                <a:latin typeface="DejaVu Sans"/>
                <a:ea typeface="DejaVu Sans"/>
                <a:cs typeface="DejaVu Sans"/>
              </a:defRPr>
            </a:lvl2pPr>
            <a:lvl3pPr algn="l">
              <a:defRPr sz="2100" b="0">
                <a:solidFill>
                  <a:srgbClr val="B7C8DF"/>
                </a:solidFill>
                <a:latin typeface="DejaVu Sans"/>
                <a:ea typeface="DejaVu Sans"/>
                <a:cs typeface="DejaVu Sans"/>
              </a:defRPr>
            </a:lvl3pPr>
            <a:lvl4pPr algn="l">
              <a:defRPr sz="2100" b="0">
                <a:solidFill>
                  <a:srgbClr val="B7C8DF"/>
                </a:solidFill>
                <a:latin typeface="DejaVu Sans"/>
                <a:ea typeface="DejaVu Sans"/>
                <a:cs typeface="DejaVu Sans"/>
              </a:defRPr>
            </a:lvl4pPr>
            <a:lvl5pPr algn="l">
              <a:defRPr sz="2100" b="0">
                <a:solidFill>
                  <a:srgbClr val="B7C8DF"/>
                </a:solidFill>
                <a:latin typeface="DejaVu Sans"/>
                <a:ea typeface="DejaVu Sans"/>
                <a:cs typeface="DejaVu Sans"/>
              </a:defRPr>
            </a:lvl5pPr>
            <a:lvl6pPr algn="l">
              <a:defRPr sz="2100" b="0">
                <a:solidFill>
                  <a:srgbClr val="B7C8DF"/>
                </a:solidFill>
                <a:latin typeface="DejaVu Sans"/>
                <a:ea typeface="DejaVu Sans"/>
                <a:cs typeface="DejaVu Sans"/>
              </a:defRPr>
            </a:lvl6pPr>
            <a:lvl7pPr algn="l">
              <a:defRPr sz="2100" b="0">
                <a:solidFill>
                  <a:srgbClr val="B7C8DF"/>
                </a:solidFill>
                <a:latin typeface="DejaVu Sans"/>
                <a:ea typeface="DejaVu Sans"/>
                <a:cs typeface="DejaVu Sans"/>
              </a:defRPr>
            </a:lvl7pPr>
            <a:lvl8pPr algn="l">
              <a:defRPr sz="2100" b="0">
                <a:solidFill>
                  <a:srgbClr val="B7C8DF"/>
                </a:solidFill>
                <a:latin typeface="DejaVu Sans"/>
                <a:ea typeface="DejaVu Sans"/>
                <a:cs typeface="DejaVu Sans"/>
              </a:defRPr>
            </a:lvl8pPr>
            <a:lvl9pPr algn="l">
              <a:defRPr sz="2100" b="0">
                <a:solidFill>
                  <a:srgbClr val="B7C8DF"/>
                </a:solidFill>
                <a:latin typeface="DejaVu Sans"/>
                <a:ea typeface="DejaVu Sans"/>
                <a:cs typeface="DejaVu Sans"/>
              </a:defRPr>
            </a:lvl9pPr>
          </a:lstStyle>
          <a:p xmlns:a="http://schemas.openxmlformats.org/drawingml/2006/main">
            <a:pPr algn="l">
              <a:defRPr sz="2100" b="0">
                <a:solidFill>
                  <a:srgbClr val="B7C8DF"/>
                </a:solidFill>
                <a:latin typeface="DejaVu Sans"/>
                <a:ea typeface="DejaVu Sans"/>
                <a:cs typeface="DejaVu Sans"/>
              </a:defRPr>
            </a:pPr>
            <a:r>
              <a:rPr sz="2100" b="0">
                <a:solidFill>
                  <a:srgbClr val="B7C8DF"/>
                </a:solidFill>
                <a:latin typeface="DejaVu Sans"/>
                <a:ea typeface="DejaVu Sans"/>
                <a:cs typeface="DejaVu Sans"/>
              </a:rPr>
              <a:t>Next evidence: a matched 2 × 2 ablation, localization errors and measured runtime</a:t>
            </a:r>
          </a:p>
        </p:txBody>
      </p:sp>
    </p:spTree>
    <p:extLst>
      <p:ext uri="{BB962C8B-B14F-4D97-AF65-F5344CB8AC3E}">
        <p14:creationId xmlns:p14="http://schemas.microsoft.com/office/powerpoint/2010/main" val="766794609"/>
      </p:ext>
    </p:extLst>
  </p:cSld>
</p:sld>
</file>

<file path=ppt/slides/slide18.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23" name="slide-title">
            <a:extLst xmlns:a="http://schemas.openxmlformats.org/drawingml/2006/main">
              <a:ext uri="{FF2B5EF4-FFF2-40B4-BE49-F238E27FC236}">
                <a16:creationId xmlns:a16="http://schemas.microsoft.com/office/drawing/2014/main" id="{7648E437-B9B2-41D8-BFEE-323A833BEE55}"/>
              </a:ext>
            </a:extLst>
          </p:cNvPr>
          <p:cNvSpPr>
            <a:spLocks xmlns:a="http://schemas.openxmlformats.org/drawingml/2006/main" noGrp="1"/>
          </p:cNvSpPr>
          <p:nvPr/>
        </p:nvSpPr>
        <p:spPr>
          <a:xfrm xmlns:a="http://schemas.openxmlformats.org/drawingml/2006/main">
            <a:off x="533400" y="361950"/>
            <a:ext cx="1112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6253B"/>
                </a:solidFill>
                <a:latin typeface="DejaVu Sans"/>
                <a:ea typeface="DejaVu Sans"/>
                <a:cs typeface="DejaVu Sans"/>
              </a:defRPr>
            </a:defPPr>
            <a:lvl1pPr algn="l">
              <a:defRPr sz="3300" b="1">
                <a:solidFill>
                  <a:srgbClr val="16253B"/>
                </a:solidFill>
                <a:latin typeface="DejaVu Sans"/>
                <a:ea typeface="DejaVu Sans"/>
                <a:cs typeface="DejaVu Sans"/>
              </a:defRPr>
            </a:lvl1pPr>
            <a:lvl2pPr algn="l">
              <a:defRPr sz="3300" b="1">
                <a:solidFill>
                  <a:srgbClr val="16253B"/>
                </a:solidFill>
                <a:latin typeface="DejaVu Sans"/>
                <a:ea typeface="DejaVu Sans"/>
                <a:cs typeface="DejaVu Sans"/>
              </a:defRPr>
            </a:lvl2pPr>
            <a:lvl3pPr algn="l">
              <a:defRPr sz="3300" b="1">
                <a:solidFill>
                  <a:srgbClr val="16253B"/>
                </a:solidFill>
                <a:latin typeface="DejaVu Sans"/>
                <a:ea typeface="DejaVu Sans"/>
                <a:cs typeface="DejaVu Sans"/>
              </a:defRPr>
            </a:lvl3pPr>
            <a:lvl4pPr algn="l">
              <a:defRPr sz="3300" b="1">
                <a:solidFill>
                  <a:srgbClr val="16253B"/>
                </a:solidFill>
                <a:latin typeface="DejaVu Sans"/>
                <a:ea typeface="DejaVu Sans"/>
                <a:cs typeface="DejaVu Sans"/>
              </a:defRPr>
            </a:lvl4pPr>
            <a:lvl5pPr algn="l">
              <a:defRPr sz="3300" b="1">
                <a:solidFill>
                  <a:srgbClr val="16253B"/>
                </a:solidFill>
                <a:latin typeface="DejaVu Sans"/>
                <a:ea typeface="DejaVu Sans"/>
                <a:cs typeface="DejaVu Sans"/>
              </a:defRPr>
            </a:lvl5pPr>
            <a:lvl6pPr algn="l">
              <a:defRPr sz="3300" b="1">
                <a:solidFill>
                  <a:srgbClr val="16253B"/>
                </a:solidFill>
                <a:latin typeface="DejaVu Sans"/>
                <a:ea typeface="DejaVu Sans"/>
                <a:cs typeface="DejaVu Sans"/>
              </a:defRPr>
            </a:lvl6pPr>
            <a:lvl7pPr algn="l">
              <a:defRPr sz="3300" b="1">
                <a:solidFill>
                  <a:srgbClr val="16253B"/>
                </a:solidFill>
                <a:latin typeface="DejaVu Sans"/>
                <a:ea typeface="DejaVu Sans"/>
                <a:cs typeface="DejaVu Sans"/>
              </a:defRPr>
            </a:lvl7pPr>
            <a:lvl8pPr algn="l">
              <a:defRPr sz="3300" b="1">
                <a:solidFill>
                  <a:srgbClr val="16253B"/>
                </a:solidFill>
                <a:latin typeface="DejaVu Sans"/>
                <a:ea typeface="DejaVu Sans"/>
                <a:cs typeface="DejaVu Sans"/>
              </a:defRPr>
            </a:lvl8pPr>
            <a:lvl9pPr algn="l">
              <a:defRPr sz="3300" b="1">
                <a:solidFill>
                  <a:srgbClr val="16253B"/>
                </a:solidFill>
                <a:latin typeface="DejaVu Sans"/>
                <a:ea typeface="DejaVu Sans"/>
                <a:cs typeface="DejaVu Sans"/>
              </a:defRPr>
            </a:lvl9pPr>
          </a:lstStyle>
          <a:p xmlns:a="http://schemas.openxmlformats.org/drawingml/2006/main">
            <a:pPr algn="l">
              <a:defRPr sz="3300" b="1">
                <a:solidFill>
                  <a:srgbClr val="16253B"/>
                </a:solidFill>
                <a:latin typeface="DejaVu Sans"/>
                <a:ea typeface="DejaVu Sans"/>
                <a:cs typeface="DejaVu Sans"/>
              </a:defRPr>
            </a:pPr>
            <a:r>
              <a:rPr sz="3300" b="1">
                <a:solidFill>
                  <a:srgbClr val="16253B"/>
                </a:solidFill>
                <a:latin typeface="DejaVu Sans"/>
                <a:ea typeface="DejaVu Sans"/>
                <a:cs typeface="DejaVu Sans"/>
              </a:rPr>
              <a:t>Bilinear sampling and BEV coordinates</a:t>
            </a:r>
          </a:p>
        </p:txBody>
      </p:sp>
      <p:sp>
        <p:nvSpPr>
          <p:cNvPr id="2" name="label-1258">
            <a:extLst xmlns:a="http://schemas.openxmlformats.org/drawingml/2006/main">
              <a:ext uri="{FF2B5EF4-FFF2-40B4-BE49-F238E27FC236}">
                <a16:creationId xmlns:a16="http://schemas.microsoft.com/office/drawing/2014/main" id="{90BAF038-AC8D-43CE-8DBC-DCEF4A0A143E}"/>
              </a:ext>
            </a:extLst>
          </p:cNvPr>
          <p:cNvSpPr>
            <a:spLocks xmlns:a="http://schemas.openxmlformats.org/drawingml/2006/main" noGrp="1"/>
          </p:cNvSpPr>
          <p:nvPr/>
        </p:nvSpPr>
        <p:spPr>
          <a:xfrm xmlns:a="http://schemas.openxmlformats.org/drawingml/2006/main">
            <a:off x="11144250" y="64674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77C"/>
                </a:solidFill>
                <a:latin typeface="DejaVu Sans"/>
                <a:ea typeface="DejaVu Sans"/>
                <a:cs typeface="DejaVu Sans"/>
              </a:defRPr>
            </a:defPPr>
            <a:lvl1pPr algn="r">
              <a:defRPr sz="1200" b="0">
                <a:solidFill>
                  <a:srgbClr val="58677C"/>
                </a:solidFill>
                <a:latin typeface="DejaVu Sans"/>
                <a:ea typeface="DejaVu Sans"/>
                <a:cs typeface="DejaVu Sans"/>
              </a:defRPr>
            </a:lvl1pPr>
            <a:lvl2pPr algn="r">
              <a:defRPr sz="1200" b="0">
                <a:solidFill>
                  <a:srgbClr val="58677C"/>
                </a:solidFill>
                <a:latin typeface="DejaVu Sans"/>
                <a:ea typeface="DejaVu Sans"/>
                <a:cs typeface="DejaVu Sans"/>
              </a:defRPr>
            </a:lvl2pPr>
            <a:lvl3pPr algn="r">
              <a:defRPr sz="1200" b="0">
                <a:solidFill>
                  <a:srgbClr val="58677C"/>
                </a:solidFill>
                <a:latin typeface="DejaVu Sans"/>
                <a:ea typeface="DejaVu Sans"/>
                <a:cs typeface="DejaVu Sans"/>
              </a:defRPr>
            </a:lvl3pPr>
            <a:lvl4pPr algn="r">
              <a:defRPr sz="1200" b="0">
                <a:solidFill>
                  <a:srgbClr val="58677C"/>
                </a:solidFill>
                <a:latin typeface="DejaVu Sans"/>
                <a:ea typeface="DejaVu Sans"/>
                <a:cs typeface="DejaVu Sans"/>
              </a:defRPr>
            </a:lvl4pPr>
            <a:lvl5pPr algn="r">
              <a:defRPr sz="1200" b="0">
                <a:solidFill>
                  <a:srgbClr val="58677C"/>
                </a:solidFill>
                <a:latin typeface="DejaVu Sans"/>
                <a:ea typeface="DejaVu Sans"/>
                <a:cs typeface="DejaVu Sans"/>
              </a:defRPr>
            </a:lvl5pPr>
            <a:lvl6pPr algn="r">
              <a:defRPr sz="1200" b="0">
                <a:solidFill>
                  <a:srgbClr val="58677C"/>
                </a:solidFill>
                <a:latin typeface="DejaVu Sans"/>
                <a:ea typeface="DejaVu Sans"/>
                <a:cs typeface="DejaVu Sans"/>
              </a:defRPr>
            </a:lvl6pPr>
            <a:lvl7pPr algn="r">
              <a:defRPr sz="1200" b="0">
                <a:solidFill>
                  <a:srgbClr val="58677C"/>
                </a:solidFill>
                <a:latin typeface="DejaVu Sans"/>
                <a:ea typeface="DejaVu Sans"/>
                <a:cs typeface="DejaVu Sans"/>
              </a:defRPr>
            </a:lvl7pPr>
            <a:lvl8pPr algn="r">
              <a:defRPr sz="1200" b="0">
                <a:solidFill>
                  <a:srgbClr val="58677C"/>
                </a:solidFill>
                <a:latin typeface="DejaVu Sans"/>
                <a:ea typeface="DejaVu Sans"/>
                <a:cs typeface="DejaVu Sans"/>
              </a:defRPr>
            </a:lvl8pPr>
            <a:lvl9pPr algn="r">
              <a:defRPr sz="1200" b="0">
                <a:solidFill>
                  <a:srgbClr val="58677C"/>
                </a:solidFill>
                <a:latin typeface="DejaVu Sans"/>
                <a:ea typeface="DejaVu Sans"/>
                <a:cs typeface="DejaVu Sans"/>
              </a:defRPr>
            </a:lvl9pPr>
          </a:lstStyle>
          <a:p xmlns:a="http://schemas.openxmlformats.org/drawingml/2006/main">
            <a:pPr algn="r">
              <a:defRPr sz="1200" b="0">
                <a:solidFill>
                  <a:srgbClr val="58677C"/>
                </a:solidFill>
                <a:latin typeface="DejaVu Sans"/>
                <a:ea typeface="DejaVu Sans"/>
                <a:cs typeface="DejaVu Sans"/>
              </a:defRPr>
            </a:pPr>
            <a:r>
              <a:rPr sz="1200" b="0">
                <a:solidFill>
                  <a:srgbClr val="58677C"/>
                </a:solidFill>
                <a:latin typeface="DejaVu Sans"/>
                <a:ea typeface="DejaVu Sans"/>
                <a:cs typeface="DejaVu Sans"/>
              </a:rPr>
              <a:t>18</a:t>
            </a:r>
          </a:p>
        </p:txBody>
      </p:sp>
      <p:sp>
        <p:nvSpPr>
          <p:cNvPr id="3" name="label-1259">
            <a:extLst xmlns:a="http://schemas.openxmlformats.org/drawingml/2006/main">
              <a:ext uri="{FF2B5EF4-FFF2-40B4-BE49-F238E27FC236}">
                <a16:creationId xmlns:a16="http://schemas.microsoft.com/office/drawing/2014/main" id="{F51CBEBD-169C-4C55-BB85-42B7565BD6BB}"/>
              </a:ext>
            </a:extLst>
          </p:cNvPr>
          <p:cNvSpPr>
            <a:spLocks xmlns:a="http://schemas.openxmlformats.org/drawingml/2006/main" noGrp="1"/>
          </p:cNvSpPr>
          <p:nvPr/>
        </p:nvSpPr>
        <p:spPr>
          <a:xfrm xmlns:a="http://schemas.openxmlformats.org/drawingml/2006/main">
            <a:off x="533400" y="6477000"/>
            <a:ext cx="3810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8677C"/>
                </a:solidFill>
                <a:latin typeface="DejaVu Sans"/>
                <a:ea typeface="DejaVu Sans"/>
                <a:cs typeface="DejaVu Sans"/>
              </a:defRPr>
            </a:defPPr>
            <a:lvl1pPr algn="l">
              <a:defRPr sz="1125" b="0">
                <a:solidFill>
                  <a:srgbClr val="58677C"/>
                </a:solidFill>
                <a:latin typeface="DejaVu Sans"/>
                <a:ea typeface="DejaVu Sans"/>
                <a:cs typeface="DejaVu Sans"/>
              </a:defRPr>
            </a:lvl1pPr>
            <a:lvl2pPr algn="l">
              <a:defRPr sz="1125" b="0">
                <a:solidFill>
                  <a:srgbClr val="58677C"/>
                </a:solidFill>
                <a:latin typeface="DejaVu Sans"/>
                <a:ea typeface="DejaVu Sans"/>
                <a:cs typeface="DejaVu Sans"/>
              </a:defRPr>
            </a:lvl2pPr>
            <a:lvl3pPr algn="l">
              <a:defRPr sz="1125" b="0">
                <a:solidFill>
                  <a:srgbClr val="58677C"/>
                </a:solidFill>
                <a:latin typeface="DejaVu Sans"/>
                <a:ea typeface="DejaVu Sans"/>
                <a:cs typeface="DejaVu Sans"/>
              </a:defRPr>
            </a:lvl3pPr>
            <a:lvl4pPr algn="l">
              <a:defRPr sz="1125" b="0">
                <a:solidFill>
                  <a:srgbClr val="58677C"/>
                </a:solidFill>
                <a:latin typeface="DejaVu Sans"/>
                <a:ea typeface="DejaVu Sans"/>
                <a:cs typeface="DejaVu Sans"/>
              </a:defRPr>
            </a:lvl4pPr>
            <a:lvl5pPr algn="l">
              <a:defRPr sz="1125" b="0">
                <a:solidFill>
                  <a:srgbClr val="58677C"/>
                </a:solidFill>
                <a:latin typeface="DejaVu Sans"/>
                <a:ea typeface="DejaVu Sans"/>
                <a:cs typeface="DejaVu Sans"/>
              </a:defRPr>
            </a:lvl5pPr>
            <a:lvl6pPr algn="l">
              <a:defRPr sz="1125" b="0">
                <a:solidFill>
                  <a:srgbClr val="58677C"/>
                </a:solidFill>
                <a:latin typeface="DejaVu Sans"/>
                <a:ea typeface="DejaVu Sans"/>
                <a:cs typeface="DejaVu Sans"/>
              </a:defRPr>
            </a:lvl6pPr>
            <a:lvl7pPr algn="l">
              <a:defRPr sz="1125" b="0">
                <a:solidFill>
                  <a:srgbClr val="58677C"/>
                </a:solidFill>
                <a:latin typeface="DejaVu Sans"/>
                <a:ea typeface="DejaVu Sans"/>
                <a:cs typeface="DejaVu Sans"/>
              </a:defRPr>
            </a:lvl7pPr>
            <a:lvl8pPr algn="l">
              <a:defRPr sz="1125" b="0">
                <a:solidFill>
                  <a:srgbClr val="58677C"/>
                </a:solidFill>
                <a:latin typeface="DejaVu Sans"/>
                <a:ea typeface="DejaVu Sans"/>
                <a:cs typeface="DejaVu Sans"/>
              </a:defRPr>
            </a:lvl8pPr>
            <a:lvl9pPr algn="l">
              <a:defRPr sz="1125" b="0">
                <a:solidFill>
                  <a:srgbClr val="58677C"/>
                </a:solidFill>
                <a:latin typeface="DejaVu Sans"/>
                <a:ea typeface="DejaVu Sans"/>
                <a:cs typeface="DejaVu Sans"/>
              </a:defRPr>
            </a:lvl9pPr>
          </a:lstStyle>
          <a:p xmlns:a="http://schemas.openxmlformats.org/drawingml/2006/main">
            <a:pPr algn="l">
              <a:defRPr sz="1125" b="0">
                <a:solidFill>
                  <a:srgbClr val="58677C"/>
                </a:solidFill>
                <a:latin typeface="DejaVu Sans"/>
                <a:ea typeface="DejaVu Sans"/>
                <a:cs typeface="DejaVu Sans"/>
              </a:defRPr>
            </a:pPr>
            <a:r>
              <a:rPr sz="1125" b="0">
                <a:solidFill>
                  <a:srgbClr val="58677C"/>
                </a:solidFill>
                <a:latin typeface="DejaVu Sans"/>
                <a:ea typeface="DejaVu Sans"/>
                <a:cs typeface="DejaVu Sans"/>
              </a:rPr>
              <a:t>TECHNICAL BACKUP</a:t>
            </a:r>
          </a:p>
        </p:txBody>
      </p:sp>
      <p:sp>
        <p:nvSpPr>
          <p:cNvPr id="4" name="label-1260">
            <a:extLst xmlns:a="http://schemas.openxmlformats.org/drawingml/2006/main">
              <a:ext uri="{FF2B5EF4-FFF2-40B4-BE49-F238E27FC236}">
                <a16:creationId xmlns:a16="http://schemas.microsoft.com/office/drawing/2014/main" id="{4C50E43F-0892-4394-A0B2-BA3F4FAFFBE5}"/>
              </a:ext>
            </a:extLst>
          </p:cNvPr>
          <p:cNvSpPr>
            <a:spLocks xmlns:a="http://schemas.openxmlformats.org/drawingml/2006/main" noGrp="1"/>
          </p:cNvSpPr>
          <p:nvPr/>
        </p:nvSpPr>
        <p:spPr>
          <a:xfrm xmlns:a="http://schemas.openxmlformats.org/drawingml/2006/main">
            <a:off x="533400" y="1381125"/>
            <a:ext cx="45529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7351C7"/>
                </a:solidFill>
                <a:latin typeface="DejaVu Sans"/>
                <a:ea typeface="DejaVu Sans"/>
                <a:cs typeface="DejaVu Sans"/>
              </a:defRPr>
            </a:defPPr>
            <a:lvl1pPr algn="l">
              <a:defRPr sz="2175" b="1">
                <a:solidFill>
                  <a:srgbClr val="7351C7"/>
                </a:solidFill>
                <a:latin typeface="DejaVu Sans"/>
                <a:ea typeface="DejaVu Sans"/>
                <a:cs typeface="DejaVu Sans"/>
              </a:defRPr>
            </a:lvl1pPr>
            <a:lvl2pPr algn="l">
              <a:defRPr sz="2175" b="1">
                <a:solidFill>
                  <a:srgbClr val="7351C7"/>
                </a:solidFill>
                <a:latin typeface="DejaVu Sans"/>
                <a:ea typeface="DejaVu Sans"/>
                <a:cs typeface="DejaVu Sans"/>
              </a:defRPr>
            </a:lvl2pPr>
            <a:lvl3pPr algn="l">
              <a:defRPr sz="2175" b="1">
                <a:solidFill>
                  <a:srgbClr val="7351C7"/>
                </a:solidFill>
                <a:latin typeface="DejaVu Sans"/>
                <a:ea typeface="DejaVu Sans"/>
                <a:cs typeface="DejaVu Sans"/>
              </a:defRPr>
            </a:lvl3pPr>
            <a:lvl4pPr algn="l">
              <a:defRPr sz="2175" b="1">
                <a:solidFill>
                  <a:srgbClr val="7351C7"/>
                </a:solidFill>
                <a:latin typeface="DejaVu Sans"/>
                <a:ea typeface="DejaVu Sans"/>
                <a:cs typeface="DejaVu Sans"/>
              </a:defRPr>
            </a:lvl4pPr>
            <a:lvl5pPr algn="l">
              <a:defRPr sz="2175" b="1">
                <a:solidFill>
                  <a:srgbClr val="7351C7"/>
                </a:solidFill>
                <a:latin typeface="DejaVu Sans"/>
                <a:ea typeface="DejaVu Sans"/>
                <a:cs typeface="DejaVu Sans"/>
              </a:defRPr>
            </a:lvl5pPr>
            <a:lvl6pPr algn="l">
              <a:defRPr sz="2175" b="1">
                <a:solidFill>
                  <a:srgbClr val="7351C7"/>
                </a:solidFill>
                <a:latin typeface="DejaVu Sans"/>
                <a:ea typeface="DejaVu Sans"/>
                <a:cs typeface="DejaVu Sans"/>
              </a:defRPr>
            </a:lvl6pPr>
            <a:lvl7pPr algn="l">
              <a:defRPr sz="2175" b="1">
                <a:solidFill>
                  <a:srgbClr val="7351C7"/>
                </a:solidFill>
                <a:latin typeface="DejaVu Sans"/>
                <a:ea typeface="DejaVu Sans"/>
                <a:cs typeface="DejaVu Sans"/>
              </a:defRPr>
            </a:lvl7pPr>
            <a:lvl8pPr algn="l">
              <a:defRPr sz="2175" b="1">
                <a:solidFill>
                  <a:srgbClr val="7351C7"/>
                </a:solidFill>
                <a:latin typeface="DejaVu Sans"/>
                <a:ea typeface="DejaVu Sans"/>
                <a:cs typeface="DejaVu Sans"/>
              </a:defRPr>
            </a:lvl8pPr>
            <a:lvl9pPr algn="l">
              <a:defRPr sz="2175" b="1">
                <a:solidFill>
                  <a:srgbClr val="7351C7"/>
                </a:solidFill>
                <a:latin typeface="DejaVu Sans"/>
                <a:ea typeface="DejaVu Sans"/>
                <a:cs typeface="DejaVu Sans"/>
              </a:defRPr>
            </a:lvl9pPr>
          </a:lstStyle>
          <a:p xmlns:a="http://schemas.openxmlformats.org/drawingml/2006/main">
            <a:pPr algn="l">
              <a:defRPr sz="2175" b="1">
                <a:solidFill>
                  <a:srgbClr val="7351C7"/>
                </a:solidFill>
                <a:latin typeface="DejaVu Sans"/>
                <a:ea typeface="DejaVu Sans"/>
                <a:cs typeface="DejaVu Sans"/>
              </a:defRPr>
            </a:pPr>
            <a:r>
              <a:rPr sz="2175" b="1">
                <a:solidFill>
                  <a:srgbClr val="7351C7"/>
                </a:solidFill>
                <a:latin typeface="DejaVu Sans"/>
                <a:ea typeface="DejaVu Sans"/>
                <a:cs typeface="DejaVu Sans"/>
              </a:rPr>
              <a:t>One sub-cell lookup</a:t>
            </a:r>
          </a:p>
        </p:txBody>
      </p:sp>
      <p:sp>
        <p:nvSpPr>
          <p:cNvPr id="5" name="shape-1261">
            <a:extLst xmlns:a="http://schemas.openxmlformats.org/drawingml/2006/main">
              <a:ext uri="{FF2B5EF4-FFF2-40B4-BE49-F238E27FC236}">
                <a16:creationId xmlns:a16="http://schemas.microsoft.com/office/drawing/2014/main" id="{F1E0CF3B-DE00-432B-B464-94C8344F54C7}"/>
              </a:ext>
            </a:extLst>
          </p:cNvPr>
          <p:cNvSpPr>
            <a:spLocks xmlns:a="http://schemas.openxmlformats.org/drawingml/2006/main" noGrp="1"/>
          </p:cNvSpPr>
          <p:nvPr/>
        </p:nvSpPr>
        <p:spPr>
          <a:xfrm xmlns:a="http://schemas.openxmlformats.org/drawingml/2006/main" rot="0">
            <a:off x="895350" y="2305050"/>
            <a:ext cx="2857500" cy="2476500"/>
          </a:xfrm>
          <a:prstGeom xmlns:a="http://schemas.openxmlformats.org/drawingml/2006/main" prst="rect">
            <a:avLst/>
          </a:prstGeom>
          <a:solidFill xmlns:a="http://schemas.openxmlformats.org/drawingml/2006/main">
            <a:srgbClr val="FFFFFF"/>
          </a:solidFill>
          <a:ln xmlns:a="http://schemas.openxmlformats.org/drawingml/2006/main" w="11430">
            <a:solidFill>
              <a:srgbClr val="CFD7E2"/>
            </a:solidFill>
            <a:prstDash val="solid"/>
          </a:ln>
        </p:spPr>
      </p:sp>
      <p:sp>
        <p:nvSpPr>
          <p:cNvPr id="6" name="shape-1262">
            <a:extLst xmlns:a="http://schemas.openxmlformats.org/drawingml/2006/main">
              <a:ext uri="{FF2B5EF4-FFF2-40B4-BE49-F238E27FC236}">
                <a16:creationId xmlns:a16="http://schemas.microsoft.com/office/drawing/2014/main" id="{6DAEBB95-A2B9-46F2-9094-7C241B1F70A3}"/>
              </a:ext>
            </a:extLst>
          </p:cNvPr>
          <p:cNvSpPr>
            <a:spLocks xmlns:a="http://schemas.openxmlformats.org/drawingml/2006/main" noGrp="1"/>
          </p:cNvSpPr>
          <p:nvPr/>
        </p:nvSpPr>
        <p:spPr>
          <a:xfrm xmlns:a="http://schemas.openxmlformats.org/drawingml/2006/main" rot="0">
            <a:off x="819150" y="2228850"/>
            <a:ext cx="152400" cy="152400"/>
          </a:xfrm>
          <a:prstGeom xmlns:a="http://schemas.openxmlformats.org/drawingml/2006/main" prst="ellipse">
            <a:avLst/>
          </a:prstGeom>
          <a:solidFill xmlns:a="http://schemas.openxmlformats.org/drawingml/2006/main">
            <a:srgbClr val="304C68"/>
          </a:solidFill>
          <a:ln xmlns:a="http://schemas.openxmlformats.org/drawingml/2006/main" w="9525">
            <a:solidFill>
              <a:srgbClr val="304C68"/>
            </a:solidFill>
            <a:prstDash val="solid"/>
          </a:ln>
        </p:spPr>
      </p:sp>
      <p:sp>
        <p:nvSpPr>
          <p:cNvPr id="7" name="label-1263">
            <a:extLst xmlns:a="http://schemas.openxmlformats.org/drawingml/2006/main">
              <a:ext uri="{FF2B5EF4-FFF2-40B4-BE49-F238E27FC236}">
                <a16:creationId xmlns:a16="http://schemas.microsoft.com/office/drawing/2014/main" id="{78506BF1-72BB-4263-869C-C94F61D3A482}"/>
              </a:ext>
            </a:extLst>
          </p:cNvPr>
          <p:cNvSpPr>
            <a:spLocks xmlns:a="http://schemas.openxmlformats.org/drawingml/2006/main" noGrp="1"/>
          </p:cNvSpPr>
          <p:nvPr/>
        </p:nvSpPr>
        <p:spPr>
          <a:xfrm xmlns:a="http://schemas.openxmlformats.org/drawingml/2006/main">
            <a:off x="647700" y="1809750"/>
            <a:ext cx="495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025" b="1">
                <a:solidFill>
                  <a:srgbClr val="304C68"/>
                </a:solidFill>
                <a:latin typeface="DejaVu Sans"/>
                <a:ea typeface="DejaVu Sans"/>
                <a:cs typeface="DejaVu Sans"/>
              </a:defRPr>
            </a:defPPr>
            <a:lvl1pPr algn="ctr">
              <a:defRPr sz="2025" b="1">
                <a:solidFill>
                  <a:srgbClr val="304C68"/>
                </a:solidFill>
                <a:latin typeface="DejaVu Sans"/>
                <a:ea typeface="DejaVu Sans"/>
                <a:cs typeface="DejaVu Sans"/>
              </a:defRPr>
            </a:lvl1pPr>
            <a:lvl2pPr algn="ctr">
              <a:defRPr sz="2025" b="1">
                <a:solidFill>
                  <a:srgbClr val="304C68"/>
                </a:solidFill>
                <a:latin typeface="DejaVu Sans"/>
                <a:ea typeface="DejaVu Sans"/>
                <a:cs typeface="DejaVu Sans"/>
              </a:defRPr>
            </a:lvl2pPr>
            <a:lvl3pPr algn="ctr">
              <a:defRPr sz="2025" b="1">
                <a:solidFill>
                  <a:srgbClr val="304C68"/>
                </a:solidFill>
                <a:latin typeface="DejaVu Sans"/>
                <a:ea typeface="DejaVu Sans"/>
                <a:cs typeface="DejaVu Sans"/>
              </a:defRPr>
            </a:lvl3pPr>
            <a:lvl4pPr algn="ctr">
              <a:defRPr sz="2025" b="1">
                <a:solidFill>
                  <a:srgbClr val="304C68"/>
                </a:solidFill>
                <a:latin typeface="DejaVu Sans"/>
                <a:ea typeface="DejaVu Sans"/>
                <a:cs typeface="DejaVu Sans"/>
              </a:defRPr>
            </a:lvl4pPr>
            <a:lvl5pPr algn="ctr">
              <a:defRPr sz="2025" b="1">
                <a:solidFill>
                  <a:srgbClr val="304C68"/>
                </a:solidFill>
                <a:latin typeface="DejaVu Sans"/>
                <a:ea typeface="DejaVu Sans"/>
                <a:cs typeface="DejaVu Sans"/>
              </a:defRPr>
            </a:lvl5pPr>
            <a:lvl6pPr algn="ctr">
              <a:defRPr sz="2025" b="1">
                <a:solidFill>
                  <a:srgbClr val="304C68"/>
                </a:solidFill>
                <a:latin typeface="DejaVu Sans"/>
                <a:ea typeface="DejaVu Sans"/>
                <a:cs typeface="DejaVu Sans"/>
              </a:defRPr>
            </a:lvl6pPr>
            <a:lvl7pPr algn="ctr">
              <a:defRPr sz="2025" b="1">
                <a:solidFill>
                  <a:srgbClr val="304C68"/>
                </a:solidFill>
                <a:latin typeface="DejaVu Sans"/>
                <a:ea typeface="DejaVu Sans"/>
                <a:cs typeface="DejaVu Sans"/>
              </a:defRPr>
            </a:lvl7pPr>
            <a:lvl8pPr algn="ctr">
              <a:defRPr sz="2025" b="1">
                <a:solidFill>
                  <a:srgbClr val="304C68"/>
                </a:solidFill>
                <a:latin typeface="DejaVu Sans"/>
                <a:ea typeface="DejaVu Sans"/>
                <a:cs typeface="DejaVu Sans"/>
              </a:defRPr>
            </a:lvl8pPr>
            <a:lvl9pPr algn="ctr">
              <a:defRPr sz="2025" b="1">
                <a:solidFill>
                  <a:srgbClr val="304C68"/>
                </a:solidFill>
                <a:latin typeface="DejaVu Sans"/>
                <a:ea typeface="DejaVu Sans"/>
                <a:cs typeface="DejaVu Sans"/>
              </a:defRPr>
            </a:lvl9pPr>
          </a:lstStyle>
          <a:p xmlns:a="http://schemas.openxmlformats.org/drawingml/2006/main">
            <a:pPr algn="ctr">
              <a:defRPr sz="2025" b="1">
                <a:solidFill>
                  <a:srgbClr val="304C68"/>
                </a:solidFill>
                <a:latin typeface="DejaVu Sans"/>
                <a:ea typeface="DejaVu Sans"/>
                <a:cs typeface="DejaVu Sans"/>
              </a:defRPr>
            </a:pPr>
            <a:r>
              <a:rPr sz="2025" b="1">
                <a:solidFill>
                  <a:srgbClr val="304C68"/>
                </a:solidFill>
                <a:latin typeface="DejaVu Sans"/>
                <a:ea typeface="DejaVu Sans"/>
                <a:cs typeface="DejaVu Sans"/>
              </a:rPr>
              <a:t>2</a:t>
            </a:r>
          </a:p>
        </p:txBody>
      </p:sp>
      <p:sp>
        <p:nvSpPr>
          <p:cNvPr id="8" name="shape-1264">
            <a:extLst xmlns:a="http://schemas.openxmlformats.org/drawingml/2006/main">
              <a:ext uri="{FF2B5EF4-FFF2-40B4-BE49-F238E27FC236}">
                <a16:creationId xmlns:a16="http://schemas.microsoft.com/office/drawing/2014/main" id="{FF43F738-E390-41AA-ACE0-E2C202A869FE}"/>
              </a:ext>
            </a:extLst>
          </p:cNvPr>
          <p:cNvSpPr>
            <a:spLocks xmlns:a="http://schemas.openxmlformats.org/drawingml/2006/main" noGrp="1"/>
          </p:cNvSpPr>
          <p:nvPr/>
        </p:nvSpPr>
        <p:spPr>
          <a:xfrm xmlns:a="http://schemas.openxmlformats.org/drawingml/2006/main" rot="0">
            <a:off x="3676650" y="2228850"/>
            <a:ext cx="152400" cy="152400"/>
          </a:xfrm>
          <a:prstGeom xmlns:a="http://schemas.openxmlformats.org/drawingml/2006/main" prst="ellipse">
            <a:avLst/>
          </a:prstGeom>
          <a:solidFill xmlns:a="http://schemas.openxmlformats.org/drawingml/2006/main">
            <a:srgbClr val="304C68"/>
          </a:solidFill>
          <a:ln xmlns:a="http://schemas.openxmlformats.org/drawingml/2006/main" w="9525">
            <a:solidFill>
              <a:srgbClr val="304C68"/>
            </a:solidFill>
            <a:prstDash val="solid"/>
          </a:ln>
        </p:spPr>
      </p:sp>
      <p:sp>
        <p:nvSpPr>
          <p:cNvPr id="9" name="label-1265">
            <a:extLst xmlns:a="http://schemas.openxmlformats.org/drawingml/2006/main">
              <a:ext uri="{FF2B5EF4-FFF2-40B4-BE49-F238E27FC236}">
                <a16:creationId xmlns:a16="http://schemas.microsoft.com/office/drawing/2014/main" id="{F16B7E91-B242-4BEA-B60A-BE1A054DE0B9}"/>
              </a:ext>
            </a:extLst>
          </p:cNvPr>
          <p:cNvSpPr>
            <a:spLocks xmlns:a="http://schemas.openxmlformats.org/drawingml/2006/main" noGrp="1"/>
          </p:cNvSpPr>
          <p:nvPr/>
        </p:nvSpPr>
        <p:spPr>
          <a:xfrm xmlns:a="http://schemas.openxmlformats.org/drawingml/2006/main">
            <a:off x="3505200" y="1809750"/>
            <a:ext cx="495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025" b="1">
                <a:solidFill>
                  <a:srgbClr val="304C68"/>
                </a:solidFill>
                <a:latin typeface="DejaVu Sans"/>
                <a:ea typeface="DejaVu Sans"/>
                <a:cs typeface="DejaVu Sans"/>
              </a:defRPr>
            </a:defPPr>
            <a:lvl1pPr algn="ctr">
              <a:defRPr sz="2025" b="1">
                <a:solidFill>
                  <a:srgbClr val="304C68"/>
                </a:solidFill>
                <a:latin typeface="DejaVu Sans"/>
                <a:ea typeface="DejaVu Sans"/>
                <a:cs typeface="DejaVu Sans"/>
              </a:defRPr>
            </a:lvl1pPr>
            <a:lvl2pPr algn="ctr">
              <a:defRPr sz="2025" b="1">
                <a:solidFill>
                  <a:srgbClr val="304C68"/>
                </a:solidFill>
                <a:latin typeface="DejaVu Sans"/>
                <a:ea typeface="DejaVu Sans"/>
                <a:cs typeface="DejaVu Sans"/>
              </a:defRPr>
            </a:lvl2pPr>
            <a:lvl3pPr algn="ctr">
              <a:defRPr sz="2025" b="1">
                <a:solidFill>
                  <a:srgbClr val="304C68"/>
                </a:solidFill>
                <a:latin typeface="DejaVu Sans"/>
                <a:ea typeface="DejaVu Sans"/>
                <a:cs typeface="DejaVu Sans"/>
              </a:defRPr>
            </a:lvl3pPr>
            <a:lvl4pPr algn="ctr">
              <a:defRPr sz="2025" b="1">
                <a:solidFill>
                  <a:srgbClr val="304C68"/>
                </a:solidFill>
                <a:latin typeface="DejaVu Sans"/>
                <a:ea typeface="DejaVu Sans"/>
                <a:cs typeface="DejaVu Sans"/>
              </a:defRPr>
            </a:lvl4pPr>
            <a:lvl5pPr algn="ctr">
              <a:defRPr sz="2025" b="1">
                <a:solidFill>
                  <a:srgbClr val="304C68"/>
                </a:solidFill>
                <a:latin typeface="DejaVu Sans"/>
                <a:ea typeface="DejaVu Sans"/>
                <a:cs typeface="DejaVu Sans"/>
              </a:defRPr>
            </a:lvl5pPr>
            <a:lvl6pPr algn="ctr">
              <a:defRPr sz="2025" b="1">
                <a:solidFill>
                  <a:srgbClr val="304C68"/>
                </a:solidFill>
                <a:latin typeface="DejaVu Sans"/>
                <a:ea typeface="DejaVu Sans"/>
                <a:cs typeface="DejaVu Sans"/>
              </a:defRPr>
            </a:lvl6pPr>
            <a:lvl7pPr algn="ctr">
              <a:defRPr sz="2025" b="1">
                <a:solidFill>
                  <a:srgbClr val="304C68"/>
                </a:solidFill>
                <a:latin typeface="DejaVu Sans"/>
                <a:ea typeface="DejaVu Sans"/>
                <a:cs typeface="DejaVu Sans"/>
              </a:defRPr>
            </a:lvl7pPr>
            <a:lvl8pPr algn="ctr">
              <a:defRPr sz="2025" b="1">
                <a:solidFill>
                  <a:srgbClr val="304C68"/>
                </a:solidFill>
                <a:latin typeface="DejaVu Sans"/>
                <a:ea typeface="DejaVu Sans"/>
                <a:cs typeface="DejaVu Sans"/>
              </a:defRPr>
            </a:lvl8pPr>
            <a:lvl9pPr algn="ctr">
              <a:defRPr sz="2025" b="1">
                <a:solidFill>
                  <a:srgbClr val="304C68"/>
                </a:solidFill>
                <a:latin typeface="DejaVu Sans"/>
                <a:ea typeface="DejaVu Sans"/>
                <a:cs typeface="DejaVu Sans"/>
              </a:defRPr>
            </a:lvl9pPr>
          </a:lstStyle>
          <a:p xmlns:a="http://schemas.openxmlformats.org/drawingml/2006/main">
            <a:pPr algn="ctr">
              <a:defRPr sz="2025" b="1">
                <a:solidFill>
                  <a:srgbClr val="304C68"/>
                </a:solidFill>
                <a:latin typeface="DejaVu Sans"/>
                <a:ea typeface="DejaVu Sans"/>
                <a:cs typeface="DejaVu Sans"/>
              </a:defRPr>
            </a:pPr>
            <a:r>
              <a:rPr sz="2025" b="1">
                <a:solidFill>
                  <a:srgbClr val="304C68"/>
                </a:solidFill>
                <a:latin typeface="DejaVu Sans"/>
                <a:ea typeface="DejaVu Sans"/>
                <a:cs typeface="DejaVu Sans"/>
              </a:rPr>
              <a:t>4</a:t>
            </a:r>
          </a:p>
        </p:txBody>
      </p:sp>
      <p:sp>
        <p:nvSpPr>
          <p:cNvPr id="10" name="shape-1266">
            <a:extLst xmlns:a="http://schemas.openxmlformats.org/drawingml/2006/main">
              <a:ext uri="{FF2B5EF4-FFF2-40B4-BE49-F238E27FC236}">
                <a16:creationId xmlns:a16="http://schemas.microsoft.com/office/drawing/2014/main" id="{CB023EF0-2E48-4317-BB62-FB887DC0A216}"/>
              </a:ext>
            </a:extLst>
          </p:cNvPr>
          <p:cNvSpPr>
            <a:spLocks xmlns:a="http://schemas.openxmlformats.org/drawingml/2006/main" noGrp="1"/>
          </p:cNvSpPr>
          <p:nvPr/>
        </p:nvSpPr>
        <p:spPr>
          <a:xfrm xmlns:a="http://schemas.openxmlformats.org/drawingml/2006/main" rot="0">
            <a:off x="819150" y="4705350"/>
            <a:ext cx="152400" cy="152400"/>
          </a:xfrm>
          <a:prstGeom xmlns:a="http://schemas.openxmlformats.org/drawingml/2006/main" prst="ellipse">
            <a:avLst/>
          </a:prstGeom>
          <a:solidFill xmlns:a="http://schemas.openxmlformats.org/drawingml/2006/main">
            <a:srgbClr val="304C68"/>
          </a:solidFill>
          <a:ln xmlns:a="http://schemas.openxmlformats.org/drawingml/2006/main" w="9525">
            <a:solidFill>
              <a:srgbClr val="304C68"/>
            </a:solidFill>
            <a:prstDash val="solid"/>
          </a:ln>
        </p:spPr>
      </p:sp>
      <p:sp>
        <p:nvSpPr>
          <p:cNvPr id="11" name="label-1267">
            <a:extLst xmlns:a="http://schemas.openxmlformats.org/drawingml/2006/main">
              <a:ext uri="{FF2B5EF4-FFF2-40B4-BE49-F238E27FC236}">
                <a16:creationId xmlns:a16="http://schemas.microsoft.com/office/drawing/2014/main" id="{87ABDE4D-AC0A-4E23-AA41-A695EFFC849A}"/>
              </a:ext>
            </a:extLst>
          </p:cNvPr>
          <p:cNvSpPr>
            <a:spLocks xmlns:a="http://schemas.openxmlformats.org/drawingml/2006/main" noGrp="1"/>
          </p:cNvSpPr>
          <p:nvPr/>
        </p:nvSpPr>
        <p:spPr>
          <a:xfrm xmlns:a="http://schemas.openxmlformats.org/drawingml/2006/main">
            <a:off x="647700" y="4286250"/>
            <a:ext cx="495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025" b="1">
                <a:solidFill>
                  <a:srgbClr val="304C68"/>
                </a:solidFill>
                <a:latin typeface="DejaVu Sans"/>
                <a:ea typeface="DejaVu Sans"/>
                <a:cs typeface="DejaVu Sans"/>
              </a:defRPr>
            </a:defPPr>
            <a:lvl1pPr algn="ctr">
              <a:defRPr sz="2025" b="1">
                <a:solidFill>
                  <a:srgbClr val="304C68"/>
                </a:solidFill>
                <a:latin typeface="DejaVu Sans"/>
                <a:ea typeface="DejaVu Sans"/>
                <a:cs typeface="DejaVu Sans"/>
              </a:defRPr>
            </a:lvl1pPr>
            <a:lvl2pPr algn="ctr">
              <a:defRPr sz="2025" b="1">
                <a:solidFill>
                  <a:srgbClr val="304C68"/>
                </a:solidFill>
                <a:latin typeface="DejaVu Sans"/>
                <a:ea typeface="DejaVu Sans"/>
                <a:cs typeface="DejaVu Sans"/>
              </a:defRPr>
            </a:lvl2pPr>
            <a:lvl3pPr algn="ctr">
              <a:defRPr sz="2025" b="1">
                <a:solidFill>
                  <a:srgbClr val="304C68"/>
                </a:solidFill>
                <a:latin typeface="DejaVu Sans"/>
                <a:ea typeface="DejaVu Sans"/>
                <a:cs typeface="DejaVu Sans"/>
              </a:defRPr>
            </a:lvl3pPr>
            <a:lvl4pPr algn="ctr">
              <a:defRPr sz="2025" b="1">
                <a:solidFill>
                  <a:srgbClr val="304C68"/>
                </a:solidFill>
                <a:latin typeface="DejaVu Sans"/>
                <a:ea typeface="DejaVu Sans"/>
                <a:cs typeface="DejaVu Sans"/>
              </a:defRPr>
            </a:lvl4pPr>
            <a:lvl5pPr algn="ctr">
              <a:defRPr sz="2025" b="1">
                <a:solidFill>
                  <a:srgbClr val="304C68"/>
                </a:solidFill>
                <a:latin typeface="DejaVu Sans"/>
                <a:ea typeface="DejaVu Sans"/>
                <a:cs typeface="DejaVu Sans"/>
              </a:defRPr>
            </a:lvl5pPr>
            <a:lvl6pPr algn="ctr">
              <a:defRPr sz="2025" b="1">
                <a:solidFill>
                  <a:srgbClr val="304C68"/>
                </a:solidFill>
                <a:latin typeface="DejaVu Sans"/>
                <a:ea typeface="DejaVu Sans"/>
                <a:cs typeface="DejaVu Sans"/>
              </a:defRPr>
            </a:lvl6pPr>
            <a:lvl7pPr algn="ctr">
              <a:defRPr sz="2025" b="1">
                <a:solidFill>
                  <a:srgbClr val="304C68"/>
                </a:solidFill>
                <a:latin typeface="DejaVu Sans"/>
                <a:ea typeface="DejaVu Sans"/>
                <a:cs typeface="DejaVu Sans"/>
              </a:defRPr>
            </a:lvl7pPr>
            <a:lvl8pPr algn="ctr">
              <a:defRPr sz="2025" b="1">
                <a:solidFill>
                  <a:srgbClr val="304C68"/>
                </a:solidFill>
                <a:latin typeface="DejaVu Sans"/>
                <a:ea typeface="DejaVu Sans"/>
                <a:cs typeface="DejaVu Sans"/>
              </a:defRPr>
            </a:lvl8pPr>
            <a:lvl9pPr algn="ctr">
              <a:defRPr sz="2025" b="1">
                <a:solidFill>
                  <a:srgbClr val="304C68"/>
                </a:solidFill>
                <a:latin typeface="DejaVu Sans"/>
                <a:ea typeface="DejaVu Sans"/>
                <a:cs typeface="DejaVu Sans"/>
              </a:defRPr>
            </a:lvl9pPr>
          </a:lstStyle>
          <a:p xmlns:a="http://schemas.openxmlformats.org/drawingml/2006/main">
            <a:pPr algn="ctr">
              <a:defRPr sz="2025" b="1">
                <a:solidFill>
                  <a:srgbClr val="304C68"/>
                </a:solidFill>
                <a:latin typeface="DejaVu Sans"/>
                <a:ea typeface="DejaVu Sans"/>
                <a:cs typeface="DejaVu Sans"/>
              </a:defRPr>
            </a:pPr>
            <a:r>
              <a:rPr sz="2025" b="1">
                <a:solidFill>
                  <a:srgbClr val="304C68"/>
                </a:solidFill>
                <a:latin typeface="DejaVu Sans"/>
                <a:ea typeface="DejaVu Sans"/>
                <a:cs typeface="DejaVu Sans"/>
              </a:rPr>
              <a:t>6</a:t>
            </a:r>
          </a:p>
        </p:txBody>
      </p:sp>
      <p:sp>
        <p:nvSpPr>
          <p:cNvPr id="12" name="shape-1268">
            <a:extLst xmlns:a="http://schemas.openxmlformats.org/drawingml/2006/main">
              <a:ext uri="{FF2B5EF4-FFF2-40B4-BE49-F238E27FC236}">
                <a16:creationId xmlns:a16="http://schemas.microsoft.com/office/drawing/2014/main" id="{76D9B500-AC88-484B-B45F-0774D08B9F37}"/>
              </a:ext>
            </a:extLst>
          </p:cNvPr>
          <p:cNvSpPr>
            <a:spLocks xmlns:a="http://schemas.openxmlformats.org/drawingml/2006/main" noGrp="1"/>
          </p:cNvSpPr>
          <p:nvPr/>
        </p:nvSpPr>
        <p:spPr>
          <a:xfrm xmlns:a="http://schemas.openxmlformats.org/drawingml/2006/main" rot="0">
            <a:off x="3676650" y="4705350"/>
            <a:ext cx="152400" cy="152400"/>
          </a:xfrm>
          <a:prstGeom xmlns:a="http://schemas.openxmlformats.org/drawingml/2006/main" prst="ellipse">
            <a:avLst/>
          </a:prstGeom>
          <a:solidFill xmlns:a="http://schemas.openxmlformats.org/drawingml/2006/main">
            <a:srgbClr val="304C68"/>
          </a:solidFill>
          <a:ln xmlns:a="http://schemas.openxmlformats.org/drawingml/2006/main" w="9525">
            <a:solidFill>
              <a:srgbClr val="304C68"/>
            </a:solidFill>
            <a:prstDash val="solid"/>
          </a:ln>
        </p:spPr>
      </p:sp>
      <p:sp>
        <p:nvSpPr>
          <p:cNvPr id="13" name="label-1269">
            <a:extLst xmlns:a="http://schemas.openxmlformats.org/drawingml/2006/main">
              <a:ext uri="{FF2B5EF4-FFF2-40B4-BE49-F238E27FC236}">
                <a16:creationId xmlns:a16="http://schemas.microsoft.com/office/drawing/2014/main" id="{A4668BD4-C252-4A11-9716-9AE830C8EE49}"/>
              </a:ext>
            </a:extLst>
          </p:cNvPr>
          <p:cNvSpPr>
            <a:spLocks xmlns:a="http://schemas.openxmlformats.org/drawingml/2006/main" noGrp="1"/>
          </p:cNvSpPr>
          <p:nvPr/>
        </p:nvSpPr>
        <p:spPr>
          <a:xfrm xmlns:a="http://schemas.openxmlformats.org/drawingml/2006/main">
            <a:off x="3505200" y="4286250"/>
            <a:ext cx="4953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025" b="1">
                <a:solidFill>
                  <a:srgbClr val="304C68"/>
                </a:solidFill>
                <a:latin typeface="DejaVu Sans"/>
                <a:ea typeface="DejaVu Sans"/>
                <a:cs typeface="DejaVu Sans"/>
              </a:defRPr>
            </a:defPPr>
            <a:lvl1pPr algn="ctr">
              <a:defRPr sz="2025" b="1">
                <a:solidFill>
                  <a:srgbClr val="304C68"/>
                </a:solidFill>
                <a:latin typeface="DejaVu Sans"/>
                <a:ea typeface="DejaVu Sans"/>
                <a:cs typeface="DejaVu Sans"/>
              </a:defRPr>
            </a:lvl1pPr>
            <a:lvl2pPr algn="ctr">
              <a:defRPr sz="2025" b="1">
                <a:solidFill>
                  <a:srgbClr val="304C68"/>
                </a:solidFill>
                <a:latin typeface="DejaVu Sans"/>
                <a:ea typeface="DejaVu Sans"/>
                <a:cs typeface="DejaVu Sans"/>
              </a:defRPr>
            </a:lvl2pPr>
            <a:lvl3pPr algn="ctr">
              <a:defRPr sz="2025" b="1">
                <a:solidFill>
                  <a:srgbClr val="304C68"/>
                </a:solidFill>
                <a:latin typeface="DejaVu Sans"/>
                <a:ea typeface="DejaVu Sans"/>
                <a:cs typeface="DejaVu Sans"/>
              </a:defRPr>
            </a:lvl3pPr>
            <a:lvl4pPr algn="ctr">
              <a:defRPr sz="2025" b="1">
                <a:solidFill>
                  <a:srgbClr val="304C68"/>
                </a:solidFill>
                <a:latin typeface="DejaVu Sans"/>
                <a:ea typeface="DejaVu Sans"/>
                <a:cs typeface="DejaVu Sans"/>
              </a:defRPr>
            </a:lvl4pPr>
            <a:lvl5pPr algn="ctr">
              <a:defRPr sz="2025" b="1">
                <a:solidFill>
                  <a:srgbClr val="304C68"/>
                </a:solidFill>
                <a:latin typeface="DejaVu Sans"/>
                <a:ea typeface="DejaVu Sans"/>
                <a:cs typeface="DejaVu Sans"/>
              </a:defRPr>
            </a:lvl5pPr>
            <a:lvl6pPr algn="ctr">
              <a:defRPr sz="2025" b="1">
                <a:solidFill>
                  <a:srgbClr val="304C68"/>
                </a:solidFill>
                <a:latin typeface="DejaVu Sans"/>
                <a:ea typeface="DejaVu Sans"/>
                <a:cs typeface="DejaVu Sans"/>
              </a:defRPr>
            </a:lvl6pPr>
            <a:lvl7pPr algn="ctr">
              <a:defRPr sz="2025" b="1">
                <a:solidFill>
                  <a:srgbClr val="304C68"/>
                </a:solidFill>
                <a:latin typeface="DejaVu Sans"/>
                <a:ea typeface="DejaVu Sans"/>
                <a:cs typeface="DejaVu Sans"/>
              </a:defRPr>
            </a:lvl7pPr>
            <a:lvl8pPr algn="ctr">
              <a:defRPr sz="2025" b="1">
                <a:solidFill>
                  <a:srgbClr val="304C68"/>
                </a:solidFill>
                <a:latin typeface="DejaVu Sans"/>
                <a:ea typeface="DejaVu Sans"/>
                <a:cs typeface="DejaVu Sans"/>
              </a:defRPr>
            </a:lvl8pPr>
            <a:lvl9pPr algn="ctr">
              <a:defRPr sz="2025" b="1">
                <a:solidFill>
                  <a:srgbClr val="304C68"/>
                </a:solidFill>
                <a:latin typeface="DejaVu Sans"/>
                <a:ea typeface="DejaVu Sans"/>
                <a:cs typeface="DejaVu Sans"/>
              </a:defRPr>
            </a:lvl9pPr>
          </a:lstStyle>
          <a:p xmlns:a="http://schemas.openxmlformats.org/drawingml/2006/main">
            <a:pPr algn="ctr">
              <a:defRPr sz="2025" b="1">
                <a:solidFill>
                  <a:srgbClr val="304C68"/>
                </a:solidFill>
                <a:latin typeface="DejaVu Sans"/>
                <a:ea typeface="DejaVu Sans"/>
                <a:cs typeface="DejaVu Sans"/>
              </a:defRPr>
            </a:pPr>
            <a:r>
              <a:rPr sz="2025" b="1">
                <a:solidFill>
                  <a:srgbClr val="304C68"/>
                </a:solidFill>
                <a:latin typeface="DejaVu Sans"/>
                <a:ea typeface="DejaVu Sans"/>
                <a:cs typeface="DejaVu Sans"/>
              </a:rPr>
              <a:t>8</a:t>
            </a:r>
          </a:p>
        </p:txBody>
      </p:sp>
      <p:sp>
        <p:nvSpPr>
          <p:cNvPr id="14" name="path-1270">
            <a:extLst xmlns:a="http://schemas.openxmlformats.org/drawingml/2006/main">
              <a:ext uri="{FF2B5EF4-FFF2-40B4-BE49-F238E27FC236}">
                <a16:creationId xmlns:a16="http://schemas.microsoft.com/office/drawing/2014/main" id="{29CA8AC0-9C40-4E7C-9BBB-6444B18C1706}"/>
              </a:ext>
            </a:extLst>
          </p:cNvPr>
          <p:cNvSpPr>
            <a:spLocks xmlns:a="http://schemas.openxmlformats.org/drawingml/2006/main" noGrp="1"/>
          </p:cNvSpPr>
          <p:nvPr/>
        </p:nvSpPr>
        <p:spPr>
          <a:xfrm xmlns:a="http://schemas.openxmlformats.org/drawingml/2006/main">
            <a:off x="1609725" y="2305050"/>
            <a:ext cx="953" cy="2476500"/>
          </a:xfrm>
          <a:custGeom xmlns:a="http://schemas.openxmlformats.org/drawingml/2006/main">
            <a:pathLst>
              <a:path w="953" h="2476500">
                <a:moveTo>
                  <a:pt x="0" y="0"/>
                </a:moveTo>
                <a:lnTo>
                  <a:pt x="0" y="2476500"/>
                </a:lnTo>
              </a:path>
            </a:pathLst>
          </a:custGeom>
          <a:noFill xmlns:a="http://schemas.openxmlformats.org/drawingml/2006/main"/>
          <a:ln xmlns:a="http://schemas.openxmlformats.org/drawingml/2006/main" w="14288">
            <a:solidFill>
              <a:srgbClr val="7351C7"/>
            </a:solidFill>
            <a:prstDash val="dash"/>
          </a:ln>
        </p:spPr>
      </p:sp>
      <p:sp>
        <p:nvSpPr>
          <p:cNvPr id="15" name="path-1271">
            <a:extLst xmlns:a="http://schemas.openxmlformats.org/drawingml/2006/main">
              <a:ext uri="{FF2B5EF4-FFF2-40B4-BE49-F238E27FC236}">
                <a16:creationId xmlns:a16="http://schemas.microsoft.com/office/drawing/2014/main" id="{852C55E7-7F9B-4F8B-AE2F-0AFEAE2217D2}"/>
              </a:ext>
            </a:extLst>
          </p:cNvPr>
          <p:cNvSpPr>
            <a:spLocks xmlns:a="http://schemas.openxmlformats.org/drawingml/2006/main" noGrp="1"/>
          </p:cNvSpPr>
          <p:nvPr/>
        </p:nvSpPr>
        <p:spPr>
          <a:xfrm xmlns:a="http://schemas.openxmlformats.org/drawingml/2006/main">
            <a:off x="895350" y="4162425"/>
            <a:ext cx="2857500" cy="953"/>
          </a:xfrm>
          <a:custGeom xmlns:a="http://schemas.openxmlformats.org/drawingml/2006/main">
            <a:pathLst>
              <a:path w="2857500" h="953">
                <a:moveTo>
                  <a:pt x="0" y="0"/>
                </a:moveTo>
                <a:lnTo>
                  <a:pt x="2857500" y="0"/>
                </a:lnTo>
              </a:path>
            </a:pathLst>
          </a:custGeom>
          <a:noFill xmlns:a="http://schemas.openxmlformats.org/drawingml/2006/main"/>
          <a:ln xmlns:a="http://schemas.openxmlformats.org/drawingml/2006/main" w="14288">
            <a:solidFill>
              <a:srgbClr val="7351C7"/>
            </a:solidFill>
            <a:prstDash val="dash"/>
          </a:ln>
        </p:spPr>
      </p:sp>
      <p:sp>
        <p:nvSpPr>
          <p:cNvPr id="16" name="shape-1272">
            <a:extLst xmlns:a="http://schemas.openxmlformats.org/drawingml/2006/main">
              <a:ext uri="{FF2B5EF4-FFF2-40B4-BE49-F238E27FC236}">
                <a16:creationId xmlns:a16="http://schemas.microsoft.com/office/drawing/2014/main" id="{363342E3-1833-45E4-9699-FB5B937D663F}"/>
              </a:ext>
            </a:extLst>
          </p:cNvPr>
          <p:cNvSpPr>
            <a:spLocks xmlns:a="http://schemas.openxmlformats.org/drawingml/2006/main" noGrp="1"/>
          </p:cNvSpPr>
          <p:nvPr/>
        </p:nvSpPr>
        <p:spPr>
          <a:xfrm xmlns:a="http://schemas.openxmlformats.org/drawingml/2006/main" rot="0">
            <a:off x="1533525" y="4086225"/>
            <a:ext cx="152400" cy="152400"/>
          </a:xfrm>
          <a:prstGeom xmlns:a="http://schemas.openxmlformats.org/drawingml/2006/main" prst="ellipse">
            <a:avLst/>
          </a:prstGeom>
          <a:solidFill xmlns:a="http://schemas.openxmlformats.org/drawingml/2006/main">
            <a:srgbClr val="7351C7"/>
          </a:solidFill>
          <a:ln xmlns:a="http://schemas.openxmlformats.org/drawingml/2006/main" w="9525">
            <a:solidFill>
              <a:srgbClr val="7351C7"/>
            </a:solidFill>
            <a:prstDash val="solid"/>
          </a:ln>
        </p:spPr>
      </p:sp>
      <p:sp>
        <p:nvSpPr>
          <p:cNvPr id="17" name="label-1273">
            <a:extLst xmlns:a="http://schemas.openxmlformats.org/drawingml/2006/main">
              <a:ext uri="{FF2B5EF4-FFF2-40B4-BE49-F238E27FC236}">
                <a16:creationId xmlns:a16="http://schemas.microsoft.com/office/drawing/2014/main" id="{E5B87890-7273-4C8A-A29A-3A0AF1E274AB}"/>
              </a:ext>
            </a:extLst>
          </p:cNvPr>
          <p:cNvSpPr>
            <a:spLocks xmlns:a="http://schemas.openxmlformats.org/drawingml/2006/main" noGrp="1"/>
          </p:cNvSpPr>
          <p:nvPr/>
        </p:nvSpPr>
        <p:spPr>
          <a:xfrm xmlns:a="http://schemas.openxmlformats.org/drawingml/2006/main">
            <a:off x="533400" y="5219700"/>
            <a:ext cx="42767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0">
                <a:solidFill>
                  <a:srgbClr val="7351C7"/>
                </a:solidFill>
                <a:latin typeface="DejaVu Sans"/>
                <a:ea typeface="DejaVu Sans"/>
                <a:cs typeface="DejaVu Sans"/>
              </a:defRPr>
            </a:defPPr>
            <a:lvl1pPr algn="l">
              <a:defRPr sz="1950" b="0">
                <a:solidFill>
                  <a:srgbClr val="7351C7"/>
                </a:solidFill>
                <a:latin typeface="DejaVu Sans"/>
                <a:ea typeface="DejaVu Sans"/>
                <a:cs typeface="DejaVu Sans"/>
              </a:defRPr>
            </a:lvl1pPr>
            <a:lvl2pPr algn="l">
              <a:defRPr sz="1950" b="0">
                <a:solidFill>
                  <a:srgbClr val="7351C7"/>
                </a:solidFill>
                <a:latin typeface="DejaVu Sans"/>
                <a:ea typeface="DejaVu Sans"/>
                <a:cs typeface="DejaVu Sans"/>
              </a:defRPr>
            </a:lvl2pPr>
            <a:lvl3pPr algn="l">
              <a:defRPr sz="1950" b="0">
                <a:solidFill>
                  <a:srgbClr val="7351C7"/>
                </a:solidFill>
                <a:latin typeface="DejaVu Sans"/>
                <a:ea typeface="DejaVu Sans"/>
                <a:cs typeface="DejaVu Sans"/>
              </a:defRPr>
            </a:lvl3pPr>
            <a:lvl4pPr algn="l">
              <a:defRPr sz="1950" b="0">
                <a:solidFill>
                  <a:srgbClr val="7351C7"/>
                </a:solidFill>
                <a:latin typeface="DejaVu Sans"/>
                <a:ea typeface="DejaVu Sans"/>
                <a:cs typeface="DejaVu Sans"/>
              </a:defRPr>
            </a:lvl4pPr>
            <a:lvl5pPr algn="l">
              <a:defRPr sz="1950" b="0">
                <a:solidFill>
                  <a:srgbClr val="7351C7"/>
                </a:solidFill>
                <a:latin typeface="DejaVu Sans"/>
                <a:ea typeface="DejaVu Sans"/>
                <a:cs typeface="DejaVu Sans"/>
              </a:defRPr>
            </a:lvl5pPr>
            <a:lvl6pPr algn="l">
              <a:defRPr sz="1950" b="0">
                <a:solidFill>
                  <a:srgbClr val="7351C7"/>
                </a:solidFill>
                <a:latin typeface="DejaVu Sans"/>
                <a:ea typeface="DejaVu Sans"/>
                <a:cs typeface="DejaVu Sans"/>
              </a:defRPr>
            </a:lvl6pPr>
            <a:lvl7pPr algn="l">
              <a:defRPr sz="1950" b="0">
                <a:solidFill>
                  <a:srgbClr val="7351C7"/>
                </a:solidFill>
                <a:latin typeface="DejaVu Sans"/>
                <a:ea typeface="DejaVu Sans"/>
                <a:cs typeface="DejaVu Sans"/>
              </a:defRPr>
            </a:lvl7pPr>
            <a:lvl8pPr algn="l">
              <a:defRPr sz="1950" b="0">
                <a:solidFill>
                  <a:srgbClr val="7351C7"/>
                </a:solidFill>
                <a:latin typeface="DejaVu Sans"/>
                <a:ea typeface="DejaVu Sans"/>
                <a:cs typeface="DejaVu Sans"/>
              </a:defRPr>
            </a:lvl8pPr>
            <a:lvl9pPr algn="l">
              <a:defRPr sz="1950" b="0">
                <a:solidFill>
                  <a:srgbClr val="7351C7"/>
                </a:solidFill>
                <a:latin typeface="DejaVu Sans"/>
                <a:ea typeface="DejaVu Sans"/>
                <a:cs typeface="DejaVu Sans"/>
              </a:defRPr>
            </a:lvl9pPr>
          </a:lstStyle>
          <a:p xmlns:a="http://schemas.openxmlformats.org/drawingml/2006/main">
            <a:pPr algn="l">
              <a:defRPr sz="1950" b="0">
                <a:solidFill>
                  <a:srgbClr val="7351C7"/>
                </a:solidFill>
                <a:latin typeface="DejaVu Sans"/>
                <a:ea typeface="DejaVu Sans"/>
                <a:cs typeface="DejaVu Sans"/>
              </a:defRPr>
            </a:pPr>
            <a:r>
              <a:rPr sz="1950" b="0">
                <a:solidFill>
                  <a:srgbClr val="7351C7"/>
                </a:solidFill>
                <a:latin typeface="DejaVu Sans"/>
                <a:ea typeface="DejaVu Sans"/>
                <a:cs typeface="DejaVu Sans"/>
              </a:rPr>
              <a:t>Sample at (0.25, 0.75)</a:t>
            </a:r>
          </a:p>
        </p:txBody>
      </p:sp>
      <p:sp>
        <p:nvSpPr>
          <p:cNvPr id="18" name="label-1274">
            <a:extLst xmlns:a="http://schemas.openxmlformats.org/drawingml/2006/main">
              <a:ext uri="{FF2B5EF4-FFF2-40B4-BE49-F238E27FC236}">
                <a16:creationId xmlns:a16="http://schemas.microsoft.com/office/drawing/2014/main" id="{73FC5A81-7B26-425D-B06A-93D35BD57A65}"/>
              </a:ext>
            </a:extLst>
          </p:cNvPr>
          <p:cNvSpPr>
            <a:spLocks xmlns:a="http://schemas.openxmlformats.org/drawingml/2006/main" noGrp="1"/>
          </p:cNvSpPr>
          <p:nvPr/>
        </p:nvSpPr>
        <p:spPr>
          <a:xfrm xmlns:a="http://schemas.openxmlformats.org/drawingml/2006/main">
            <a:off x="533400" y="5638800"/>
            <a:ext cx="4276725"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7351C7"/>
                </a:solidFill>
                <a:latin typeface="DejaVu Sans"/>
                <a:ea typeface="DejaVu Sans"/>
                <a:cs typeface="DejaVu Sans"/>
              </a:defRPr>
            </a:defPPr>
            <a:lvl1pPr algn="l">
              <a:defRPr sz="1950" b="1">
                <a:solidFill>
                  <a:srgbClr val="7351C7"/>
                </a:solidFill>
                <a:latin typeface="DejaVu Sans"/>
                <a:ea typeface="DejaVu Sans"/>
                <a:cs typeface="DejaVu Sans"/>
              </a:defRPr>
            </a:lvl1pPr>
            <a:lvl2pPr algn="l">
              <a:defRPr sz="1950" b="1">
                <a:solidFill>
                  <a:srgbClr val="7351C7"/>
                </a:solidFill>
                <a:latin typeface="DejaVu Sans"/>
                <a:ea typeface="DejaVu Sans"/>
                <a:cs typeface="DejaVu Sans"/>
              </a:defRPr>
            </a:lvl2pPr>
            <a:lvl3pPr algn="l">
              <a:defRPr sz="1950" b="1">
                <a:solidFill>
                  <a:srgbClr val="7351C7"/>
                </a:solidFill>
                <a:latin typeface="DejaVu Sans"/>
                <a:ea typeface="DejaVu Sans"/>
                <a:cs typeface="DejaVu Sans"/>
              </a:defRPr>
            </a:lvl3pPr>
            <a:lvl4pPr algn="l">
              <a:defRPr sz="1950" b="1">
                <a:solidFill>
                  <a:srgbClr val="7351C7"/>
                </a:solidFill>
                <a:latin typeface="DejaVu Sans"/>
                <a:ea typeface="DejaVu Sans"/>
                <a:cs typeface="DejaVu Sans"/>
              </a:defRPr>
            </a:lvl4pPr>
            <a:lvl5pPr algn="l">
              <a:defRPr sz="1950" b="1">
                <a:solidFill>
                  <a:srgbClr val="7351C7"/>
                </a:solidFill>
                <a:latin typeface="DejaVu Sans"/>
                <a:ea typeface="DejaVu Sans"/>
                <a:cs typeface="DejaVu Sans"/>
              </a:defRPr>
            </a:lvl5pPr>
            <a:lvl6pPr algn="l">
              <a:defRPr sz="1950" b="1">
                <a:solidFill>
                  <a:srgbClr val="7351C7"/>
                </a:solidFill>
                <a:latin typeface="DejaVu Sans"/>
                <a:ea typeface="DejaVu Sans"/>
                <a:cs typeface="DejaVu Sans"/>
              </a:defRPr>
            </a:lvl6pPr>
            <a:lvl7pPr algn="l">
              <a:defRPr sz="1950" b="1">
                <a:solidFill>
                  <a:srgbClr val="7351C7"/>
                </a:solidFill>
                <a:latin typeface="DejaVu Sans"/>
                <a:ea typeface="DejaVu Sans"/>
                <a:cs typeface="DejaVu Sans"/>
              </a:defRPr>
            </a:lvl7pPr>
            <a:lvl8pPr algn="l">
              <a:defRPr sz="1950" b="1">
                <a:solidFill>
                  <a:srgbClr val="7351C7"/>
                </a:solidFill>
                <a:latin typeface="DejaVu Sans"/>
                <a:ea typeface="DejaVu Sans"/>
                <a:cs typeface="DejaVu Sans"/>
              </a:defRPr>
            </a:lvl8pPr>
            <a:lvl9pPr algn="l">
              <a:defRPr sz="1950" b="1">
                <a:solidFill>
                  <a:srgbClr val="7351C7"/>
                </a:solidFill>
                <a:latin typeface="DejaVu Sans"/>
                <a:ea typeface="DejaVu Sans"/>
                <a:cs typeface="DejaVu Sans"/>
              </a:defRPr>
            </a:lvl9pPr>
          </a:lstStyle>
          <a:p xmlns:a="http://schemas.openxmlformats.org/drawingml/2006/main">
            <a:pPr algn="l">
              <a:defRPr sz="1950" b="1">
                <a:solidFill>
                  <a:srgbClr val="7351C7"/>
                </a:solidFill>
                <a:latin typeface="DejaVu Sans"/>
                <a:ea typeface="DejaVu Sans"/>
                <a:cs typeface="DejaVu Sans"/>
              </a:defRPr>
            </a:pPr>
            <a:r>
              <a:rPr sz="1950" b="1">
                <a:solidFill>
                  <a:srgbClr val="7351C7"/>
                </a:solidFill>
                <a:latin typeface="DejaVu Sans"/>
                <a:ea typeface="DejaVu Sans"/>
                <a:cs typeface="DejaVu Sans"/>
              </a:rPr>
              <a:t>Interpolated value = 5.5</a:t>
            </a:r>
          </a:p>
        </p:txBody>
      </p:sp>
      <p:sp>
        <p:nvSpPr>
          <p:cNvPr id="19" name="label-1275">
            <a:extLst xmlns:a="http://schemas.openxmlformats.org/drawingml/2006/main">
              <a:ext uri="{FF2B5EF4-FFF2-40B4-BE49-F238E27FC236}">
                <a16:creationId xmlns:a16="http://schemas.microsoft.com/office/drawing/2014/main" id="{1883F80B-DF09-42B4-9366-01079ED30713}"/>
              </a:ext>
            </a:extLst>
          </p:cNvPr>
          <p:cNvSpPr>
            <a:spLocks xmlns:a="http://schemas.openxmlformats.org/drawingml/2006/main" noGrp="1"/>
          </p:cNvSpPr>
          <p:nvPr/>
        </p:nvSpPr>
        <p:spPr>
          <a:xfrm xmlns:a="http://schemas.openxmlformats.org/drawingml/2006/main">
            <a:off x="5457825" y="1381125"/>
            <a:ext cx="61722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6253B"/>
                </a:solidFill>
                <a:latin typeface="DejaVu Sans"/>
                <a:ea typeface="DejaVu Sans"/>
                <a:cs typeface="DejaVu Sans"/>
              </a:defRPr>
            </a:defPPr>
            <a:lvl1pPr algn="l">
              <a:defRPr sz="2175" b="1">
                <a:solidFill>
                  <a:srgbClr val="16253B"/>
                </a:solidFill>
                <a:latin typeface="DejaVu Sans"/>
                <a:ea typeface="DejaVu Sans"/>
                <a:cs typeface="DejaVu Sans"/>
              </a:defRPr>
            </a:lvl1pPr>
            <a:lvl2pPr algn="l">
              <a:defRPr sz="2175" b="1">
                <a:solidFill>
                  <a:srgbClr val="16253B"/>
                </a:solidFill>
                <a:latin typeface="DejaVu Sans"/>
                <a:ea typeface="DejaVu Sans"/>
                <a:cs typeface="DejaVu Sans"/>
              </a:defRPr>
            </a:lvl2pPr>
            <a:lvl3pPr algn="l">
              <a:defRPr sz="2175" b="1">
                <a:solidFill>
                  <a:srgbClr val="16253B"/>
                </a:solidFill>
                <a:latin typeface="DejaVu Sans"/>
                <a:ea typeface="DejaVu Sans"/>
                <a:cs typeface="DejaVu Sans"/>
              </a:defRPr>
            </a:lvl3pPr>
            <a:lvl4pPr algn="l">
              <a:defRPr sz="2175" b="1">
                <a:solidFill>
                  <a:srgbClr val="16253B"/>
                </a:solidFill>
                <a:latin typeface="DejaVu Sans"/>
                <a:ea typeface="DejaVu Sans"/>
                <a:cs typeface="DejaVu Sans"/>
              </a:defRPr>
            </a:lvl4pPr>
            <a:lvl5pPr algn="l">
              <a:defRPr sz="2175" b="1">
                <a:solidFill>
                  <a:srgbClr val="16253B"/>
                </a:solidFill>
                <a:latin typeface="DejaVu Sans"/>
                <a:ea typeface="DejaVu Sans"/>
                <a:cs typeface="DejaVu Sans"/>
              </a:defRPr>
            </a:lvl5pPr>
            <a:lvl6pPr algn="l">
              <a:defRPr sz="2175" b="1">
                <a:solidFill>
                  <a:srgbClr val="16253B"/>
                </a:solidFill>
                <a:latin typeface="DejaVu Sans"/>
                <a:ea typeface="DejaVu Sans"/>
                <a:cs typeface="DejaVu Sans"/>
              </a:defRPr>
            </a:lvl6pPr>
            <a:lvl7pPr algn="l">
              <a:defRPr sz="2175" b="1">
                <a:solidFill>
                  <a:srgbClr val="16253B"/>
                </a:solidFill>
                <a:latin typeface="DejaVu Sans"/>
                <a:ea typeface="DejaVu Sans"/>
                <a:cs typeface="DejaVu Sans"/>
              </a:defRPr>
            </a:lvl7pPr>
            <a:lvl8pPr algn="l">
              <a:defRPr sz="2175" b="1">
                <a:solidFill>
                  <a:srgbClr val="16253B"/>
                </a:solidFill>
                <a:latin typeface="DejaVu Sans"/>
                <a:ea typeface="DejaVu Sans"/>
                <a:cs typeface="DejaVu Sans"/>
              </a:defRPr>
            </a:lvl8pPr>
            <a:lvl9pPr algn="l">
              <a:defRPr sz="2175" b="1">
                <a:solidFill>
                  <a:srgbClr val="16253B"/>
                </a:solidFill>
                <a:latin typeface="DejaVu Sans"/>
                <a:ea typeface="DejaVu Sans"/>
                <a:cs typeface="DejaVu Sans"/>
              </a:defRPr>
            </a:lvl9pPr>
          </a:lstStyle>
          <a:p xmlns:a="http://schemas.openxmlformats.org/drawingml/2006/main">
            <a:pPr algn="l">
              <a:defRPr sz="2175" b="1">
                <a:solidFill>
                  <a:srgbClr val="16253B"/>
                </a:solidFill>
                <a:latin typeface="DejaVu Sans"/>
                <a:ea typeface="DejaVu Sans"/>
                <a:cs typeface="DejaVu Sans"/>
              </a:defRPr>
            </a:pPr>
            <a:r>
              <a:rPr sz="2175" b="1">
                <a:solidFill>
                  <a:srgbClr val="16253B"/>
                </a:solidFill>
                <a:latin typeface="DejaVu Sans"/>
                <a:ea typeface="DejaVu Sans"/>
                <a:cs typeface="DejaVu Sans"/>
              </a:rPr>
              <a:t>Normalized grid coordinates</a:t>
            </a:r>
          </a:p>
        </p:txBody>
      </p:sp>
      <p:sp>
        <p:nvSpPr>
          <p:cNvPr id="20" name="label-1276">
            <a:extLst xmlns:a="http://schemas.openxmlformats.org/drawingml/2006/main">
              <a:ext uri="{FF2B5EF4-FFF2-40B4-BE49-F238E27FC236}">
                <a16:creationId xmlns:a16="http://schemas.microsoft.com/office/drawing/2014/main" id="{D54C1B55-6DB2-43F0-8012-AB70882E9A96}"/>
              </a:ext>
            </a:extLst>
          </p:cNvPr>
          <p:cNvSpPr>
            <a:spLocks xmlns:a="http://schemas.openxmlformats.org/drawingml/2006/main" noGrp="1"/>
          </p:cNvSpPr>
          <p:nvPr/>
        </p:nvSpPr>
        <p:spPr>
          <a:xfrm xmlns:a="http://schemas.openxmlformats.org/drawingml/2006/main">
            <a:off x="5457825" y="2181225"/>
            <a:ext cx="6172200" cy="971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7351C7"/>
                </a:solidFill>
                <a:latin typeface="DejaVu Sans"/>
                <a:ea typeface="DejaVu Sans"/>
                <a:cs typeface="DejaVu Sans"/>
              </a:defRPr>
            </a:defPPr>
            <a:lvl1pPr algn="l">
              <a:defRPr sz="2175" b="0">
                <a:solidFill>
                  <a:srgbClr val="7351C7"/>
                </a:solidFill>
                <a:latin typeface="DejaVu Sans"/>
                <a:ea typeface="DejaVu Sans"/>
                <a:cs typeface="DejaVu Sans"/>
              </a:defRPr>
            </a:lvl1pPr>
            <a:lvl2pPr algn="l">
              <a:defRPr sz="2175" b="0">
                <a:solidFill>
                  <a:srgbClr val="7351C7"/>
                </a:solidFill>
                <a:latin typeface="DejaVu Sans"/>
                <a:ea typeface="DejaVu Sans"/>
                <a:cs typeface="DejaVu Sans"/>
              </a:defRPr>
            </a:lvl2pPr>
            <a:lvl3pPr algn="l">
              <a:defRPr sz="2175" b="0">
                <a:solidFill>
                  <a:srgbClr val="7351C7"/>
                </a:solidFill>
                <a:latin typeface="DejaVu Sans"/>
                <a:ea typeface="DejaVu Sans"/>
                <a:cs typeface="DejaVu Sans"/>
              </a:defRPr>
            </a:lvl3pPr>
            <a:lvl4pPr algn="l">
              <a:defRPr sz="2175" b="0">
                <a:solidFill>
                  <a:srgbClr val="7351C7"/>
                </a:solidFill>
                <a:latin typeface="DejaVu Sans"/>
                <a:ea typeface="DejaVu Sans"/>
                <a:cs typeface="DejaVu Sans"/>
              </a:defRPr>
            </a:lvl4pPr>
            <a:lvl5pPr algn="l">
              <a:defRPr sz="2175" b="0">
                <a:solidFill>
                  <a:srgbClr val="7351C7"/>
                </a:solidFill>
                <a:latin typeface="DejaVu Sans"/>
                <a:ea typeface="DejaVu Sans"/>
                <a:cs typeface="DejaVu Sans"/>
              </a:defRPr>
            </a:lvl5pPr>
            <a:lvl6pPr algn="l">
              <a:defRPr sz="2175" b="0">
                <a:solidFill>
                  <a:srgbClr val="7351C7"/>
                </a:solidFill>
                <a:latin typeface="DejaVu Sans"/>
                <a:ea typeface="DejaVu Sans"/>
                <a:cs typeface="DejaVu Sans"/>
              </a:defRPr>
            </a:lvl6pPr>
            <a:lvl7pPr algn="l">
              <a:defRPr sz="2175" b="0">
                <a:solidFill>
                  <a:srgbClr val="7351C7"/>
                </a:solidFill>
                <a:latin typeface="DejaVu Sans"/>
                <a:ea typeface="DejaVu Sans"/>
                <a:cs typeface="DejaVu Sans"/>
              </a:defRPr>
            </a:lvl7pPr>
            <a:lvl8pPr algn="l">
              <a:defRPr sz="2175" b="0">
                <a:solidFill>
                  <a:srgbClr val="7351C7"/>
                </a:solidFill>
                <a:latin typeface="DejaVu Sans"/>
                <a:ea typeface="DejaVu Sans"/>
                <a:cs typeface="DejaVu Sans"/>
              </a:defRPr>
            </a:lvl8pPr>
            <a:lvl9pPr algn="l">
              <a:defRPr sz="2175" b="0">
                <a:solidFill>
                  <a:srgbClr val="7351C7"/>
                </a:solidFill>
                <a:latin typeface="DejaVu Sans"/>
                <a:ea typeface="DejaVu Sans"/>
                <a:cs typeface="DejaVu Sans"/>
              </a:defRPr>
            </a:lvl9pPr>
          </a:lstStyle>
          <a:p xmlns:a="http://schemas.openxmlformats.org/drawingml/2006/main">
            <a:pPr algn="l">
              <a:defRPr sz="2175" b="0">
                <a:solidFill>
                  <a:srgbClr val="7351C7"/>
                </a:solidFill>
                <a:latin typeface="DejaVu Sans"/>
                <a:ea typeface="DejaVu Sans"/>
                <a:cs typeface="DejaVu Sans"/>
              </a:defRPr>
            </a:pPr>
            <a:r>
              <a:rPr sz="2175" b="0">
                <a:solidFill>
                  <a:srgbClr val="7351C7"/>
                </a:solidFill>
                <a:latin typeface="DejaVu Sans"/>
                <a:ea typeface="DejaVu Sans"/>
                <a:cs typeface="DejaVu Sans"/>
              </a:rPr>
              <a:t>gₓ = 2(cₓ + δₓ)/(W − 1) − 1</a:t>
            </a:r>
          </a:p>
          <a:p xmlns:a="http://schemas.openxmlformats.org/drawingml/2006/main">
            <a:pPr algn="l">
              <a:defRPr sz="2175" b="0">
                <a:solidFill>
                  <a:srgbClr val="7351C7"/>
                </a:solidFill>
                <a:latin typeface="DejaVu Sans"/>
                <a:ea typeface="DejaVu Sans"/>
                <a:cs typeface="DejaVu Sans"/>
              </a:defRPr>
            </a:pPr>
            <a:r>
              <a:rPr sz="2175" b="0">
                <a:solidFill>
                  <a:srgbClr val="7351C7"/>
                </a:solidFill>
                <a:latin typeface="DejaVu Sans"/>
                <a:ea typeface="DejaVu Sans"/>
                <a:cs typeface="DejaVu Sans"/>
              </a:rPr>
              <a:t>gᵧ = 2(cᵧ + δᵧ)/(H − 1) − 1</a:t>
            </a:r>
          </a:p>
        </p:txBody>
      </p:sp>
      <p:sp>
        <p:nvSpPr>
          <p:cNvPr id="21" name="label-1277">
            <a:extLst xmlns:a="http://schemas.openxmlformats.org/drawingml/2006/main">
              <a:ext uri="{FF2B5EF4-FFF2-40B4-BE49-F238E27FC236}">
                <a16:creationId xmlns:a16="http://schemas.microsoft.com/office/drawing/2014/main" id="{C46B910A-75C6-4FA0-8546-5EFD71394486}"/>
              </a:ext>
            </a:extLst>
          </p:cNvPr>
          <p:cNvSpPr>
            <a:spLocks xmlns:a="http://schemas.openxmlformats.org/drawingml/2006/main" noGrp="1"/>
          </p:cNvSpPr>
          <p:nvPr/>
        </p:nvSpPr>
        <p:spPr>
          <a:xfrm xmlns:a="http://schemas.openxmlformats.org/drawingml/2006/main">
            <a:off x="5457825" y="3533775"/>
            <a:ext cx="61722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0">
                <a:solidFill>
                  <a:srgbClr val="16253B"/>
                </a:solidFill>
                <a:latin typeface="DejaVu Sans"/>
                <a:ea typeface="DejaVu Sans"/>
                <a:cs typeface="DejaVu Sans"/>
              </a:defRPr>
            </a:defPPr>
            <a:lvl1pPr algn="l">
              <a:defRPr sz="2100" b="0">
                <a:solidFill>
                  <a:srgbClr val="16253B"/>
                </a:solidFill>
                <a:latin typeface="DejaVu Sans"/>
                <a:ea typeface="DejaVu Sans"/>
                <a:cs typeface="DejaVu Sans"/>
              </a:defRPr>
            </a:lvl1pPr>
            <a:lvl2pPr algn="l">
              <a:defRPr sz="2100" b="0">
                <a:solidFill>
                  <a:srgbClr val="16253B"/>
                </a:solidFill>
                <a:latin typeface="DejaVu Sans"/>
                <a:ea typeface="DejaVu Sans"/>
                <a:cs typeface="DejaVu Sans"/>
              </a:defRPr>
            </a:lvl2pPr>
            <a:lvl3pPr algn="l">
              <a:defRPr sz="2100" b="0">
                <a:solidFill>
                  <a:srgbClr val="16253B"/>
                </a:solidFill>
                <a:latin typeface="DejaVu Sans"/>
                <a:ea typeface="DejaVu Sans"/>
                <a:cs typeface="DejaVu Sans"/>
              </a:defRPr>
            </a:lvl3pPr>
            <a:lvl4pPr algn="l">
              <a:defRPr sz="2100" b="0">
                <a:solidFill>
                  <a:srgbClr val="16253B"/>
                </a:solidFill>
                <a:latin typeface="DejaVu Sans"/>
                <a:ea typeface="DejaVu Sans"/>
                <a:cs typeface="DejaVu Sans"/>
              </a:defRPr>
            </a:lvl4pPr>
            <a:lvl5pPr algn="l">
              <a:defRPr sz="2100" b="0">
                <a:solidFill>
                  <a:srgbClr val="16253B"/>
                </a:solidFill>
                <a:latin typeface="DejaVu Sans"/>
                <a:ea typeface="DejaVu Sans"/>
                <a:cs typeface="DejaVu Sans"/>
              </a:defRPr>
            </a:lvl5pPr>
            <a:lvl6pPr algn="l">
              <a:defRPr sz="2100" b="0">
                <a:solidFill>
                  <a:srgbClr val="16253B"/>
                </a:solidFill>
                <a:latin typeface="DejaVu Sans"/>
                <a:ea typeface="DejaVu Sans"/>
                <a:cs typeface="DejaVu Sans"/>
              </a:defRPr>
            </a:lvl6pPr>
            <a:lvl7pPr algn="l">
              <a:defRPr sz="2100" b="0">
                <a:solidFill>
                  <a:srgbClr val="16253B"/>
                </a:solidFill>
                <a:latin typeface="DejaVu Sans"/>
                <a:ea typeface="DejaVu Sans"/>
                <a:cs typeface="DejaVu Sans"/>
              </a:defRPr>
            </a:lvl7pPr>
            <a:lvl8pPr algn="l">
              <a:defRPr sz="2100" b="0">
                <a:solidFill>
                  <a:srgbClr val="16253B"/>
                </a:solidFill>
                <a:latin typeface="DejaVu Sans"/>
                <a:ea typeface="DejaVu Sans"/>
                <a:cs typeface="DejaVu Sans"/>
              </a:defRPr>
            </a:lvl8pPr>
            <a:lvl9pPr algn="l">
              <a:defRPr sz="2100" b="0">
                <a:solidFill>
                  <a:srgbClr val="16253B"/>
                </a:solidFill>
                <a:latin typeface="DejaVu Sans"/>
                <a:ea typeface="DejaVu Sans"/>
                <a:cs typeface="DejaVu Sans"/>
              </a:defRPr>
            </a:lvl9pPr>
          </a:lstStyle>
          <a:p xmlns:a="http://schemas.openxmlformats.org/drawingml/2006/main">
            <a:pPr algn="l">
              <a:defRPr sz="2100" b="0">
                <a:solidFill>
                  <a:srgbClr val="16253B"/>
                </a:solidFill>
                <a:latin typeface="DejaVu Sans"/>
                <a:ea typeface="DejaVu Sans"/>
                <a:cs typeface="DejaVu Sans"/>
              </a:defRPr>
            </a:pPr>
            <a:r>
              <a:rPr sz="2100" b="0">
                <a:solidFill>
                  <a:srgbClr val="16253B"/>
                </a:solidFill>
                <a:latin typeface="DejaVu Sans"/>
                <a:ea typeface="DejaVu Sans"/>
                <a:cs typeface="DejaVu Sans"/>
              </a:rPr>
              <a:t>align_corners = True</a:t>
            </a:r>
          </a:p>
          <a:p xmlns:a="http://schemas.openxmlformats.org/drawingml/2006/main">
            <a:pPr algn="l">
              <a:defRPr sz="2100" b="0">
                <a:solidFill>
                  <a:srgbClr val="16253B"/>
                </a:solidFill>
                <a:latin typeface="DejaVu Sans"/>
                <a:ea typeface="DejaVu Sans"/>
                <a:cs typeface="DejaVu Sans"/>
              </a:defRPr>
            </a:pPr>
            <a:r>
              <a:rPr sz="2100" b="0">
                <a:solidFill>
                  <a:srgbClr val="16253B"/>
                </a:solidFill>
                <a:latin typeface="DejaVu Sans"/>
                <a:ea typeface="DejaVu Sans"/>
                <a:cs typeface="DejaVu Sans"/>
              </a:rPr>
              <a:t>Bilinear interpolation</a:t>
            </a:r>
          </a:p>
          <a:p xmlns:a="http://schemas.openxmlformats.org/drawingml/2006/main">
            <a:pPr algn="l">
              <a:defRPr sz="2100" b="0">
                <a:solidFill>
                  <a:srgbClr val="16253B"/>
                </a:solidFill>
                <a:latin typeface="DejaVu Sans"/>
                <a:ea typeface="DejaVu Sans"/>
                <a:cs typeface="DejaVu Sans"/>
              </a:defRPr>
            </a:pPr>
            <a:r>
              <a:rPr sz="2100" b="0">
                <a:solidFill>
                  <a:srgbClr val="16253B"/>
                </a:solidFill>
                <a:latin typeface="DejaVu Sans"/>
                <a:ea typeface="DejaVu Sans"/>
                <a:cs typeface="DejaVu Sans"/>
              </a:rPr>
              <a:t>Zero padding outside BEV</a:t>
            </a:r>
          </a:p>
        </p:txBody>
      </p:sp>
      <p:sp>
        <p:nvSpPr>
          <p:cNvPr id="22" name="label-1278">
            <a:extLst xmlns:a="http://schemas.openxmlformats.org/drawingml/2006/main">
              <a:ext uri="{FF2B5EF4-FFF2-40B4-BE49-F238E27FC236}">
                <a16:creationId xmlns:a16="http://schemas.microsoft.com/office/drawing/2014/main" id="{B8212568-7F24-414A-9737-10D92DB120E8}"/>
              </a:ext>
            </a:extLst>
          </p:cNvPr>
          <p:cNvSpPr>
            <a:spLocks xmlns:a="http://schemas.openxmlformats.org/drawingml/2006/main" noGrp="1"/>
          </p:cNvSpPr>
          <p:nvPr/>
        </p:nvSpPr>
        <p:spPr>
          <a:xfrm xmlns:a="http://schemas.openxmlformats.org/drawingml/2006/main">
            <a:off x="5457825" y="5210175"/>
            <a:ext cx="6172200" cy="733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7351C7"/>
                </a:solidFill>
                <a:latin typeface="DejaVu Sans"/>
                <a:ea typeface="DejaVu Sans"/>
                <a:cs typeface="DejaVu Sans"/>
              </a:defRPr>
            </a:defPPr>
            <a:lvl1pPr algn="l">
              <a:defRPr sz="2100" b="1">
                <a:solidFill>
                  <a:srgbClr val="7351C7"/>
                </a:solidFill>
                <a:latin typeface="DejaVu Sans"/>
                <a:ea typeface="DejaVu Sans"/>
                <a:cs typeface="DejaVu Sans"/>
              </a:defRPr>
            </a:lvl1pPr>
            <a:lvl2pPr algn="l">
              <a:defRPr sz="2100" b="1">
                <a:solidFill>
                  <a:srgbClr val="7351C7"/>
                </a:solidFill>
                <a:latin typeface="DejaVu Sans"/>
                <a:ea typeface="DejaVu Sans"/>
                <a:cs typeface="DejaVu Sans"/>
              </a:defRPr>
            </a:lvl2pPr>
            <a:lvl3pPr algn="l">
              <a:defRPr sz="2100" b="1">
                <a:solidFill>
                  <a:srgbClr val="7351C7"/>
                </a:solidFill>
                <a:latin typeface="DejaVu Sans"/>
                <a:ea typeface="DejaVu Sans"/>
                <a:cs typeface="DejaVu Sans"/>
              </a:defRPr>
            </a:lvl3pPr>
            <a:lvl4pPr algn="l">
              <a:defRPr sz="2100" b="1">
                <a:solidFill>
                  <a:srgbClr val="7351C7"/>
                </a:solidFill>
                <a:latin typeface="DejaVu Sans"/>
                <a:ea typeface="DejaVu Sans"/>
                <a:cs typeface="DejaVu Sans"/>
              </a:defRPr>
            </a:lvl4pPr>
            <a:lvl5pPr algn="l">
              <a:defRPr sz="2100" b="1">
                <a:solidFill>
                  <a:srgbClr val="7351C7"/>
                </a:solidFill>
                <a:latin typeface="DejaVu Sans"/>
                <a:ea typeface="DejaVu Sans"/>
                <a:cs typeface="DejaVu Sans"/>
              </a:defRPr>
            </a:lvl5pPr>
            <a:lvl6pPr algn="l">
              <a:defRPr sz="2100" b="1">
                <a:solidFill>
                  <a:srgbClr val="7351C7"/>
                </a:solidFill>
                <a:latin typeface="DejaVu Sans"/>
                <a:ea typeface="DejaVu Sans"/>
                <a:cs typeface="DejaVu Sans"/>
              </a:defRPr>
            </a:lvl6pPr>
            <a:lvl7pPr algn="l">
              <a:defRPr sz="2100" b="1">
                <a:solidFill>
                  <a:srgbClr val="7351C7"/>
                </a:solidFill>
                <a:latin typeface="DejaVu Sans"/>
                <a:ea typeface="DejaVu Sans"/>
                <a:cs typeface="DejaVu Sans"/>
              </a:defRPr>
            </a:lvl7pPr>
            <a:lvl8pPr algn="l">
              <a:defRPr sz="2100" b="1">
                <a:solidFill>
                  <a:srgbClr val="7351C7"/>
                </a:solidFill>
                <a:latin typeface="DejaVu Sans"/>
                <a:ea typeface="DejaVu Sans"/>
                <a:cs typeface="DejaVu Sans"/>
              </a:defRPr>
            </a:lvl8pPr>
            <a:lvl9pPr algn="l">
              <a:defRPr sz="2100" b="1">
                <a:solidFill>
                  <a:srgbClr val="7351C7"/>
                </a:solidFill>
                <a:latin typeface="DejaVu Sans"/>
                <a:ea typeface="DejaVu Sans"/>
                <a:cs typeface="DejaVu Sans"/>
              </a:defRPr>
            </a:lvl9pPr>
          </a:lstStyle>
          <a:p xmlns:a="http://schemas.openxmlformats.org/drawingml/2006/main">
            <a:pPr algn="l">
              <a:defRPr sz="2100" b="1">
                <a:solidFill>
                  <a:srgbClr val="7351C7"/>
                </a:solidFill>
                <a:latin typeface="DejaVu Sans"/>
                <a:ea typeface="DejaVu Sans"/>
                <a:cs typeface="DejaVu Sans"/>
              </a:defRPr>
            </a:pPr>
            <a:r>
              <a:rPr sz="2100" b="1">
                <a:solidFill>
                  <a:srgbClr val="7351C7"/>
                </a:solidFill>
                <a:latin typeface="DejaVu Sans"/>
                <a:ea typeface="DejaVu Sans"/>
                <a:cs typeface="DejaVu Sans"/>
              </a:rPr>
              <a:t>Gradients reach sampled features</a:t>
            </a:r>
          </a:p>
          <a:p xmlns:a="http://schemas.openxmlformats.org/drawingml/2006/main">
            <a:pPr algn="l">
              <a:defRPr sz="2100" b="1">
                <a:solidFill>
                  <a:srgbClr val="7351C7"/>
                </a:solidFill>
                <a:latin typeface="DejaVu Sans"/>
                <a:ea typeface="DejaVu Sans"/>
                <a:cs typeface="DejaVu Sans"/>
              </a:defRPr>
            </a:pPr>
            <a:r>
              <a:rPr sz="2100" b="1">
                <a:solidFill>
                  <a:srgbClr val="7351C7"/>
                </a:solidFill>
                <a:latin typeface="DejaVu Sans"/>
                <a:ea typeface="DejaVu Sans"/>
                <a:cs typeface="DejaVu Sans"/>
              </a:rPr>
              <a:t>and the coarse center</a:t>
            </a:r>
          </a:p>
        </p:txBody>
      </p:sp>
    </p:spTree>
    <p:extLst>
      <p:ext uri="{BB962C8B-B14F-4D97-AF65-F5344CB8AC3E}">
        <p14:creationId xmlns:p14="http://schemas.microsoft.com/office/powerpoint/2010/main" val="532251661"/>
      </p:ext>
    </p:extLst>
  </p:cSld>
</p:sld>
</file>

<file path=ppt/slides/slide19.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19" name="slide-title">
            <a:extLst xmlns:a="http://schemas.openxmlformats.org/drawingml/2006/main">
              <a:ext uri="{FF2B5EF4-FFF2-40B4-BE49-F238E27FC236}">
                <a16:creationId xmlns:a16="http://schemas.microsoft.com/office/drawing/2014/main" id="{0C1F7036-05D1-418F-AF04-719B64262110}"/>
              </a:ext>
            </a:extLst>
          </p:cNvPr>
          <p:cNvSpPr>
            <a:spLocks xmlns:a="http://schemas.openxmlformats.org/drawingml/2006/main" noGrp="1"/>
          </p:cNvSpPr>
          <p:nvPr/>
        </p:nvSpPr>
        <p:spPr>
          <a:xfrm xmlns:a="http://schemas.openxmlformats.org/drawingml/2006/main">
            <a:off x="533400" y="361950"/>
            <a:ext cx="1112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6253B"/>
                </a:solidFill>
                <a:latin typeface="DejaVu Sans"/>
                <a:ea typeface="DejaVu Sans"/>
                <a:cs typeface="DejaVu Sans"/>
              </a:defRPr>
            </a:defPPr>
            <a:lvl1pPr algn="l">
              <a:defRPr sz="3300" b="1">
                <a:solidFill>
                  <a:srgbClr val="16253B"/>
                </a:solidFill>
                <a:latin typeface="DejaVu Sans"/>
                <a:ea typeface="DejaVu Sans"/>
                <a:cs typeface="DejaVu Sans"/>
              </a:defRPr>
            </a:lvl1pPr>
            <a:lvl2pPr algn="l">
              <a:defRPr sz="3300" b="1">
                <a:solidFill>
                  <a:srgbClr val="16253B"/>
                </a:solidFill>
                <a:latin typeface="DejaVu Sans"/>
                <a:ea typeface="DejaVu Sans"/>
                <a:cs typeface="DejaVu Sans"/>
              </a:defRPr>
            </a:lvl2pPr>
            <a:lvl3pPr algn="l">
              <a:defRPr sz="3300" b="1">
                <a:solidFill>
                  <a:srgbClr val="16253B"/>
                </a:solidFill>
                <a:latin typeface="DejaVu Sans"/>
                <a:ea typeface="DejaVu Sans"/>
                <a:cs typeface="DejaVu Sans"/>
              </a:defRPr>
            </a:lvl3pPr>
            <a:lvl4pPr algn="l">
              <a:defRPr sz="3300" b="1">
                <a:solidFill>
                  <a:srgbClr val="16253B"/>
                </a:solidFill>
                <a:latin typeface="DejaVu Sans"/>
                <a:ea typeface="DejaVu Sans"/>
                <a:cs typeface="DejaVu Sans"/>
              </a:defRPr>
            </a:lvl4pPr>
            <a:lvl5pPr algn="l">
              <a:defRPr sz="3300" b="1">
                <a:solidFill>
                  <a:srgbClr val="16253B"/>
                </a:solidFill>
                <a:latin typeface="DejaVu Sans"/>
                <a:ea typeface="DejaVu Sans"/>
                <a:cs typeface="DejaVu Sans"/>
              </a:defRPr>
            </a:lvl5pPr>
            <a:lvl6pPr algn="l">
              <a:defRPr sz="3300" b="1">
                <a:solidFill>
                  <a:srgbClr val="16253B"/>
                </a:solidFill>
                <a:latin typeface="DejaVu Sans"/>
                <a:ea typeface="DejaVu Sans"/>
                <a:cs typeface="DejaVu Sans"/>
              </a:defRPr>
            </a:lvl6pPr>
            <a:lvl7pPr algn="l">
              <a:defRPr sz="3300" b="1">
                <a:solidFill>
                  <a:srgbClr val="16253B"/>
                </a:solidFill>
                <a:latin typeface="DejaVu Sans"/>
                <a:ea typeface="DejaVu Sans"/>
                <a:cs typeface="DejaVu Sans"/>
              </a:defRPr>
            </a:lvl7pPr>
            <a:lvl8pPr algn="l">
              <a:defRPr sz="3300" b="1">
                <a:solidFill>
                  <a:srgbClr val="16253B"/>
                </a:solidFill>
                <a:latin typeface="DejaVu Sans"/>
                <a:ea typeface="DejaVu Sans"/>
                <a:cs typeface="DejaVu Sans"/>
              </a:defRPr>
            </a:lvl8pPr>
            <a:lvl9pPr algn="l">
              <a:defRPr sz="3300" b="1">
                <a:solidFill>
                  <a:srgbClr val="16253B"/>
                </a:solidFill>
                <a:latin typeface="DejaVu Sans"/>
                <a:ea typeface="DejaVu Sans"/>
                <a:cs typeface="DejaVu Sans"/>
              </a:defRPr>
            </a:lvl9pPr>
          </a:lstStyle>
          <a:p xmlns:a="http://schemas.openxmlformats.org/drawingml/2006/main">
            <a:pPr algn="l">
              <a:defRPr sz="3300" b="1">
                <a:solidFill>
                  <a:srgbClr val="16253B"/>
                </a:solidFill>
                <a:latin typeface="DejaVu Sans"/>
                <a:ea typeface="DejaVu Sans"/>
                <a:cs typeface="DejaVu Sans"/>
              </a:defRPr>
            </a:pPr>
            <a:r>
              <a:rPr sz="3300" b="1">
                <a:solidFill>
                  <a:srgbClr val="16253B"/>
                </a:solidFill>
                <a:latin typeface="DejaVu Sans"/>
                <a:ea typeface="DejaVu Sans"/>
                <a:cs typeface="DejaVu Sans"/>
              </a:rPr>
              <a:t>Box encoding and metric decoding</a:t>
            </a:r>
          </a:p>
        </p:txBody>
      </p:sp>
      <p:sp>
        <p:nvSpPr>
          <p:cNvPr id="2" name="label-1279">
            <a:extLst xmlns:a="http://schemas.openxmlformats.org/drawingml/2006/main">
              <a:ext uri="{FF2B5EF4-FFF2-40B4-BE49-F238E27FC236}">
                <a16:creationId xmlns:a16="http://schemas.microsoft.com/office/drawing/2014/main" id="{FB67F25C-E4A5-4A99-A19A-961DD0BA6007}"/>
              </a:ext>
            </a:extLst>
          </p:cNvPr>
          <p:cNvSpPr>
            <a:spLocks xmlns:a="http://schemas.openxmlformats.org/drawingml/2006/main" noGrp="1"/>
          </p:cNvSpPr>
          <p:nvPr/>
        </p:nvSpPr>
        <p:spPr>
          <a:xfrm xmlns:a="http://schemas.openxmlformats.org/drawingml/2006/main">
            <a:off x="11144250" y="64674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77C"/>
                </a:solidFill>
                <a:latin typeface="DejaVu Sans"/>
                <a:ea typeface="DejaVu Sans"/>
                <a:cs typeface="DejaVu Sans"/>
              </a:defRPr>
            </a:defPPr>
            <a:lvl1pPr algn="r">
              <a:defRPr sz="1200" b="0">
                <a:solidFill>
                  <a:srgbClr val="58677C"/>
                </a:solidFill>
                <a:latin typeface="DejaVu Sans"/>
                <a:ea typeface="DejaVu Sans"/>
                <a:cs typeface="DejaVu Sans"/>
              </a:defRPr>
            </a:lvl1pPr>
            <a:lvl2pPr algn="r">
              <a:defRPr sz="1200" b="0">
                <a:solidFill>
                  <a:srgbClr val="58677C"/>
                </a:solidFill>
                <a:latin typeface="DejaVu Sans"/>
                <a:ea typeface="DejaVu Sans"/>
                <a:cs typeface="DejaVu Sans"/>
              </a:defRPr>
            </a:lvl2pPr>
            <a:lvl3pPr algn="r">
              <a:defRPr sz="1200" b="0">
                <a:solidFill>
                  <a:srgbClr val="58677C"/>
                </a:solidFill>
                <a:latin typeface="DejaVu Sans"/>
                <a:ea typeface="DejaVu Sans"/>
                <a:cs typeface="DejaVu Sans"/>
              </a:defRPr>
            </a:lvl3pPr>
            <a:lvl4pPr algn="r">
              <a:defRPr sz="1200" b="0">
                <a:solidFill>
                  <a:srgbClr val="58677C"/>
                </a:solidFill>
                <a:latin typeface="DejaVu Sans"/>
                <a:ea typeface="DejaVu Sans"/>
                <a:cs typeface="DejaVu Sans"/>
              </a:defRPr>
            </a:lvl4pPr>
            <a:lvl5pPr algn="r">
              <a:defRPr sz="1200" b="0">
                <a:solidFill>
                  <a:srgbClr val="58677C"/>
                </a:solidFill>
                <a:latin typeface="DejaVu Sans"/>
                <a:ea typeface="DejaVu Sans"/>
                <a:cs typeface="DejaVu Sans"/>
              </a:defRPr>
            </a:lvl5pPr>
            <a:lvl6pPr algn="r">
              <a:defRPr sz="1200" b="0">
                <a:solidFill>
                  <a:srgbClr val="58677C"/>
                </a:solidFill>
                <a:latin typeface="DejaVu Sans"/>
                <a:ea typeface="DejaVu Sans"/>
                <a:cs typeface="DejaVu Sans"/>
              </a:defRPr>
            </a:lvl6pPr>
            <a:lvl7pPr algn="r">
              <a:defRPr sz="1200" b="0">
                <a:solidFill>
                  <a:srgbClr val="58677C"/>
                </a:solidFill>
                <a:latin typeface="DejaVu Sans"/>
                <a:ea typeface="DejaVu Sans"/>
                <a:cs typeface="DejaVu Sans"/>
              </a:defRPr>
            </a:lvl7pPr>
            <a:lvl8pPr algn="r">
              <a:defRPr sz="1200" b="0">
                <a:solidFill>
                  <a:srgbClr val="58677C"/>
                </a:solidFill>
                <a:latin typeface="DejaVu Sans"/>
                <a:ea typeface="DejaVu Sans"/>
                <a:cs typeface="DejaVu Sans"/>
              </a:defRPr>
            </a:lvl8pPr>
            <a:lvl9pPr algn="r">
              <a:defRPr sz="1200" b="0">
                <a:solidFill>
                  <a:srgbClr val="58677C"/>
                </a:solidFill>
                <a:latin typeface="DejaVu Sans"/>
                <a:ea typeface="DejaVu Sans"/>
                <a:cs typeface="DejaVu Sans"/>
              </a:defRPr>
            </a:lvl9pPr>
          </a:lstStyle>
          <a:p xmlns:a="http://schemas.openxmlformats.org/drawingml/2006/main">
            <a:pPr algn="r">
              <a:defRPr sz="1200" b="0">
                <a:solidFill>
                  <a:srgbClr val="58677C"/>
                </a:solidFill>
                <a:latin typeface="DejaVu Sans"/>
                <a:ea typeface="DejaVu Sans"/>
                <a:cs typeface="DejaVu Sans"/>
              </a:defRPr>
            </a:pPr>
            <a:r>
              <a:rPr sz="1200" b="0">
                <a:solidFill>
                  <a:srgbClr val="58677C"/>
                </a:solidFill>
                <a:latin typeface="DejaVu Sans"/>
                <a:ea typeface="DejaVu Sans"/>
                <a:cs typeface="DejaVu Sans"/>
              </a:rPr>
              <a:t>19</a:t>
            </a:r>
          </a:p>
        </p:txBody>
      </p:sp>
      <p:sp>
        <p:nvSpPr>
          <p:cNvPr id="3" name="label-1280">
            <a:extLst xmlns:a="http://schemas.openxmlformats.org/drawingml/2006/main">
              <a:ext uri="{FF2B5EF4-FFF2-40B4-BE49-F238E27FC236}">
                <a16:creationId xmlns:a16="http://schemas.microsoft.com/office/drawing/2014/main" id="{FAED81D1-5A27-4B51-B89E-A7E975F15D53}"/>
              </a:ext>
            </a:extLst>
          </p:cNvPr>
          <p:cNvSpPr>
            <a:spLocks xmlns:a="http://schemas.openxmlformats.org/drawingml/2006/main" noGrp="1"/>
          </p:cNvSpPr>
          <p:nvPr/>
        </p:nvSpPr>
        <p:spPr>
          <a:xfrm xmlns:a="http://schemas.openxmlformats.org/drawingml/2006/main">
            <a:off x="533400" y="6477000"/>
            <a:ext cx="3810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8677C"/>
                </a:solidFill>
                <a:latin typeface="DejaVu Sans"/>
                <a:ea typeface="DejaVu Sans"/>
                <a:cs typeface="DejaVu Sans"/>
              </a:defRPr>
            </a:defPPr>
            <a:lvl1pPr algn="l">
              <a:defRPr sz="1125" b="0">
                <a:solidFill>
                  <a:srgbClr val="58677C"/>
                </a:solidFill>
                <a:latin typeface="DejaVu Sans"/>
                <a:ea typeface="DejaVu Sans"/>
                <a:cs typeface="DejaVu Sans"/>
              </a:defRPr>
            </a:lvl1pPr>
            <a:lvl2pPr algn="l">
              <a:defRPr sz="1125" b="0">
                <a:solidFill>
                  <a:srgbClr val="58677C"/>
                </a:solidFill>
                <a:latin typeface="DejaVu Sans"/>
                <a:ea typeface="DejaVu Sans"/>
                <a:cs typeface="DejaVu Sans"/>
              </a:defRPr>
            </a:lvl2pPr>
            <a:lvl3pPr algn="l">
              <a:defRPr sz="1125" b="0">
                <a:solidFill>
                  <a:srgbClr val="58677C"/>
                </a:solidFill>
                <a:latin typeface="DejaVu Sans"/>
                <a:ea typeface="DejaVu Sans"/>
                <a:cs typeface="DejaVu Sans"/>
              </a:defRPr>
            </a:lvl3pPr>
            <a:lvl4pPr algn="l">
              <a:defRPr sz="1125" b="0">
                <a:solidFill>
                  <a:srgbClr val="58677C"/>
                </a:solidFill>
                <a:latin typeface="DejaVu Sans"/>
                <a:ea typeface="DejaVu Sans"/>
                <a:cs typeface="DejaVu Sans"/>
              </a:defRPr>
            </a:lvl4pPr>
            <a:lvl5pPr algn="l">
              <a:defRPr sz="1125" b="0">
                <a:solidFill>
                  <a:srgbClr val="58677C"/>
                </a:solidFill>
                <a:latin typeface="DejaVu Sans"/>
                <a:ea typeface="DejaVu Sans"/>
                <a:cs typeface="DejaVu Sans"/>
              </a:defRPr>
            </a:lvl5pPr>
            <a:lvl6pPr algn="l">
              <a:defRPr sz="1125" b="0">
                <a:solidFill>
                  <a:srgbClr val="58677C"/>
                </a:solidFill>
                <a:latin typeface="DejaVu Sans"/>
                <a:ea typeface="DejaVu Sans"/>
                <a:cs typeface="DejaVu Sans"/>
              </a:defRPr>
            </a:lvl6pPr>
            <a:lvl7pPr algn="l">
              <a:defRPr sz="1125" b="0">
                <a:solidFill>
                  <a:srgbClr val="58677C"/>
                </a:solidFill>
                <a:latin typeface="DejaVu Sans"/>
                <a:ea typeface="DejaVu Sans"/>
                <a:cs typeface="DejaVu Sans"/>
              </a:defRPr>
            </a:lvl7pPr>
            <a:lvl8pPr algn="l">
              <a:defRPr sz="1125" b="0">
                <a:solidFill>
                  <a:srgbClr val="58677C"/>
                </a:solidFill>
                <a:latin typeface="DejaVu Sans"/>
                <a:ea typeface="DejaVu Sans"/>
                <a:cs typeface="DejaVu Sans"/>
              </a:defRPr>
            </a:lvl8pPr>
            <a:lvl9pPr algn="l">
              <a:defRPr sz="1125" b="0">
                <a:solidFill>
                  <a:srgbClr val="58677C"/>
                </a:solidFill>
                <a:latin typeface="DejaVu Sans"/>
                <a:ea typeface="DejaVu Sans"/>
                <a:cs typeface="DejaVu Sans"/>
              </a:defRPr>
            </a:lvl9pPr>
          </a:lstStyle>
          <a:p xmlns:a="http://schemas.openxmlformats.org/drawingml/2006/main">
            <a:pPr algn="l">
              <a:defRPr sz="1125" b="0">
                <a:solidFill>
                  <a:srgbClr val="58677C"/>
                </a:solidFill>
                <a:latin typeface="DejaVu Sans"/>
                <a:ea typeface="DejaVu Sans"/>
                <a:cs typeface="DejaVu Sans"/>
              </a:defRPr>
            </a:pPr>
            <a:r>
              <a:rPr sz="1125" b="0">
                <a:solidFill>
                  <a:srgbClr val="58677C"/>
                </a:solidFill>
                <a:latin typeface="DejaVu Sans"/>
                <a:ea typeface="DejaVu Sans"/>
                <a:cs typeface="DejaVu Sans"/>
              </a:rPr>
              <a:t>TECHNICAL BACKUP</a:t>
            </a:r>
          </a:p>
        </p:txBody>
      </p:sp>
      <p:graphicFrame>
        <p:nvGraphicFramePr>
          <p:cNvPr id="4" name="">
            <a:extLst xmlns:a="http://schemas.openxmlformats.org/drawingml/2006/main">
              <a:ext uri="{FF2B5EF4-FFF2-40B4-BE49-F238E27FC236}">
                <a16:creationId xmlns:a16="http://schemas.microsoft.com/office/drawing/2014/main" id="{F01811FF-8483-4392-8A6B-F182929BD0AA}"/>
              </a:ext>
            </a:extLst>
          </p:cNvPr>
          <p:cNvGraphicFramePr/>
          <p:nvPr/>
        </p:nvGraphicFramePr>
        <p:xfrm>
          <a:off xmlns:a="http://schemas.openxmlformats.org/drawingml/2006/main" x="533400" y="1524000"/>
          <a:ext xmlns:a="http://schemas.openxmlformats.org/drawingml/2006/main" cx="7239000" cy="4010025"/>
        </p:xfrm>
        <a:graphic xmlns:a="http://schemas.openxmlformats.org/drawingml/2006/main">
          <a:graphicData uri="http://schemas.openxmlformats.org/drawingml/2006/table">
            <a:tbl>
              <a:tblPr firstRow="1" bandRow="0"/>
              <a:tblGrid>
                <a:gridCol w="1619250"/>
                <a:gridCol w="2476500"/>
                <a:gridCol w="3143250"/>
              </a:tblGrid>
              <a:tr h="668338">
                <a:tc>
                  <a:txBody>
                    <a:bodyPr lIns="104775" tIns="104775" rIns="104775" bIns="104775">
                      <a:noAutofit/>
                    </a:bodyPr>
                    <a:lstStyle/>
                    <a:p>
                      <a:pPr algn="l"/>
                      <a:r>
                        <a:rPr sz="1650" b="1">
                          <a:solidFill>
                            <a:srgbClr val="FFFFFF"/>
                          </a:solidFill>
                          <a:latin typeface="DejaVu Sans"/>
                          <a:ea typeface="DejaVu Sans"/>
                          <a:cs typeface="DejaVu Sans"/>
                        </a:rPr>
                        <a:t>Head</a:t>
                      </a:r>
                    </a:p>
                  </a:txBody>
                  <a:tcPr marL="91440" marR="91440" marT="45720" marB="45720" anchor="ctr">
                    <a:lnL w="7144">
                      <a:solidFill>
                        <a:srgbClr val="CFD7E2"/>
                      </a:solidFill>
                      <a:prstDash val="solid"/>
                    </a:lnL>
                    <a:lnR w="7144">
                      <a:solidFill>
                        <a:srgbClr val="CFD7E2"/>
                      </a:solidFill>
                      <a:prstDash val="solid"/>
                    </a:lnR>
                    <a:lnT w="7144">
                      <a:solidFill>
                        <a:srgbClr val="CFD7E2"/>
                      </a:solidFill>
                      <a:prstDash val="solid"/>
                    </a:lnT>
                    <a:lnB w="7144">
                      <a:solidFill>
                        <a:srgbClr val="CFD7E2"/>
                      </a:solidFill>
                      <a:prstDash val="solid"/>
                    </a:lnB>
                    <a:solidFill>
                      <a:srgbClr val="16253B"/>
                    </a:solidFill>
                  </a:tcPr>
                </a:tc>
                <a:tc>
                  <a:txBody>
                    <a:bodyPr lIns="104775" tIns="104775" rIns="104775" bIns="104775">
                      <a:noAutofit/>
                    </a:bodyPr>
                    <a:lstStyle/>
                    <a:p>
                      <a:pPr algn="l"/>
                      <a:r>
                        <a:rPr sz="1650" b="1">
                          <a:solidFill>
                            <a:srgbClr val="FFFFFF"/>
                          </a:solidFill>
                          <a:latin typeface="DejaVu Sans"/>
                          <a:ea typeface="DejaVu Sans"/>
                          <a:cs typeface="DejaVu Sans"/>
                        </a:rPr>
                        <a:t>Encoded values</a:t>
                      </a:r>
                    </a:p>
                  </a:txBody>
                  <a:tcPr marL="91440" marR="91440" marT="45720" marB="45720" anchor="ctr">
                    <a:lnR w="7144">
                      <a:solidFill>
                        <a:srgbClr val="CFD7E2"/>
                      </a:solidFill>
                      <a:prstDash val="solid"/>
                    </a:lnR>
                    <a:lnT w="7144">
                      <a:solidFill>
                        <a:srgbClr val="CFD7E2"/>
                      </a:solidFill>
                      <a:prstDash val="solid"/>
                    </a:lnT>
                    <a:lnB w="7144">
                      <a:solidFill>
                        <a:srgbClr val="CFD7E2"/>
                      </a:solidFill>
                      <a:prstDash val="solid"/>
                    </a:lnB>
                    <a:solidFill>
                      <a:srgbClr val="16253B"/>
                    </a:solidFill>
                  </a:tcPr>
                </a:tc>
                <a:tc>
                  <a:txBody>
                    <a:bodyPr lIns="104775" tIns="104775" rIns="104775" bIns="104775">
                      <a:noAutofit/>
                    </a:bodyPr>
                    <a:lstStyle/>
                    <a:p>
                      <a:pPr algn="l"/>
                      <a:r>
                        <a:rPr sz="1650" b="1">
                          <a:solidFill>
                            <a:srgbClr val="FFFFFF"/>
                          </a:solidFill>
                          <a:latin typeface="DejaVu Sans"/>
                          <a:ea typeface="DejaVu Sans"/>
                          <a:cs typeface="DejaVu Sans"/>
                        </a:rPr>
                        <a:t>Decode</a:t>
                      </a:r>
                    </a:p>
                  </a:txBody>
                  <a:tcPr marL="91440" marR="91440" marT="45720" marB="45720" anchor="ctr">
                    <a:lnR w="7144">
                      <a:solidFill>
                        <a:srgbClr val="CFD7E2"/>
                      </a:solidFill>
                      <a:prstDash val="solid"/>
                    </a:lnR>
                    <a:lnT w="7144">
                      <a:solidFill>
                        <a:srgbClr val="CFD7E2"/>
                      </a:solidFill>
                      <a:prstDash val="solid"/>
                    </a:lnT>
                    <a:lnB w="7144">
                      <a:solidFill>
                        <a:srgbClr val="CFD7E2"/>
                      </a:solidFill>
                      <a:prstDash val="solid"/>
                    </a:lnB>
                    <a:solidFill>
                      <a:srgbClr val="16253B"/>
                    </a:solidFill>
                  </a:tcPr>
                </a:tc>
              </a:tr>
              <a:tr h="668338">
                <a:tc>
                  <a:txBody>
                    <a:bodyPr lIns="104775" tIns="104775" rIns="104775" bIns="104775">
                      <a:noAutofit/>
                    </a:bodyPr>
                    <a:lstStyle/>
                    <a:p>
                      <a:pPr algn="l"/>
                      <a:r>
                        <a:rPr sz="1650" b="0">
                          <a:solidFill>
                            <a:srgbClr val="16253B"/>
                          </a:solidFill>
                          <a:latin typeface="DejaVu Sans"/>
                          <a:ea typeface="DejaVu Sans"/>
                          <a:cs typeface="DejaVu Sans"/>
                        </a:rPr>
                        <a:t>Center</a:t>
                      </a:r>
                    </a:p>
                  </a:txBody>
                  <a:tcPr marL="91440" marR="91440" marT="45720" marB="45720" anchor="ctr">
                    <a:lnL w="7144">
                      <a:solidFill>
                        <a:srgbClr val="CFD7E2"/>
                      </a:solidFill>
                      <a:prstDash val="solid"/>
                    </a:lnL>
                    <a:lnR w="7144">
                      <a:solidFill>
                        <a:srgbClr val="CFD7E2"/>
                      </a:solidFill>
                      <a:prstDash val="solid"/>
                    </a:lnR>
                    <a:lnB w="7144">
                      <a:solidFill>
                        <a:srgbClr val="CFD7E2"/>
                      </a:solidFill>
                      <a:prstDash val="solid"/>
                    </a:lnB>
                    <a:solidFill>
                      <a:srgbClr val="FFFFFF"/>
                    </a:solidFill>
                  </a:tcPr>
                </a:tc>
                <a:tc>
                  <a:txBody>
                    <a:bodyPr lIns="104775" tIns="104775" rIns="104775" bIns="104775">
                      <a:noAutofit/>
                    </a:bodyPr>
                    <a:lstStyle/>
                    <a:p>
                      <a:pPr algn="l"/>
                      <a:r>
                        <a:rPr sz="1650" b="0">
                          <a:solidFill>
                            <a:srgbClr val="16253B"/>
                          </a:solidFill>
                          <a:latin typeface="DejaVu Sans"/>
                          <a:ea typeface="DejaVu Sans"/>
                          <a:cs typeface="DejaVu Sans"/>
                        </a:rPr>
                        <a:t>cₓ, cᵧ</a:t>
                      </a:r>
                    </a:p>
                  </a:txBody>
                  <a:tcPr marL="91440" marR="91440" marT="45720" marB="45720" anchor="ctr">
                    <a:lnR w="7144">
                      <a:solidFill>
                        <a:srgbClr val="CFD7E2"/>
                      </a:solidFill>
                      <a:prstDash val="solid"/>
                    </a:lnR>
                    <a:lnB w="7144">
                      <a:solidFill>
                        <a:srgbClr val="CFD7E2"/>
                      </a:solidFill>
                      <a:prstDash val="solid"/>
                    </a:lnB>
                    <a:solidFill>
                      <a:srgbClr val="FFFFFF"/>
                    </a:solidFill>
                  </a:tcPr>
                </a:tc>
                <a:tc>
                  <a:txBody>
                    <a:bodyPr lIns="104775" tIns="104775" rIns="104775" bIns="104775">
                      <a:noAutofit/>
                    </a:bodyPr>
                    <a:lstStyle/>
                    <a:p>
                      <a:pPr algn="l"/>
                      <a:r>
                        <a:rPr sz="1650" b="0">
                          <a:solidFill>
                            <a:srgbClr val="16253B"/>
                          </a:solidFill>
                          <a:latin typeface="DejaVu Sans"/>
                          <a:ea typeface="DejaVu Sans"/>
                          <a:cs typeface="DejaVu Sans"/>
                        </a:rPr>
                        <a:t>x, y = 0.6c − 54 m</a:t>
                      </a:r>
                    </a:p>
                  </a:txBody>
                  <a:tcPr marL="91440" marR="91440" marT="45720" marB="45720" anchor="ctr">
                    <a:lnR w="7144">
                      <a:solidFill>
                        <a:srgbClr val="CFD7E2"/>
                      </a:solidFill>
                      <a:prstDash val="solid"/>
                    </a:lnR>
                    <a:lnB w="7144">
                      <a:solidFill>
                        <a:srgbClr val="CFD7E2"/>
                      </a:solidFill>
                      <a:prstDash val="solid"/>
                    </a:lnB>
                    <a:solidFill>
                      <a:srgbClr val="FFFFFF"/>
                    </a:solidFill>
                  </a:tcPr>
                </a:tc>
              </a:tr>
              <a:tr h="668338">
                <a:tc>
                  <a:txBody>
                    <a:bodyPr lIns="104775" tIns="104775" rIns="104775" bIns="104775">
                      <a:noAutofit/>
                    </a:bodyPr>
                    <a:lstStyle/>
                    <a:p>
                      <a:pPr algn="l"/>
                      <a:r>
                        <a:rPr sz="1650" b="0">
                          <a:solidFill>
                            <a:srgbClr val="16253B"/>
                          </a:solidFill>
                          <a:latin typeface="DejaVu Sans"/>
                          <a:ea typeface="DejaVu Sans"/>
                          <a:cs typeface="DejaVu Sans"/>
                        </a:rPr>
                        <a:t>Height</a:t>
                      </a:r>
                    </a:p>
                  </a:txBody>
                  <a:tcPr marL="91440" marR="91440" marT="45720" marB="45720" anchor="ctr">
                    <a:lnL w="7144">
                      <a:solidFill>
                        <a:srgbClr val="CFD7E2"/>
                      </a:solidFill>
                      <a:prstDash val="solid"/>
                    </a:lnL>
                    <a:lnR w="7144">
                      <a:solidFill>
                        <a:srgbClr val="CFD7E2"/>
                      </a:solidFill>
                      <a:prstDash val="solid"/>
                    </a:lnR>
                    <a:lnB w="7144">
                      <a:solidFill>
                        <a:srgbClr val="CFD7E2"/>
                      </a:solidFill>
                      <a:prstDash val="solid"/>
                    </a:lnB>
                    <a:solidFill>
                      <a:srgbClr val="EDF2F7"/>
                    </a:solidFill>
                  </a:tcPr>
                </a:tc>
                <a:tc>
                  <a:txBody>
                    <a:bodyPr lIns="104775" tIns="104775" rIns="104775" bIns="104775">
                      <a:noAutofit/>
                    </a:bodyPr>
                    <a:lstStyle/>
                    <a:p>
                      <a:pPr algn="l"/>
                      <a:r>
                        <a:rPr sz="1650" b="0">
                          <a:solidFill>
                            <a:srgbClr val="16253B"/>
                          </a:solidFill>
                          <a:latin typeface="DejaVu Sans"/>
                          <a:ea typeface="DejaVu Sans"/>
                          <a:cs typeface="DejaVu Sans"/>
                        </a:rPr>
                        <a:t>z</a:t>
                      </a:r>
                    </a:p>
                  </a:txBody>
                  <a:tcPr marL="91440" marR="91440" marT="45720" marB="45720" anchor="ctr">
                    <a:lnR w="7144">
                      <a:solidFill>
                        <a:srgbClr val="CFD7E2"/>
                      </a:solidFill>
                      <a:prstDash val="solid"/>
                    </a:lnR>
                    <a:lnB w="7144">
                      <a:solidFill>
                        <a:srgbClr val="CFD7E2"/>
                      </a:solidFill>
                      <a:prstDash val="solid"/>
                    </a:lnB>
                    <a:solidFill>
                      <a:srgbClr val="EDF2F7"/>
                    </a:solidFill>
                  </a:tcPr>
                </a:tc>
                <a:tc>
                  <a:txBody>
                    <a:bodyPr lIns="104775" tIns="104775" rIns="104775" bIns="104775">
                      <a:noAutofit/>
                    </a:bodyPr>
                    <a:lstStyle/>
                    <a:p>
                      <a:pPr algn="l"/>
                      <a:r>
                        <a:rPr sz="1650" b="0">
                          <a:solidFill>
                            <a:srgbClr val="16253B"/>
                          </a:solidFill>
                          <a:latin typeface="DejaVu Sans"/>
                          <a:ea typeface="DejaVu Sans"/>
                          <a:cs typeface="DejaVu Sans"/>
                        </a:rPr>
                        <a:t>Metric height</a:t>
                      </a:r>
                    </a:p>
                  </a:txBody>
                  <a:tcPr marL="91440" marR="91440" marT="45720" marB="45720" anchor="ctr">
                    <a:lnR w="7144">
                      <a:solidFill>
                        <a:srgbClr val="CFD7E2"/>
                      </a:solidFill>
                      <a:prstDash val="solid"/>
                    </a:lnR>
                    <a:lnB w="7144">
                      <a:solidFill>
                        <a:srgbClr val="CFD7E2"/>
                      </a:solidFill>
                      <a:prstDash val="solid"/>
                    </a:lnB>
                    <a:solidFill>
                      <a:srgbClr val="EDF2F7"/>
                    </a:solidFill>
                  </a:tcPr>
                </a:tc>
              </a:tr>
              <a:tr h="668338">
                <a:tc>
                  <a:txBody>
                    <a:bodyPr lIns="104775" tIns="104775" rIns="104775" bIns="104775">
                      <a:noAutofit/>
                    </a:bodyPr>
                    <a:lstStyle/>
                    <a:p>
                      <a:pPr algn="l"/>
                      <a:r>
                        <a:rPr sz="1650" b="0">
                          <a:solidFill>
                            <a:srgbClr val="16253B"/>
                          </a:solidFill>
                          <a:latin typeface="DejaVu Sans"/>
                          <a:ea typeface="DejaVu Sans"/>
                          <a:cs typeface="DejaVu Sans"/>
                        </a:rPr>
                        <a:t>Dimensions</a:t>
                      </a:r>
                    </a:p>
                  </a:txBody>
                  <a:tcPr marL="91440" marR="91440" marT="45720" marB="45720" anchor="ctr">
                    <a:lnL w="7144">
                      <a:solidFill>
                        <a:srgbClr val="CFD7E2"/>
                      </a:solidFill>
                      <a:prstDash val="solid"/>
                    </a:lnL>
                    <a:lnR w="7144">
                      <a:solidFill>
                        <a:srgbClr val="CFD7E2"/>
                      </a:solidFill>
                      <a:prstDash val="solid"/>
                    </a:lnR>
                    <a:lnB w="7144">
                      <a:solidFill>
                        <a:srgbClr val="CFD7E2"/>
                      </a:solidFill>
                      <a:prstDash val="solid"/>
                    </a:lnB>
                    <a:solidFill>
                      <a:srgbClr val="FFFFFF"/>
                    </a:solidFill>
                  </a:tcPr>
                </a:tc>
                <a:tc>
                  <a:txBody>
                    <a:bodyPr lIns="104775" tIns="104775" rIns="104775" bIns="104775">
                      <a:noAutofit/>
                    </a:bodyPr>
                    <a:lstStyle/>
                    <a:p>
                      <a:pPr algn="l"/>
                      <a:r>
                        <a:rPr sz="1650" b="0">
                          <a:solidFill>
                            <a:srgbClr val="16253B"/>
                          </a:solidFill>
                          <a:latin typeface="DejaVu Sans"/>
                          <a:ea typeface="DejaVu Sans"/>
                          <a:cs typeface="DejaVu Sans"/>
                        </a:rPr>
                        <a:t>log l, log w, log h</a:t>
                      </a:r>
                    </a:p>
                  </a:txBody>
                  <a:tcPr marL="91440" marR="91440" marT="45720" marB="45720" anchor="ctr">
                    <a:lnR w="7144">
                      <a:solidFill>
                        <a:srgbClr val="CFD7E2"/>
                      </a:solidFill>
                      <a:prstDash val="solid"/>
                    </a:lnR>
                    <a:lnB w="7144">
                      <a:solidFill>
                        <a:srgbClr val="CFD7E2"/>
                      </a:solidFill>
                      <a:prstDash val="solid"/>
                    </a:lnB>
                    <a:solidFill>
                      <a:srgbClr val="FFFFFF"/>
                    </a:solidFill>
                  </a:tcPr>
                </a:tc>
                <a:tc>
                  <a:txBody>
                    <a:bodyPr lIns="104775" tIns="104775" rIns="104775" bIns="104775">
                      <a:noAutofit/>
                    </a:bodyPr>
                    <a:lstStyle/>
                    <a:p>
                      <a:pPr algn="l"/>
                      <a:r>
                        <a:rPr sz="1650" b="0">
                          <a:solidFill>
                            <a:srgbClr val="16253B"/>
                          </a:solidFill>
                          <a:latin typeface="DejaVu Sans"/>
                          <a:ea typeface="DejaVu Sans"/>
                          <a:cs typeface="DejaVu Sans"/>
                        </a:rPr>
                        <a:t>Exponentiate</a:t>
                      </a:r>
                    </a:p>
                  </a:txBody>
                  <a:tcPr marL="91440" marR="91440" marT="45720" marB="45720" anchor="ctr">
                    <a:lnR w="7144">
                      <a:solidFill>
                        <a:srgbClr val="CFD7E2"/>
                      </a:solidFill>
                      <a:prstDash val="solid"/>
                    </a:lnR>
                    <a:lnB w="7144">
                      <a:solidFill>
                        <a:srgbClr val="CFD7E2"/>
                      </a:solidFill>
                      <a:prstDash val="solid"/>
                    </a:lnB>
                    <a:solidFill>
                      <a:srgbClr val="FFFFFF"/>
                    </a:solidFill>
                  </a:tcPr>
                </a:tc>
              </a:tr>
              <a:tr h="668338">
                <a:tc>
                  <a:txBody>
                    <a:bodyPr lIns="104775" tIns="104775" rIns="104775" bIns="104775">
                      <a:noAutofit/>
                    </a:bodyPr>
                    <a:lstStyle/>
                    <a:p>
                      <a:pPr algn="l"/>
                      <a:r>
                        <a:rPr sz="1650" b="0">
                          <a:solidFill>
                            <a:srgbClr val="16253B"/>
                          </a:solidFill>
                          <a:latin typeface="DejaVu Sans"/>
                          <a:ea typeface="DejaVu Sans"/>
                          <a:cs typeface="DejaVu Sans"/>
                        </a:rPr>
                        <a:t>Rotation</a:t>
                      </a:r>
                    </a:p>
                  </a:txBody>
                  <a:tcPr marL="91440" marR="91440" marT="45720" marB="45720" anchor="ctr">
                    <a:lnL w="7144">
                      <a:solidFill>
                        <a:srgbClr val="CFD7E2"/>
                      </a:solidFill>
                      <a:prstDash val="solid"/>
                    </a:lnL>
                    <a:lnR w="7144">
                      <a:solidFill>
                        <a:srgbClr val="CFD7E2"/>
                      </a:solidFill>
                      <a:prstDash val="solid"/>
                    </a:lnR>
                    <a:lnB w="7144">
                      <a:solidFill>
                        <a:srgbClr val="CFD7E2"/>
                      </a:solidFill>
                      <a:prstDash val="solid"/>
                    </a:lnB>
                    <a:solidFill>
                      <a:srgbClr val="EDF2F7"/>
                    </a:solidFill>
                  </a:tcPr>
                </a:tc>
                <a:tc>
                  <a:txBody>
                    <a:bodyPr lIns="104775" tIns="104775" rIns="104775" bIns="104775">
                      <a:noAutofit/>
                    </a:bodyPr>
                    <a:lstStyle/>
                    <a:p>
                      <a:pPr algn="l"/>
                      <a:r>
                        <a:rPr sz="1650" b="0">
                          <a:solidFill>
                            <a:srgbClr val="16253B"/>
                          </a:solidFill>
                          <a:latin typeface="DejaVu Sans"/>
                          <a:ea typeface="DejaVu Sans"/>
                          <a:cs typeface="DejaVu Sans"/>
                        </a:rPr>
                        <a:t>sin θ, cos θ</a:t>
                      </a:r>
                    </a:p>
                  </a:txBody>
                  <a:tcPr marL="91440" marR="91440" marT="45720" marB="45720" anchor="ctr">
                    <a:lnR w="7144">
                      <a:solidFill>
                        <a:srgbClr val="CFD7E2"/>
                      </a:solidFill>
                      <a:prstDash val="solid"/>
                    </a:lnR>
                    <a:lnB w="7144">
                      <a:solidFill>
                        <a:srgbClr val="CFD7E2"/>
                      </a:solidFill>
                      <a:prstDash val="solid"/>
                    </a:lnB>
                    <a:solidFill>
                      <a:srgbClr val="EDF2F7"/>
                    </a:solidFill>
                  </a:tcPr>
                </a:tc>
                <a:tc>
                  <a:txBody>
                    <a:bodyPr lIns="104775" tIns="104775" rIns="104775" bIns="104775">
                      <a:noAutofit/>
                    </a:bodyPr>
                    <a:lstStyle/>
                    <a:p>
                      <a:pPr algn="l"/>
                      <a:r>
                        <a:rPr sz="1650" b="0">
                          <a:solidFill>
                            <a:srgbClr val="16253B"/>
                          </a:solidFill>
                          <a:latin typeface="DejaVu Sans"/>
                          <a:ea typeface="DejaVu Sans"/>
                          <a:cs typeface="DejaVu Sans"/>
                        </a:rPr>
                        <a:t>θ = atan2(sin θ, cos θ)</a:t>
                      </a:r>
                    </a:p>
                  </a:txBody>
                  <a:tcPr marL="91440" marR="91440" marT="45720" marB="45720" anchor="ctr">
                    <a:lnR w="7144">
                      <a:solidFill>
                        <a:srgbClr val="CFD7E2"/>
                      </a:solidFill>
                      <a:prstDash val="solid"/>
                    </a:lnR>
                    <a:lnB w="7144">
                      <a:solidFill>
                        <a:srgbClr val="CFD7E2"/>
                      </a:solidFill>
                      <a:prstDash val="solid"/>
                    </a:lnB>
                    <a:solidFill>
                      <a:srgbClr val="EDF2F7"/>
                    </a:solidFill>
                  </a:tcPr>
                </a:tc>
              </a:tr>
              <a:tr h="668338">
                <a:tc>
                  <a:txBody>
                    <a:bodyPr lIns="104775" tIns="104775" rIns="104775" bIns="104775">
                      <a:noAutofit/>
                    </a:bodyPr>
                    <a:lstStyle/>
                    <a:p>
                      <a:pPr algn="l"/>
                      <a:r>
                        <a:rPr sz="1650" b="0">
                          <a:solidFill>
                            <a:srgbClr val="16253B"/>
                          </a:solidFill>
                          <a:latin typeface="DejaVu Sans"/>
                          <a:ea typeface="DejaVu Sans"/>
                          <a:cs typeface="DejaVu Sans"/>
                        </a:rPr>
                        <a:t>Velocity</a:t>
                      </a:r>
                    </a:p>
                  </a:txBody>
                  <a:tcPr marL="91440" marR="91440" marT="45720" marB="45720" anchor="ctr">
                    <a:lnL w="7144">
                      <a:solidFill>
                        <a:srgbClr val="CFD7E2"/>
                      </a:solidFill>
                      <a:prstDash val="solid"/>
                    </a:lnL>
                    <a:lnR w="7144">
                      <a:solidFill>
                        <a:srgbClr val="CFD7E2"/>
                      </a:solidFill>
                      <a:prstDash val="solid"/>
                    </a:lnR>
                    <a:lnB w="7144">
                      <a:solidFill>
                        <a:srgbClr val="CFD7E2"/>
                      </a:solidFill>
                      <a:prstDash val="solid"/>
                    </a:lnB>
                    <a:solidFill>
                      <a:srgbClr val="FFFFFF"/>
                    </a:solidFill>
                  </a:tcPr>
                </a:tc>
                <a:tc>
                  <a:txBody>
                    <a:bodyPr lIns="104775" tIns="104775" rIns="104775" bIns="104775">
                      <a:noAutofit/>
                    </a:bodyPr>
                    <a:lstStyle/>
                    <a:p>
                      <a:pPr algn="l"/>
                      <a:r>
                        <a:rPr sz="1650" b="0">
                          <a:solidFill>
                            <a:srgbClr val="16253B"/>
                          </a:solidFill>
                          <a:latin typeface="DejaVu Sans"/>
                          <a:ea typeface="DejaVu Sans"/>
                          <a:cs typeface="DejaVu Sans"/>
                        </a:rPr>
                        <a:t>vₓ, vᵧ</a:t>
                      </a:r>
                    </a:p>
                  </a:txBody>
                  <a:tcPr marL="91440" marR="91440" marT="45720" marB="45720" anchor="ctr">
                    <a:lnR w="7144">
                      <a:solidFill>
                        <a:srgbClr val="CFD7E2"/>
                      </a:solidFill>
                      <a:prstDash val="solid"/>
                    </a:lnR>
                    <a:lnB w="7144">
                      <a:solidFill>
                        <a:srgbClr val="CFD7E2"/>
                      </a:solidFill>
                      <a:prstDash val="solid"/>
                    </a:lnB>
                    <a:solidFill>
                      <a:srgbClr val="FFFFFF"/>
                    </a:solidFill>
                  </a:tcPr>
                </a:tc>
                <a:tc>
                  <a:txBody>
                    <a:bodyPr lIns="104775" tIns="104775" rIns="104775" bIns="104775">
                      <a:noAutofit/>
                    </a:bodyPr>
                    <a:lstStyle/>
                    <a:p>
                      <a:pPr algn="l"/>
                      <a:r>
                        <a:rPr sz="1650" b="0">
                          <a:solidFill>
                            <a:srgbClr val="16253B"/>
                          </a:solidFill>
                          <a:latin typeface="DejaVu Sans"/>
                          <a:ea typeface="DejaVu Sans"/>
                          <a:cs typeface="DejaVu Sans"/>
                        </a:rPr>
                        <a:t>m/s</a:t>
                      </a:r>
                    </a:p>
                  </a:txBody>
                  <a:tcPr marL="91440" marR="91440" marT="45720" marB="45720" anchor="ctr">
                    <a:lnR w="7144">
                      <a:solidFill>
                        <a:srgbClr val="CFD7E2"/>
                      </a:solidFill>
                      <a:prstDash val="solid"/>
                    </a:lnR>
                    <a:lnB w="7144">
                      <a:solidFill>
                        <a:srgbClr val="CFD7E2"/>
                      </a:solidFill>
                      <a:prstDash val="solid"/>
                    </a:lnB>
                    <a:solidFill>
                      <a:srgbClr val="FFFFFF"/>
                    </a:solidFill>
                  </a:tcPr>
                </a:tc>
              </a:tr>
            </a:tbl>
          </a:graphicData>
        </a:graphic>
      </p:graphicFrame>
      <p:sp>
        <p:nvSpPr>
          <p:cNvPr id="5" name="path-1281">
            <a:extLst xmlns:a="http://schemas.openxmlformats.org/drawingml/2006/main">
              <a:ext uri="{FF2B5EF4-FFF2-40B4-BE49-F238E27FC236}">
                <a16:creationId xmlns:a16="http://schemas.microsoft.com/office/drawing/2014/main" id="{1FFBF9E2-D119-4ECE-82AF-514A590C996F}"/>
              </a:ext>
            </a:extLst>
          </p:cNvPr>
          <p:cNvSpPr>
            <a:spLocks xmlns:a="http://schemas.openxmlformats.org/drawingml/2006/main" noGrp="1"/>
          </p:cNvSpPr>
          <p:nvPr/>
        </p:nvSpPr>
        <p:spPr>
          <a:xfrm xmlns:a="http://schemas.openxmlformats.org/drawingml/2006/main">
            <a:off x="8772525" y="2886075"/>
            <a:ext cx="1628775" cy="876300"/>
          </a:xfrm>
          <a:custGeom xmlns:a="http://schemas.openxmlformats.org/drawingml/2006/main">
            <a:pathLst>
              <a:path w="1628775" h="876300">
                <a:moveTo>
                  <a:pt x="0" y="0"/>
                </a:moveTo>
                <a:lnTo>
                  <a:pt x="1628775" y="0"/>
                </a:lnTo>
                <a:lnTo>
                  <a:pt x="1628775" y="876300"/>
                </a:lnTo>
                <a:lnTo>
                  <a:pt x="0" y="876300"/>
                </a:lnTo>
                <a:close/>
              </a:path>
            </a:pathLst>
          </a:custGeom>
          <a:noFill xmlns:a="http://schemas.openxmlformats.org/drawingml/2006/main"/>
          <a:ln xmlns:a="http://schemas.openxmlformats.org/drawingml/2006/main" w="23813">
            <a:solidFill>
              <a:srgbClr val="087F6C"/>
            </a:solidFill>
            <a:prstDash val="solid"/>
          </a:ln>
        </p:spPr>
      </p:sp>
      <p:sp>
        <p:nvSpPr>
          <p:cNvPr id="6" name="path-1282">
            <a:extLst xmlns:a="http://schemas.openxmlformats.org/drawingml/2006/main">
              <a:ext uri="{FF2B5EF4-FFF2-40B4-BE49-F238E27FC236}">
                <a16:creationId xmlns:a16="http://schemas.microsoft.com/office/drawing/2014/main" id="{97267C03-9DD1-40D2-8910-42A5122F2892}"/>
              </a:ext>
            </a:extLst>
          </p:cNvPr>
          <p:cNvSpPr>
            <a:spLocks xmlns:a="http://schemas.openxmlformats.org/drawingml/2006/main" noGrp="1"/>
          </p:cNvSpPr>
          <p:nvPr/>
        </p:nvSpPr>
        <p:spPr>
          <a:xfrm xmlns:a="http://schemas.openxmlformats.org/drawingml/2006/main">
            <a:off x="9296400" y="2362200"/>
            <a:ext cx="1628775" cy="876300"/>
          </a:xfrm>
          <a:custGeom xmlns:a="http://schemas.openxmlformats.org/drawingml/2006/main">
            <a:pathLst>
              <a:path w="1628775" h="876300">
                <a:moveTo>
                  <a:pt x="0" y="0"/>
                </a:moveTo>
                <a:lnTo>
                  <a:pt x="1628775" y="0"/>
                </a:lnTo>
                <a:lnTo>
                  <a:pt x="1628775" y="876300"/>
                </a:lnTo>
                <a:lnTo>
                  <a:pt x="0" y="876300"/>
                </a:lnTo>
                <a:close/>
              </a:path>
            </a:pathLst>
          </a:custGeom>
          <a:noFill xmlns:a="http://schemas.openxmlformats.org/drawingml/2006/main"/>
          <a:ln xmlns:a="http://schemas.openxmlformats.org/drawingml/2006/main" w="23813">
            <a:solidFill>
              <a:srgbClr val="087F6C"/>
            </a:solidFill>
            <a:prstDash val="solid"/>
          </a:ln>
        </p:spPr>
      </p:sp>
      <p:sp>
        <p:nvSpPr>
          <p:cNvPr id="7" name="path-1283">
            <a:extLst xmlns:a="http://schemas.openxmlformats.org/drawingml/2006/main">
              <a:ext uri="{FF2B5EF4-FFF2-40B4-BE49-F238E27FC236}">
                <a16:creationId xmlns:a16="http://schemas.microsoft.com/office/drawing/2014/main" id="{CA17A6BB-14A5-4591-B9F2-F480F501A8EE}"/>
              </a:ext>
            </a:extLst>
          </p:cNvPr>
          <p:cNvSpPr>
            <a:spLocks xmlns:a="http://schemas.openxmlformats.org/drawingml/2006/main" noGrp="1"/>
          </p:cNvSpPr>
          <p:nvPr/>
        </p:nvSpPr>
        <p:spPr>
          <a:xfrm xmlns:a="http://schemas.openxmlformats.org/drawingml/2006/main">
            <a:off x="8772525" y="2362200"/>
            <a:ext cx="523875" cy="523875"/>
          </a:xfrm>
          <a:custGeom xmlns:a="http://schemas.openxmlformats.org/drawingml/2006/main">
            <a:pathLst>
              <a:path w="523875" h="523875">
                <a:moveTo>
                  <a:pt x="0" y="523875"/>
                </a:moveTo>
                <a:lnTo>
                  <a:pt x="523875" y="0"/>
                </a:lnTo>
              </a:path>
            </a:pathLst>
          </a:custGeom>
          <a:noFill xmlns:a="http://schemas.openxmlformats.org/drawingml/2006/main"/>
          <a:ln xmlns:a="http://schemas.openxmlformats.org/drawingml/2006/main" w="23813">
            <a:solidFill>
              <a:srgbClr val="087F6C"/>
            </a:solidFill>
            <a:prstDash val="solid"/>
          </a:ln>
        </p:spPr>
      </p:sp>
      <p:sp>
        <p:nvSpPr>
          <p:cNvPr id="8" name="path-1284">
            <a:extLst xmlns:a="http://schemas.openxmlformats.org/drawingml/2006/main">
              <a:ext uri="{FF2B5EF4-FFF2-40B4-BE49-F238E27FC236}">
                <a16:creationId xmlns:a16="http://schemas.microsoft.com/office/drawing/2014/main" id="{5EF4139D-61B6-4DAB-B028-E43EA58F58E4}"/>
              </a:ext>
            </a:extLst>
          </p:cNvPr>
          <p:cNvSpPr>
            <a:spLocks xmlns:a="http://schemas.openxmlformats.org/drawingml/2006/main" noGrp="1"/>
          </p:cNvSpPr>
          <p:nvPr/>
        </p:nvSpPr>
        <p:spPr>
          <a:xfrm xmlns:a="http://schemas.openxmlformats.org/drawingml/2006/main">
            <a:off x="10401300" y="2362200"/>
            <a:ext cx="523875" cy="523875"/>
          </a:xfrm>
          <a:custGeom xmlns:a="http://schemas.openxmlformats.org/drawingml/2006/main">
            <a:pathLst>
              <a:path w="523875" h="523875">
                <a:moveTo>
                  <a:pt x="0" y="523875"/>
                </a:moveTo>
                <a:lnTo>
                  <a:pt x="523875" y="0"/>
                </a:lnTo>
              </a:path>
            </a:pathLst>
          </a:custGeom>
          <a:noFill xmlns:a="http://schemas.openxmlformats.org/drawingml/2006/main"/>
          <a:ln xmlns:a="http://schemas.openxmlformats.org/drawingml/2006/main" w="23813">
            <a:solidFill>
              <a:srgbClr val="087F6C"/>
            </a:solidFill>
            <a:prstDash val="solid"/>
          </a:ln>
        </p:spPr>
      </p:sp>
      <p:sp>
        <p:nvSpPr>
          <p:cNvPr id="9" name="path-1285">
            <a:extLst xmlns:a="http://schemas.openxmlformats.org/drawingml/2006/main">
              <a:ext uri="{FF2B5EF4-FFF2-40B4-BE49-F238E27FC236}">
                <a16:creationId xmlns:a16="http://schemas.microsoft.com/office/drawing/2014/main" id="{13803740-2556-4A69-A640-EEFFB8FB97E9}"/>
              </a:ext>
            </a:extLst>
          </p:cNvPr>
          <p:cNvSpPr>
            <a:spLocks xmlns:a="http://schemas.openxmlformats.org/drawingml/2006/main" noGrp="1"/>
          </p:cNvSpPr>
          <p:nvPr/>
        </p:nvSpPr>
        <p:spPr>
          <a:xfrm xmlns:a="http://schemas.openxmlformats.org/drawingml/2006/main">
            <a:off x="10401300" y="3238500"/>
            <a:ext cx="523875" cy="523875"/>
          </a:xfrm>
          <a:custGeom xmlns:a="http://schemas.openxmlformats.org/drawingml/2006/main">
            <a:pathLst>
              <a:path w="523875" h="523875">
                <a:moveTo>
                  <a:pt x="0" y="523875"/>
                </a:moveTo>
                <a:lnTo>
                  <a:pt x="523875" y="0"/>
                </a:lnTo>
              </a:path>
            </a:pathLst>
          </a:custGeom>
          <a:noFill xmlns:a="http://schemas.openxmlformats.org/drawingml/2006/main"/>
          <a:ln xmlns:a="http://schemas.openxmlformats.org/drawingml/2006/main" w="23813">
            <a:solidFill>
              <a:srgbClr val="087F6C"/>
            </a:solidFill>
            <a:prstDash val="solid"/>
          </a:ln>
        </p:spPr>
      </p:sp>
      <p:sp>
        <p:nvSpPr>
          <p:cNvPr id="10" name="path-1286">
            <a:extLst xmlns:a="http://schemas.openxmlformats.org/drawingml/2006/main">
              <a:ext uri="{FF2B5EF4-FFF2-40B4-BE49-F238E27FC236}">
                <a16:creationId xmlns:a16="http://schemas.microsoft.com/office/drawing/2014/main" id="{E3135133-66CE-4510-B222-A41C291F202E}"/>
              </a:ext>
            </a:extLst>
          </p:cNvPr>
          <p:cNvSpPr>
            <a:spLocks xmlns:a="http://schemas.openxmlformats.org/drawingml/2006/main" noGrp="1"/>
          </p:cNvSpPr>
          <p:nvPr/>
        </p:nvSpPr>
        <p:spPr>
          <a:xfrm xmlns:a="http://schemas.openxmlformats.org/drawingml/2006/main">
            <a:off x="8772525" y="3238500"/>
            <a:ext cx="523875" cy="523875"/>
          </a:xfrm>
          <a:custGeom xmlns:a="http://schemas.openxmlformats.org/drawingml/2006/main">
            <a:pathLst>
              <a:path w="523875" h="523875">
                <a:moveTo>
                  <a:pt x="0" y="523875"/>
                </a:moveTo>
                <a:lnTo>
                  <a:pt x="523875" y="0"/>
                </a:lnTo>
              </a:path>
            </a:pathLst>
          </a:custGeom>
          <a:noFill xmlns:a="http://schemas.openxmlformats.org/drawingml/2006/main"/>
          <a:ln xmlns:a="http://schemas.openxmlformats.org/drawingml/2006/main" w="23813">
            <a:solidFill>
              <a:srgbClr val="087F6C"/>
            </a:solidFill>
            <a:prstDash val="solid"/>
          </a:ln>
        </p:spPr>
      </p:sp>
      <p:sp>
        <p:nvSpPr>
          <p:cNvPr id="11" name="path-1287">
            <a:extLst xmlns:a="http://schemas.openxmlformats.org/drawingml/2006/main">
              <a:ext uri="{FF2B5EF4-FFF2-40B4-BE49-F238E27FC236}">
                <a16:creationId xmlns:a16="http://schemas.microsoft.com/office/drawing/2014/main" id="{A4788388-65BD-4545-802E-7DD2DFC9DE2D}"/>
              </a:ext>
            </a:extLst>
          </p:cNvPr>
          <p:cNvSpPr>
            <a:spLocks xmlns:a="http://schemas.openxmlformats.org/drawingml/2006/main" noGrp="1"/>
          </p:cNvSpPr>
          <p:nvPr/>
        </p:nvSpPr>
        <p:spPr>
          <a:xfrm xmlns:a="http://schemas.openxmlformats.org/drawingml/2006/main">
            <a:off x="8772525" y="3981450"/>
            <a:ext cx="1628775" cy="953"/>
          </a:xfrm>
          <a:custGeom xmlns:a="http://schemas.openxmlformats.org/drawingml/2006/main">
            <a:pathLst>
              <a:path w="1628775" h="953">
                <a:moveTo>
                  <a:pt x="0" y="0"/>
                </a:moveTo>
                <a:lnTo>
                  <a:pt x="1628775" y="0"/>
                </a:lnTo>
              </a:path>
            </a:pathLst>
          </a:custGeom>
          <a:noFill xmlns:a="http://schemas.openxmlformats.org/drawingml/2006/main"/>
          <a:ln xmlns:a="http://schemas.openxmlformats.org/drawingml/2006/main" w="16193">
            <a:solidFill>
              <a:srgbClr val="087F6C"/>
            </a:solidFill>
            <a:prstDash val="solid"/>
          </a:ln>
        </p:spPr>
      </p:sp>
      <p:sp>
        <p:nvSpPr>
          <p:cNvPr id="12" name="label-1288">
            <a:extLst xmlns:a="http://schemas.openxmlformats.org/drawingml/2006/main">
              <a:ext uri="{FF2B5EF4-FFF2-40B4-BE49-F238E27FC236}">
                <a16:creationId xmlns:a16="http://schemas.microsoft.com/office/drawing/2014/main" id="{074DE419-5403-4485-9B29-4A1FFEE68B70}"/>
              </a:ext>
            </a:extLst>
          </p:cNvPr>
          <p:cNvSpPr>
            <a:spLocks xmlns:a="http://schemas.openxmlformats.org/drawingml/2006/main" noGrp="1"/>
          </p:cNvSpPr>
          <p:nvPr/>
        </p:nvSpPr>
        <p:spPr>
          <a:xfrm xmlns:a="http://schemas.openxmlformats.org/drawingml/2006/main">
            <a:off x="8858250" y="4086225"/>
            <a:ext cx="1543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00" b="0">
                <a:solidFill>
                  <a:srgbClr val="087F6C"/>
                </a:solidFill>
                <a:latin typeface="DejaVu Sans"/>
                <a:ea typeface="DejaVu Sans"/>
                <a:cs typeface="DejaVu Sans"/>
              </a:defRPr>
            </a:defPPr>
            <a:lvl1pPr algn="ctr">
              <a:defRPr sz="1800" b="0">
                <a:solidFill>
                  <a:srgbClr val="087F6C"/>
                </a:solidFill>
                <a:latin typeface="DejaVu Sans"/>
                <a:ea typeface="DejaVu Sans"/>
                <a:cs typeface="DejaVu Sans"/>
              </a:defRPr>
            </a:lvl1pPr>
            <a:lvl2pPr algn="ctr">
              <a:defRPr sz="1800" b="0">
                <a:solidFill>
                  <a:srgbClr val="087F6C"/>
                </a:solidFill>
                <a:latin typeface="DejaVu Sans"/>
                <a:ea typeface="DejaVu Sans"/>
                <a:cs typeface="DejaVu Sans"/>
              </a:defRPr>
            </a:lvl2pPr>
            <a:lvl3pPr algn="ctr">
              <a:defRPr sz="1800" b="0">
                <a:solidFill>
                  <a:srgbClr val="087F6C"/>
                </a:solidFill>
                <a:latin typeface="DejaVu Sans"/>
                <a:ea typeface="DejaVu Sans"/>
                <a:cs typeface="DejaVu Sans"/>
              </a:defRPr>
            </a:lvl3pPr>
            <a:lvl4pPr algn="ctr">
              <a:defRPr sz="1800" b="0">
                <a:solidFill>
                  <a:srgbClr val="087F6C"/>
                </a:solidFill>
                <a:latin typeface="DejaVu Sans"/>
                <a:ea typeface="DejaVu Sans"/>
                <a:cs typeface="DejaVu Sans"/>
              </a:defRPr>
            </a:lvl4pPr>
            <a:lvl5pPr algn="ctr">
              <a:defRPr sz="1800" b="0">
                <a:solidFill>
                  <a:srgbClr val="087F6C"/>
                </a:solidFill>
                <a:latin typeface="DejaVu Sans"/>
                <a:ea typeface="DejaVu Sans"/>
                <a:cs typeface="DejaVu Sans"/>
              </a:defRPr>
            </a:lvl5pPr>
            <a:lvl6pPr algn="ctr">
              <a:defRPr sz="1800" b="0">
                <a:solidFill>
                  <a:srgbClr val="087F6C"/>
                </a:solidFill>
                <a:latin typeface="DejaVu Sans"/>
                <a:ea typeface="DejaVu Sans"/>
                <a:cs typeface="DejaVu Sans"/>
              </a:defRPr>
            </a:lvl6pPr>
            <a:lvl7pPr algn="ctr">
              <a:defRPr sz="1800" b="0">
                <a:solidFill>
                  <a:srgbClr val="087F6C"/>
                </a:solidFill>
                <a:latin typeface="DejaVu Sans"/>
                <a:ea typeface="DejaVu Sans"/>
                <a:cs typeface="DejaVu Sans"/>
              </a:defRPr>
            </a:lvl7pPr>
            <a:lvl8pPr algn="ctr">
              <a:defRPr sz="1800" b="0">
                <a:solidFill>
                  <a:srgbClr val="087F6C"/>
                </a:solidFill>
                <a:latin typeface="DejaVu Sans"/>
                <a:ea typeface="DejaVu Sans"/>
                <a:cs typeface="DejaVu Sans"/>
              </a:defRPr>
            </a:lvl8pPr>
            <a:lvl9pPr algn="ctr">
              <a:defRPr sz="1800" b="0">
                <a:solidFill>
                  <a:srgbClr val="087F6C"/>
                </a:solidFill>
                <a:latin typeface="DejaVu Sans"/>
                <a:ea typeface="DejaVu Sans"/>
                <a:cs typeface="DejaVu Sans"/>
              </a:defRPr>
            </a:lvl9pPr>
          </a:lstStyle>
          <a:p xmlns:a="http://schemas.openxmlformats.org/drawingml/2006/main">
            <a:pPr algn="ctr">
              <a:defRPr sz="1800" b="0">
                <a:solidFill>
                  <a:srgbClr val="087F6C"/>
                </a:solidFill>
                <a:latin typeface="DejaVu Sans"/>
                <a:ea typeface="DejaVu Sans"/>
                <a:cs typeface="DejaVu Sans"/>
              </a:defRPr>
            </a:pPr>
            <a:r>
              <a:rPr sz="1800" b="0">
                <a:solidFill>
                  <a:srgbClr val="087F6C"/>
                </a:solidFill>
                <a:latin typeface="DejaVu Sans"/>
                <a:ea typeface="DejaVu Sans"/>
                <a:cs typeface="DejaVu Sans"/>
              </a:rPr>
              <a:t>length</a:t>
            </a:r>
          </a:p>
        </p:txBody>
      </p:sp>
      <p:sp>
        <p:nvSpPr>
          <p:cNvPr id="13" name="path-1289">
            <a:extLst xmlns:a="http://schemas.openxmlformats.org/drawingml/2006/main">
              <a:ext uri="{FF2B5EF4-FFF2-40B4-BE49-F238E27FC236}">
                <a16:creationId xmlns:a16="http://schemas.microsoft.com/office/drawing/2014/main" id="{C2734B8A-92EE-4AA9-BB11-40CBDA4F403A}"/>
              </a:ext>
            </a:extLst>
          </p:cNvPr>
          <p:cNvSpPr>
            <a:spLocks xmlns:a="http://schemas.openxmlformats.org/drawingml/2006/main" noGrp="1"/>
          </p:cNvSpPr>
          <p:nvPr/>
        </p:nvSpPr>
        <p:spPr>
          <a:xfrm xmlns:a="http://schemas.openxmlformats.org/drawingml/2006/main">
            <a:off x="11163300" y="2362200"/>
            <a:ext cx="953" cy="876300"/>
          </a:xfrm>
          <a:custGeom xmlns:a="http://schemas.openxmlformats.org/drawingml/2006/main">
            <a:pathLst>
              <a:path w="953" h="876300">
                <a:moveTo>
                  <a:pt x="0" y="0"/>
                </a:moveTo>
                <a:lnTo>
                  <a:pt x="0" y="876300"/>
                </a:lnTo>
              </a:path>
            </a:pathLst>
          </a:custGeom>
          <a:noFill xmlns:a="http://schemas.openxmlformats.org/drawingml/2006/main"/>
          <a:ln xmlns:a="http://schemas.openxmlformats.org/drawingml/2006/main" w="15240">
            <a:solidFill>
              <a:srgbClr val="087F6C"/>
            </a:solidFill>
            <a:prstDash val="solid"/>
          </a:ln>
        </p:spPr>
      </p:sp>
      <p:sp>
        <p:nvSpPr>
          <p:cNvPr id="14" name="label-1290">
            <a:extLst xmlns:a="http://schemas.openxmlformats.org/drawingml/2006/main">
              <a:ext uri="{FF2B5EF4-FFF2-40B4-BE49-F238E27FC236}">
                <a16:creationId xmlns:a16="http://schemas.microsoft.com/office/drawing/2014/main" id="{5175F082-F3C7-4DB6-A7DD-AAC6FBCF96F5}"/>
              </a:ext>
            </a:extLst>
          </p:cNvPr>
          <p:cNvSpPr>
            <a:spLocks xmlns:a="http://schemas.openxmlformats.org/drawingml/2006/main" noGrp="1"/>
          </p:cNvSpPr>
          <p:nvPr/>
        </p:nvSpPr>
        <p:spPr>
          <a:xfrm xmlns:a="http://schemas.openxmlformats.org/drawingml/2006/main">
            <a:off x="11249025" y="2657475"/>
            <a:ext cx="37147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875" b="0">
                <a:solidFill>
                  <a:srgbClr val="087F6C"/>
                </a:solidFill>
                <a:latin typeface="DejaVu Sans"/>
                <a:ea typeface="DejaVu Sans"/>
                <a:cs typeface="DejaVu Sans"/>
              </a:defRPr>
            </a:defPPr>
            <a:lvl1pPr algn="ctr">
              <a:defRPr sz="1875" b="0">
                <a:solidFill>
                  <a:srgbClr val="087F6C"/>
                </a:solidFill>
                <a:latin typeface="DejaVu Sans"/>
                <a:ea typeface="DejaVu Sans"/>
                <a:cs typeface="DejaVu Sans"/>
              </a:defRPr>
            </a:lvl1pPr>
            <a:lvl2pPr algn="ctr">
              <a:defRPr sz="1875" b="0">
                <a:solidFill>
                  <a:srgbClr val="087F6C"/>
                </a:solidFill>
                <a:latin typeface="DejaVu Sans"/>
                <a:ea typeface="DejaVu Sans"/>
                <a:cs typeface="DejaVu Sans"/>
              </a:defRPr>
            </a:lvl2pPr>
            <a:lvl3pPr algn="ctr">
              <a:defRPr sz="1875" b="0">
                <a:solidFill>
                  <a:srgbClr val="087F6C"/>
                </a:solidFill>
                <a:latin typeface="DejaVu Sans"/>
                <a:ea typeface="DejaVu Sans"/>
                <a:cs typeface="DejaVu Sans"/>
              </a:defRPr>
            </a:lvl3pPr>
            <a:lvl4pPr algn="ctr">
              <a:defRPr sz="1875" b="0">
                <a:solidFill>
                  <a:srgbClr val="087F6C"/>
                </a:solidFill>
                <a:latin typeface="DejaVu Sans"/>
                <a:ea typeface="DejaVu Sans"/>
                <a:cs typeface="DejaVu Sans"/>
              </a:defRPr>
            </a:lvl4pPr>
            <a:lvl5pPr algn="ctr">
              <a:defRPr sz="1875" b="0">
                <a:solidFill>
                  <a:srgbClr val="087F6C"/>
                </a:solidFill>
                <a:latin typeface="DejaVu Sans"/>
                <a:ea typeface="DejaVu Sans"/>
                <a:cs typeface="DejaVu Sans"/>
              </a:defRPr>
            </a:lvl5pPr>
            <a:lvl6pPr algn="ctr">
              <a:defRPr sz="1875" b="0">
                <a:solidFill>
                  <a:srgbClr val="087F6C"/>
                </a:solidFill>
                <a:latin typeface="DejaVu Sans"/>
                <a:ea typeface="DejaVu Sans"/>
                <a:cs typeface="DejaVu Sans"/>
              </a:defRPr>
            </a:lvl6pPr>
            <a:lvl7pPr algn="ctr">
              <a:defRPr sz="1875" b="0">
                <a:solidFill>
                  <a:srgbClr val="087F6C"/>
                </a:solidFill>
                <a:latin typeface="DejaVu Sans"/>
                <a:ea typeface="DejaVu Sans"/>
                <a:cs typeface="DejaVu Sans"/>
              </a:defRPr>
            </a:lvl7pPr>
            <a:lvl8pPr algn="ctr">
              <a:defRPr sz="1875" b="0">
                <a:solidFill>
                  <a:srgbClr val="087F6C"/>
                </a:solidFill>
                <a:latin typeface="DejaVu Sans"/>
                <a:ea typeface="DejaVu Sans"/>
                <a:cs typeface="DejaVu Sans"/>
              </a:defRPr>
            </a:lvl8pPr>
            <a:lvl9pPr algn="ctr">
              <a:defRPr sz="1875" b="0">
                <a:solidFill>
                  <a:srgbClr val="087F6C"/>
                </a:solidFill>
                <a:latin typeface="DejaVu Sans"/>
                <a:ea typeface="DejaVu Sans"/>
                <a:cs typeface="DejaVu Sans"/>
              </a:defRPr>
            </a:lvl9pPr>
          </a:lstStyle>
          <a:p xmlns:a="http://schemas.openxmlformats.org/drawingml/2006/main">
            <a:pPr algn="ctr">
              <a:defRPr sz="1875" b="0">
                <a:solidFill>
                  <a:srgbClr val="087F6C"/>
                </a:solidFill>
                <a:latin typeface="DejaVu Sans"/>
                <a:ea typeface="DejaVu Sans"/>
                <a:cs typeface="DejaVu Sans"/>
              </a:defRPr>
            </a:pPr>
            <a:r>
              <a:rPr sz="1875" b="0">
                <a:solidFill>
                  <a:srgbClr val="087F6C"/>
                </a:solidFill>
                <a:latin typeface="DejaVu Sans"/>
                <a:ea typeface="DejaVu Sans"/>
                <a:cs typeface="DejaVu Sans"/>
              </a:rPr>
              <a:t>h</a:t>
            </a:r>
          </a:p>
        </p:txBody>
      </p:sp>
      <p:sp>
        <p:nvSpPr>
          <p:cNvPr id="15" name="path-1291">
            <a:extLst xmlns:a="http://schemas.openxmlformats.org/drawingml/2006/main">
              <a:ext uri="{FF2B5EF4-FFF2-40B4-BE49-F238E27FC236}">
                <a16:creationId xmlns:a16="http://schemas.microsoft.com/office/drawing/2014/main" id="{47010860-B72B-4E46-A3F8-AE858C45A4BF}"/>
              </a:ext>
            </a:extLst>
          </p:cNvPr>
          <p:cNvSpPr>
            <a:spLocks xmlns:a="http://schemas.openxmlformats.org/drawingml/2006/main" noGrp="1"/>
          </p:cNvSpPr>
          <p:nvPr/>
        </p:nvSpPr>
        <p:spPr>
          <a:xfrm xmlns:a="http://schemas.openxmlformats.org/drawingml/2006/main">
            <a:off x="9344025" y="2390775"/>
            <a:ext cx="2000250" cy="942975"/>
          </a:xfrm>
          <a:custGeom xmlns:a="http://schemas.openxmlformats.org/drawingml/2006/main">
            <a:pathLst>
              <a:path w="2000250" h="942975">
                <a:moveTo>
                  <a:pt x="0" y="942975"/>
                </a:moveTo>
                <a:lnTo>
                  <a:pt x="2000250" y="0"/>
                </a:lnTo>
              </a:path>
            </a:pathLst>
          </a:custGeom>
          <a:noFill xmlns:a="http://schemas.openxmlformats.org/drawingml/2006/main"/>
          <a:ln xmlns:a="http://schemas.openxmlformats.org/drawingml/2006/main" w="23813">
            <a:solidFill>
              <a:srgbClr val="087F6C"/>
            </a:solidFill>
            <a:prstDash val="solid"/>
          </a:ln>
        </p:spPr>
      </p:sp>
      <p:sp>
        <p:nvSpPr>
          <p:cNvPr id="16" name="path-1292">
            <a:extLst xmlns:a="http://schemas.openxmlformats.org/drawingml/2006/main">
              <a:ext uri="{FF2B5EF4-FFF2-40B4-BE49-F238E27FC236}">
                <a16:creationId xmlns:a16="http://schemas.microsoft.com/office/drawing/2014/main" id="{A181439F-42F6-41BB-81D6-A7FF649D9561}"/>
              </a:ext>
            </a:extLst>
          </p:cNvPr>
          <p:cNvSpPr>
            <a:spLocks xmlns:a="http://schemas.openxmlformats.org/drawingml/2006/main" noGrp="1"/>
          </p:cNvSpPr>
          <p:nvPr/>
        </p:nvSpPr>
        <p:spPr>
          <a:xfrm xmlns:a="http://schemas.openxmlformats.org/drawingml/2006/main">
            <a:off x="11239435" y="2390775"/>
            <a:ext cx="104840" cy="80248"/>
          </a:xfrm>
          <a:custGeom xmlns:a="http://schemas.openxmlformats.org/drawingml/2006/main">
            <a:pathLst>
              <a:path w="104840" h="80248">
                <a:moveTo>
                  <a:pt x="104840" y="0"/>
                </a:moveTo>
                <a:lnTo>
                  <a:pt x="0" y="985"/>
                </a:lnTo>
                <a:lnTo>
                  <a:pt x="37367" y="80248"/>
                </a:lnTo>
                <a:close/>
              </a:path>
            </a:pathLst>
          </a:custGeom>
          <a:solidFill xmlns:a="http://schemas.openxmlformats.org/drawingml/2006/main">
            <a:srgbClr val="087F6C"/>
          </a:solidFill>
          <a:ln xmlns:a="http://schemas.openxmlformats.org/drawingml/2006/main" w="0">
            <a:solidFill>
              <a:srgbClr val="087F6C"/>
            </a:solidFill>
            <a:prstDash val="solid"/>
          </a:ln>
        </p:spPr>
      </p:sp>
      <p:sp>
        <p:nvSpPr>
          <p:cNvPr id="17" name="label-1293">
            <a:extLst xmlns:a="http://schemas.openxmlformats.org/drawingml/2006/main">
              <a:ext uri="{FF2B5EF4-FFF2-40B4-BE49-F238E27FC236}">
                <a16:creationId xmlns:a16="http://schemas.microsoft.com/office/drawing/2014/main" id="{8AA06105-5467-4484-BBDD-161ED6A523B8}"/>
              </a:ext>
            </a:extLst>
          </p:cNvPr>
          <p:cNvSpPr>
            <a:spLocks xmlns:a="http://schemas.openxmlformats.org/drawingml/2006/main" noGrp="1"/>
          </p:cNvSpPr>
          <p:nvPr/>
        </p:nvSpPr>
        <p:spPr>
          <a:xfrm xmlns:a="http://schemas.openxmlformats.org/drawingml/2006/main">
            <a:off x="10039350" y="1990725"/>
            <a:ext cx="16192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087F6C"/>
                </a:solidFill>
                <a:latin typeface="DejaVu Sans"/>
                <a:ea typeface="DejaVu Sans"/>
                <a:cs typeface="DejaVu Sans"/>
              </a:defRPr>
            </a:defPPr>
            <a:lvl1pPr algn="l">
              <a:defRPr sz="1800" b="0">
                <a:solidFill>
                  <a:srgbClr val="087F6C"/>
                </a:solidFill>
                <a:latin typeface="DejaVu Sans"/>
                <a:ea typeface="DejaVu Sans"/>
                <a:cs typeface="DejaVu Sans"/>
              </a:defRPr>
            </a:lvl1pPr>
            <a:lvl2pPr algn="l">
              <a:defRPr sz="1800" b="0">
                <a:solidFill>
                  <a:srgbClr val="087F6C"/>
                </a:solidFill>
                <a:latin typeface="DejaVu Sans"/>
                <a:ea typeface="DejaVu Sans"/>
                <a:cs typeface="DejaVu Sans"/>
              </a:defRPr>
            </a:lvl2pPr>
            <a:lvl3pPr algn="l">
              <a:defRPr sz="1800" b="0">
                <a:solidFill>
                  <a:srgbClr val="087F6C"/>
                </a:solidFill>
                <a:latin typeface="DejaVu Sans"/>
                <a:ea typeface="DejaVu Sans"/>
                <a:cs typeface="DejaVu Sans"/>
              </a:defRPr>
            </a:lvl3pPr>
            <a:lvl4pPr algn="l">
              <a:defRPr sz="1800" b="0">
                <a:solidFill>
                  <a:srgbClr val="087F6C"/>
                </a:solidFill>
                <a:latin typeface="DejaVu Sans"/>
                <a:ea typeface="DejaVu Sans"/>
                <a:cs typeface="DejaVu Sans"/>
              </a:defRPr>
            </a:lvl4pPr>
            <a:lvl5pPr algn="l">
              <a:defRPr sz="1800" b="0">
                <a:solidFill>
                  <a:srgbClr val="087F6C"/>
                </a:solidFill>
                <a:latin typeface="DejaVu Sans"/>
                <a:ea typeface="DejaVu Sans"/>
                <a:cs typeface="DejaVu Sans"/>
              </a:defRPr>
            </a:lvl5pPr>
            <a:lvl6pPr algn="l">
              <a:defRPr sz="1800" b="0">
                <a:solidFill>
                  <a:srgbClr val="087F6C"/>
                </a:solidFill>
                <a:latin typeface="DejaVu Sans"/>
                <a:ea typeface="DejaVu Sans"/>
                <a:cs typeface="DejaVu Sans"/>
              </a:defRPr>
            </a:lvl6pPr>
            <a:lvl7pPr algn="l">
              <a:defRPr sz="1800" b="0">
                <a:solidFill>
                  <a:srgbClr val="087F6C"/>
                </a:solidFill>
                <a:latin typeface="DejaVu Sans"/>
                <a:ea typeface="DejaVu Sans"/>
                <a:cs typeface="DejaVu Sans"/>
              </a:defRPr>
            </a:lvl7pPr>
            <a:lvl8pPr algn="l">
              <a:defRPr sz="1800" b="0">
                <a:solidFill>
                  <a:srgbClr val="087F6C"/>
                </a:solidFill>
                <a:latin typeface="DejaVu Sans"/>
                <a:ea typeface="DejaVu Sans"/>
                <a:cs typeface="DejaVu Sans"/>
              </a:defRPr>
            </a:lvl8pPr>
            <a:lvl9pPr algn="l">
              <a:defRPr sz="1800" b="0">
                <a:solidFill>
                  <a:srgbClr val="087F6C"/>
                </a:solidFill>
                <a:latin typeface="DejaVu Sans"/>
                <a:ea typeface="DejaVu Sans"/>
                <a:cs typeface="DejaVu Sans"/>
              </a:defRPr>
            </a:lvl9pPr>
          </a:lstStyle>
          <a:p xmlns:a="http://schemas.openxmlformats.org/drawingml/2006/main">
            <a:pPr algn="l">
              <a:defRPr sz="1800" b="0">
                <a:solidFill>
                  <a:srgbClr val="087F6C"/>
                </a:solidFill>
                <a:latin typeface="DejaVu Sans"/>
                <a:ea typeface="DejaVu Sans"/>
                <a:cs typeface="DejaVu Sans"/>
              </a:defRPr>
            </a:pPr>
            <a:r>
              <a:rPr sz="1800" b="0">
                <a:solidFill>
                  <a:srgbClr val="087F6C"/>
                </a:solidFill>
                <a:latin typeface="DejaVu Sans"/>
                <a:ea typeface="DejaVu Sans"/>
                <a:cs typeface="DejaVu Sans"/>
              </a:rPr>
              <a:t>velocity</a:t>
            </a:r>
          </a:p>
        </p:txBody>
      </p:sp>
      <p:sp>
        <p:nvSpPr>
          <p:cNvPr id="18" name="label-1294">
            <a:extLst xmlns:a="http://schemas.openxmlformats.org/drawingml/2006/main">
              <a:ext uri="{FF2B5EF4-FFF2-40B4-BE49-F238E27FC236}">
                <a16:creationId xmlns:a16="http://schemas.microsoft.com/office/drawing/2014/main" id="{503A961F-291C-4B2D-98AB-26680FB4BC9F}"/>
              </a:ext>
            </a:extLst>
          </p:cNvPr>
          <p:cNvSpPr>
            <a:spLocks xmlns:a="http://schemas.openxmlformats.org/drawingml/2006/main" noGrp="1"/>
          </p:cNvSpPr>
          <p:nvPr/>
        </p:nvSpPr>
        <p:spPr>
          <a:xfrm xmlns:a="http://schemas.openxmlformats.org/drawingml/2006/main">
            <a:off x="8391525" y="4857750"/>
            <a:ext cx="325755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325" b="1">
                <a:solidFill>
                  <a:srgbClr val="7351C7"/>
                </a:solidFill>
                <a:latin typeface="DejaVu Sans"/>
                <a:ea typeface="DejaVu Sans"/>
                <a:cs typeface="DejaVu Sans"/>
              </a:defRPr>
            </a:defPPr>
            <a:lvl1pPr algn="ctr">
              <a:defRPr sz="2325" b="1">
                <a:solidFill>
                  <a:srgbClr val="7351C7"/>
                </a:solidFill>
                <a:latin typeface="DejaVu Sans"/>
                <a:ea typeface="DejaVu Sans"/>
                <a:cs typeface="DejaVu Sans"/>
              </a:defRPr>
            </a:lvl1pPr>
            <a:lvl2pPr algn="ctr">
              <a:defRPr sz="2325" b="1">
                <a:solidFill>
                  <a:srgbClr val="7351C7"/>
                </a:solidFill>
                <a:latin typeface="DejaVu Sans"/>
                <a:ea typeface="DejaVu Sans"/>
                <a:cs typeface="DejaVu Sans"/>
              </a:defRPr>
            </a:lvl2pPr>
            <a:lvl3pPr algn="ctr">
              <a:defRPr sz="2325" b="1">
                <a:solidFill>
                  <a:srgbClr val="7351C7"/>
                </a:solidFill>
                <a:latin typeface="DejaVu Sans"/>
                <a:ea typeface="DejaVu Sans"/>
                <a:cs typeface="DejaVu Sans"/>
              </a:defRPr>
            </a:lvl3pPr>
            <a:lvl4pPr algn="ctr">
              <a:defRPr sz="2325" b="1">
                <a:solidFill>
                  <a:srgbClr val="7351C7"/>
                </a:solidFill>
                <a:latin typeface="DejaVu Sans"/>
                <a:ea typeface="DejaVu Sans"/>
                <a:cs typeface="DejaVu Sans"/>
              </a:defRPr>
            </a:lvl4pPr>
            <a:lvl5pPr algn="ctr">
              <a:defRPr sz="2325" b="1">
                <a:solidFill>
                  <a:srgbClr val="7351C7"/>
                </a:solidFill>
                <a:latin typeface="DejaVu Sans"/>
                <a:ea typeface="DejaVu Sans"/>
                <a:cs typeface="DejaVu Sans"/>
              </a:defRPr>
            </a:lvl5pPr>
            <a:lvl6pPr algn="ctr">
              <a:defRPr sz="2325" b="1">
                <a:solidFill>
                  <a:srgbClr val="7351C7"/>
                </a:solidFill>
                <a:latin typeface="DejaVu Sans"/>
                <a:ea typeface="DejaVu Sans"/>
                <a:cs typeface="DejaVu Sans"/>
              </a:defRPr>
            </a:lvl6pPr>
            <a:lvl7pPr algn="ctr">
              <a:defRPr sz="2325" b="1">
                <a:solidFill>
                  <a:srgbClr val="7351C7"/>
                </a:solidFill>
                <a:latin typeface="DejaVu Sans"/>
                <a:ea typeface="DejaVu Sans"/>
                <a:cs typeface="DejaVu Sans"/>
              </a:defRPr>
            </a:lvl7pPr>
            <a:lvl8pPr algn="ctr">
              <a:defRPr sz="2325" b="1">
                <a:solidFill>
                  <a:srgbClr val="7351C7"/>
                </a:solidFill>
                <a:latin typeface="DejaVu Sans"/>
                <a:ea typeface="DejaVu Sans"/>
                <a:cs typeface="DejaVu Sans"/>
              </a:defRPr>
            </a:lvl8pPr>
            <a:lvl9pPr algn="ctr">
              <a:defRPr sz="2325" b="1">
                <a:solidFill>
                  <a:srgbClr val="7351C7"/>
                </a:solidFill>
                <a:latin typeface="DejaVu Sans"/>
                <a:ea typeface="DejaVu Sans"/>
                <a:cs typeface="DejaVu Sans"/>
              </a:defRPr>
            </a:lvl9pPr>
          </a:lstStyle>
          <a:p xmlns:a="http://schemas.openxmlformats.org/drawingml/2006/main">
            <a:pPr algn="ctr">
              <a:defRPr sz="2325" b="1">
                <a:solidFill>
                  <a:srgbClr val="7351C7"/>
                </a:solidFill>
                <a:latin typeface="DejaVu Sans"/>
                <a:ea typeface="DejaVu Sans"/>
                <a:cs typeface="DejaVu Sans"/>
              </a:defRPr>
            </a:pPr>
            <a:r>
              <a:rPr sz="2325" b="1">
                <a:solidFill>
                  <a:srgbClr val="7351C7"/>
                </a:solidFill>
                <a:latin typeface="DejaVu Sans"/>
                <a:ea typeface="DejaVu Sans"/>
                <a:cs typeface="DejaVu Sans"/>
              </a:rPr>
              <a:t>10 encoded</a:t>
            </a:r>
          </a:p>
          <a:p xmlns:a="http://schemas.openxmlformats.org/drawingml/2006/main">
            <a:pPr algn="ctr">
              <a:defRPr sz="2325" b="1">
                <a:solidFill>
                  <a:srgbClr val="7351C7"/>
                </a:solidFill>
                <a:latin typeface="DejaVu Sans"/>
                <a:ea typeface="DejaVu Sans"/>
                <a:cs typeface="DejaVu Sans"/>
              </a:defRPr>
            </a:pPr>
            <a:r>
              <a:rPr sz="2325" b="1">
                <a:solidFill>
                  <a:srgbClr val="7351C7"/>
                </a:solidFill>
                <a:latin typeface="DejaVu Sans"/>
                <a:ea typeface="DejaVu Sans"/>
                <a:cs typeface="DejaVu Sans"/>
              </a:rPr>
              <a:t>box values</a:t>
            </a:r>
          </a:p>
        </p:txBody>
      </p:sp>
    </p:spTree>
    <p:extLst>
      <p:ext uri="{BB962C8B-B14F-4D97-AF65-F5344CB8AC3E}">
        <p14:creationId xmlns:p14="http://schemas.microsoft.com/office/powerpoint/2010/main" val="1623627940"/>
      </p:ext>
    </p:extLst>
  </p:cSld>
</p:sld>
</file>

<file path=ppt/slides/slide20.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5" name="slide-title">
            <a:extLst xmlns:a="http://schemas.openxmlformats.org/drawingml/2006/main">
              <a:ext uri="{FF2B5EF4-FFF2-40B4-BE49-F238E27FC236}">
                <a16:creationId xmlns:a16="http://schemas.microsoft.com/office/drawing/2014/main" id="{2B98FD1F-3BF9-497C-9308-6D7370395CDA}"/>
              </a:ext>
            </a:extLst>
          </p:cNvPr>
          <p:cNvSpPr>
            <a:spLocks xmlns:a="http://schemas.openxmlformats.org/drawingml/2006/main" noGrp="1"/>
          </p:cNvSpPr>
          <p:nvPr/>
        </p:nvSpPr>
        <p:spPr>
          <a:xfrm xmlns:a="http://schemas.openxmlformats.org/drawingml/2006/main">
            <a:off x="533400" y="361950"/>
            <a:ext cx="1112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6253B"/>
                </a:solidFill>
                <a:latin typeface="DejaVu Sans"/>
                <a:ea typeface="DejaVu Sans"/>
                <a:cs typeface="DejaVu Sans"/>
              </a:defRPr>
            </a:defPPr>
            <a:lvl1pPr algn="l">
              <a:defRPr sz="3300" b="1">
                <a:solidFill>
                  <a:srgbClr val="16253B"/>
                </a:solidFill>
                <a:latin typeface="DejaVu Sans"/>
                <a:ea typeface="DejaVu Sans"/>
                <a:cs typeface="DejaVu Sans"/>
              </a:defRPr>
            </a:lvl1pPr>
            <a:lvl2pPr algn="l">
              <a:defRPr sz="3300" b="1">
                <a:solidFill>
                  <a:srgbClr val="16253B"/>
                </a:solidFill>
                <a:latin typeface="DejaVu Sans"/>
                <a:ea typeface="DejaVu Sans"/>
                <a:cs typeface="DejaVu Sans"/>
              </a:defRPr>
            </a:lvl2pPr>
            <a:lvl3pPr algn="l">
              <a:defRPr sz="3300" b="1">
                <a:solidFill>
                  <a:srgbClr val="16253B"/>
                </a:solidFill>
                <a:latin typeface="DejaVu Sans"/>
                <a:ea typeface="DejaVu Sans"/>
                <a:cs typeface="DejaVu Sans"/>
              </a:defRPr>
            </a:lvl3pPr>
            <a:lvl4pPr algn="l">
              <a:defRPr sz="3300" b="1">
                <a:solidFill>
                  <a:srgbClr val="16253B"/>
                </a:solidFill>
                <a:latin typeface="DejaVu Sans"/>
                <a:ea typeface="DejaVu Sans"/>
                <a:cs typeface="DejaVu Sans"/>
              </a:defRPr>
            </a:lvl4pPr>
            <a:lvl5pPr algn="l">
              <a:defRPr sz="3300" b="1">
                <a:solidFill>
                  <a:srgbClr val="16253B"/>
                </a:solidFill>
                <a:latin typeface="DejaVu Sans"/>
                <a:ea typeface="DejaVu Sans"/>
                <a:cs typeface="DejaVu Sans"/>
              </a:defRPr>
            </a:lvl5pPr>
            <a:lvl6pPr algn="l">
              <a:defRPr sz="3300" b="1">
                <a:solidFill>
                  <a:srgbClr val="16253B"/>
                </a:solidFill>
                <a:latin typeface="DejaVu Sans"/>
                <a:ea typeface="DejaVu Sans"/>
                <a:cs typeface="DejaVu Sans"/>
              </a:defRPr>
            </a:lvl6pPr>
            <a:lvl7pPr algn="l">
              <a:defRPr sz="3300" b="1">
                <a:solidFill>
                  <a:srgbClr val="16253B"/>
                </a:solidFill>
                <a:latin typeface="DejaVu Sans"/>
                <a:ea typeface="DejaVu Sans"/>
                <a:cs typeface="DejaVu Sans"/>
              </a:defRPr>
            </a:lvl7pPr>
            <a:lvl8pPr algn="l">
              <a:defRPr sz="3300" b="1">
                <a:solidFill>
                  <a:srgbClr val="16253B"/>
                </a:solidFill>
                <a:latin typeface="DejaVu Sans"/>
                <a:ea typeface="DejaVu Sans"/>
                <a:cs typeface="DejaVu Sans"/>
              </a:defRPr>
            </a:lvl8pPr>
            <a:lvl9pPr algn="l">
              <a:defRPr sz="3300" b="1">
                <a:solidFill>
                  <a:srgbClr val="16253B"/>
                </a:solidFill>
                <a:latin typeface="DejaVu Sans"/>
                <a:ea typeface="DejaVu Sans"/>
                <a:cs typeface="DejaVu Sans"/>
              </a:defRPr>
            </a:lvl9pPr>
          </a:lstStyle>
          <a:p xmlns:a="http://schemas.openxmlformats.org/drawingml/2006/main">
            <a:pPr algn="l">
              <a:defRPr sz="3300" b="1">
                <a:solidFill>
                  <a:srgbClr val="16253B"/>
                </a:solidFill>
                <a:latin typeface="DejaVu Sans"/>
                <a:ea typeface="DejaVu Sans"/>
                <a:cs typeface="DejaVu Sans"/>
              </a:defRPr>
            </a:pPr>
            <a:r>
              <a:rPr sz="3300" b="1">
                <a:solidFill>
                  <a:srgbClr val="16253B"/>
                </a:solidFill>
                <a:latin typeface="DejaVu Sans"/>
                <a:ea typeface="DejaVu Sans"/>
                <a:cs typeface="DejaVu Sans"/>
              </a:rPr>
              <a:t>Tensor dimensions along the pipeline</a:t>
            </a:r>
          </a:p>
        </p:txBody>
      </p:sp>
      <p:sp>
        <p:nvSpPr>
          <p:cNvPr id="2" name="label-1295">
            <a:extLst xmlns:a="http://schemas.openxmlformats.org/drawingml/2006/main">
              <a:ext uri="{FF2B5EF4-FFF2-40B4-BE49-F238E27FC236}">
                <a16:creationId xmlns:a16="http://schemas.microsoft.com/office/drawing/2014/main" id="{53B3C173-D94C-468F-AB67-91DF7B0263E6}"/>
              </a:ext>
            </a:extLst>
          </p:cNvPr>
          <p:cNvSpPr>
            <a:spLocks xmlns:a="http://schemas.openxmlformats.org/drawingml/2006/main" noGrp="1"/>
          </p:cNvSpPr>
          <p:nvPr/>
        </p:nvSpPr>
        <p:spPr>
          <a:xfrm xmlns:a="http://schemas.openxmlformats.org/drawingml/2006/main">
            <a:off x="11144250" y="64674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77C"/>
                </a:solidFill>
                <a:latin typeface="DejaVu Sans"/>
                <a:ea typeface="DejaVu Sans"/>
                <a:cs typeface="DejaVu Sans"/>
              </a:defRPr>
            </a:defPPr>
            <a:lvl1pPr algn="r">
              <a:defRPr sz="1200" b="0">
                <a:solidFill>
                  <a:srgbClr val="58677C"/>
                </a:solidFill>
                <a:latin typeface="DejaVu Sans"/>
                <a:ea typeface="DejaVu Sans"/>
                <a:cs typeface="DejaVu Sans"/>
              </a:defRPr>
            </a:lvl1pPr>
            <a:lvl2pPr algn="r">
              <a:defRPr sz="1200" b="0">
                <a:solidFill>
                  <a:srgbClr val="58677C"/>
                </a:solidFill>
                <a:latin typeface="DejaVu Sans"/>
                <a:ea typeface="DejaVu Sans"/>
                <a:cs typeface="DejaVu Sans"/>
              </a:defRPr>
            </a:lvl2pPr>
            <a:lvl3pPr algn="r">
              <a:defRPr sz="1200" b="0">
                <a:solidFill>
                  <a:srgbClr val="58677C"/>
                </a:solidFill>
                <a:latin typeface="DejaVu Sans"/>
                <a:ea typeface="DejaVu Sans"/>
                <a:cs typeface="DejaVu Sans"/>
              </a:defRPr>
            </a:lvl3pPr>
            <a:lvl4pPr algn="r">
              <a:defRPr sz="1200" b="0">
                <a:solidFill>
                  <a:srgbClr val="58677C"/>
                </a:solidFill>
                <a:latin typeface="DejaVu Sans"/>
                <a:ea typeface="DejaVu Sans"/>
                <a:cs typeface="DejaVu Sans"/>
              </a:defRPr>
            </a:lvl4pPr>
            <a:lvl5pPr algn="r">
              <a:defRPr sz="1200" b="0">
                <a:solidFill>
                  <a:srgbClr val="58677C"/>
                </a:solidFill>
                <a:latin typeface="DejaVu Sans"/>
                <a:ea typeface="DejaVu Sans"/>
                <a:cs typeface="DejaVu Sans"/>
              </a:defRPr>
            </a:lvl5pPr>
            <a:lvl6pPr algn="r">
              <a:defRPr sz="1200" b="0">
                <a:solidFill>
                  <a:srgbClr val="58677C"/>
                </a:solidFill>
                <a:latin typeface="DejaVu Sans"/>
                <a:ea typeface="DejaVu Sans"/>
                <a:cs typeface="DejaVu Sans"/>
              </a:defRPr>
            </a:lvl6pPr>
            <a:lvl7pPr algn="r">
              <a:defRPr sz="1200" b="0">
                <a:solidFill>
                  <a:srgbClr val="58677C"/>
                </a:solidFill>
                <a:latin typeface="DejaVu Sans"/>
                <a:ea typeface="DejaVu Sans"/>
                <a:cs typeface="DejaVu Sans"/>
              </a:defRPr>
            </a:lvl7pPr>
            <a:lvl8pPr algn="r">
              <a:defRPr sz="1200" b="0">
                <a:solidFill>
                  <a:srgbClr val="58677C"/>
                </a:solidFill>
                <a:latin typeface="DejaVu Sans"/>
                <a:ea typeface="DejaVu Sans"/>
                <a:cs typeface="DejaVu Sans"/>
              </a:defRPr>
            </a:lvl8pPr>
            <a:lvl9pPr algn="r">
              <a:defRPr sz="1200" b="0">
                <a:solidFill>
                  <a:srgbClr val="58677C"/>
                </a:solidFill>
                <a:latin typeface="DejaVu Sans"/>
                <a:ea typeface="DejaVu Sans"/>
                <a:cs typeface="DejaVu Sans"/>
              </a:defRPr>
            </a:lvl9pPr>
          </a:lstStyle>
          <a:p xmlns:a="http://schemas.openxmlformats.org/drawingml/2006/main">
            <a:pPr algn="r">
              <a:defRPr sz="1200" b="0">
                <a:solidFill>
                  <a:srgbClr val="58677C"/>
                </a:solidFill>
                <a:latin typeface="DejaVu Sans"/>
                <a:ea typeface="DejaVu Sans"/>
                <a:cs typeface="DejaVu Sans"/>
              </a:defRPr>
            </a:pPr>
            <a:r>
              <a:rPr sz="1200" b="0">
                <a:solidFill>
                  <a:srgbClr val="58677C"/>
                </a:solidFill>
                <a:latin typeface="DejaVu Sans"/>
                <a:ea typeface="DejaVu Sans"/>
                <a:cs typeface="DejaVu Sans"/>
              </a:rPr>
              <a:t>20</a:t>
            </a:r>
          </a:p>
        </p:txBody>
      </p:sp>
      <p:sp>
        <p:nvSpPr>
          <p:cNvPr id="3" name="label-1296">
            <a:extLst xmlns:a="http://schemas.openxmlformats.org/drawingml/2006/main">
              <a:ext uri="{FF2B5EF4-FFF2-40B4-BE49-F238E27FC236}">
                <a16:creationId xmlns:a16="http://schemas.microsoft.com/office/drawing/2014/main" id="{94DB3C0A-676A-4131-8990-A7EA2291CD72}"/>
              </a:ext>
            </a:extLst>
          </p:cNvPr>
          <p:cNvSpPr>
            <a:spLocks xmlns:a="http://schemas.openxmlformats.org/drawingml/2006/main" noGrp="1"/>
          </p:cNvSpPr>
          <p:nvPr/>
        </p:nvSpPr>
        <p:spPr>
          <a:xfrm xmlns:a="http://schemas.openxmlformats.org/drawingml/2006/main">
            <a:off x="533400" y="6477000"/>
            <a:ext cx="3810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8677C"/>
                </a:solidFill>
                <a:latin typeface="DejaVu Sans"/>
                <a:ea typeface="DejaVu Sans"/>
                <a:cs typeface="DejaVu Sans"/>
              </a:defRPr>
            </a:defPPr>
            <a:lvl1pPr algn="l">
              <a:defRPr sz="1125" b="0">
                <a:solidFill>
                  <a:srgbClr val="58677C"/>
                </a:solidFill>
                <a:latin typeface="DejaVu Sans"/>
                <a:ea typeface="DejaVu Sans"/>
                <a:cs typeface="DejaVu Sans"/>
              </a:defRPr>
            </a:lvl1pPr>
            <a:lvl2pPr algn="l">
              <a:defRPr sz="1125" b="0">
                <a:solidFill>
                  <a:srgbClr val="58677C"/>
                </a:solidFill>
                <a:latin typeface="DejaVu Sans"/>
                <a:ea typeface="DejaVu Sans"/>
                <a:cs typeface="DejaVu Sans"/>
              </a:defRPr>
            </a:lvl2pPr>
            <a:lvl3pPr algn="l">
              <a:defRPr sz="1125" b="0">
                <a:solidFill>
                  <a:srgbClr val="58677C"/>
                </a:solidFill>
                <a:latin typeface="DejaVu Sans"/>
                <a:ea typeface="DejaVu Sans"/>
                <a:cs typeface="DejaVu Sans"/>
              </a:defRPr>
            </a:lvl3pPr>
            <a:lvl4pPr algn="l">
              <a:defRPr sz="1125" b="0">
                <a:solidFill>
                  <a:srgbClr val="58677C"/>
                </a:solidFill>
                <a:latin typeface="DejaVu Sans"/>
                <a:ea typeface="DejaVu Sans"/>
                <a:cs typeface="DejaVu Sans"/>
              </a:defRPr>
            </a:lvl4pPr>
            <a:lvl5pPr algn="l">
              <a:defRPr sz="1125" b="0">
                <a:solidFill>
                  <a:srgbClr val="58677C"/>
                </a:solidFill>
                <a:latin typeface="DejaVu Sans"/>
                <a:ea typeface="DejaVu Sans"/>
                <a:cs typeface="DejaVu Sans"/>
              </a:defRPr>
            </a:lvl5pPr>
            <a:lvl6pPr algn="l">
              <a:defRPr sz="1125" b="0">
                <a:solidFill>
                  <a:srgbClr val="58677C"/>
                </a:solidFill>
                <a:latin typeface="DejaVu Sans"/>
                <a:ea typeface="DejaVu Sans"/>
                <a:cs typeface="DejaVu Sans"/>
              </a:defRPr>
            </a:lvl6pPr>
            <a:lvl7pPr algn="l">
              <a:defRPr sz="1125" b="0">
                <a:solidFill>
                  <a:srgbClr val="58677C"/>
                </a:solidFill>
                <a:latin typeface="DejaVu Sans"/>
                <a:ea typeface="DejaVu Sans"/>
                <a:cs typeface="DejaVu Sans"/>
              </a:defRPr>
            </a:lvl7pPr>
            <a:lvl8pPr algn="l">
              <a:defRPr sz="1125" b="0">
                <a:solidFill>
                  <a:srgbClr val="58677C"/>
                </a:solidFill>
                <a:latin typeface="DejaVu Sans"/>
                <a:ea typeface="DejaVu Sans"/>
                <a:cs typeface="DejaVu Sans"/>
              </a:defRPr>
            </a:lvl8pPr>
            <a:lvl9pPr algn="l">
              <a:defRPr sz="1125" b="0">
                <a:solidFill>
                  <a:srgbClr val="58677C"/>
                </a:solidFill>
                <a:latin typeface="DejaVu Sans"/>
                <a:ea typeface="DejaVu Sans"/>
                <a:cs typeface="DejaVu Sans"/>
              </a:defRPr>
            </a:lvl9pPr>
          </a:lstStyle>
          <a:p xmlns:a="http://schemas.openxmlformats.org/drawingml/2006/main">
            <a:pPr algn="l">
              <a:defRPr sz="1125" b="0">
                <a:solidFill>
                  <a:srgbClr val="58677C"/>
                </a:solidFill>
                <a:latin typeface="DejaVu Sans"/>
                <a:ea typeface="DejaVu Sans"/>
                <a:cs typeface="DejaVu Sans"/>
              </a:defRPr>
            </a:pPr>
            <a:r>
              <a:rPr sz="1125" b="0">
                <a:solidFill>
                  <a:srgbClr val="58677C"/>
                </a:solidFill>
                <a:latin typeface="DejaVu Sans"/>
                <a:ea typeface="DejaVu Sans"/>
                <a:cs typeface="DejaVu Sans"/>
              </a:rPr>
              <a:t>TECHNICAL BACKUP</a:t>
            </a:r>
          </a:p>
        </p:txBody>
      </p:sp>
      <p:graphicFrame>
        <p:nvGraphicFramePr>
          <p:cNvPr id="4" name="">
            <a:extLst xmlns:a="http://schemas.openxmlformats.org/drawingml/2006/main">
              <a:ext uri="{FF2B5EF4-FFF2-40B4-BE49-F238E27FC236}">
                <a16:creationId xmlns:a16="http://schemas.microsoft.com/office/drawing/2014/main" id="{C5B354CB-9127-4C0A-AFB0-967118949EB5}"/>
              </a:ext>
            </a:extLst>
          </p:cNvPr>
          <p:cNvGraphicFramePr/>
          <p:nvPr/>
        </p:nvGraphicFramePr>
        <p:xfrm>
          <a:off xmlns:a="http://schemas.openxmlformats.org/drawingml/2006/main" x="533400" y="1438275"/>
          <a:ext xmlns:a="http://schemas.openxmlformats.org/drawingml/2006/main" cx="11125200" cy="4695825"/>
        </p:xfrm>
        <a:graphic xmlns:a="http://schemas.openxmlformats.org/drawingml/2006/main">
          <a:graphicData uri="http://schemas.openxmlformats.org/drawingml/2006/table">
            <a:tbl>
              <a:tblPr firstRow="1" bandRow="0"/>
              <a:tblGrid>
                <a:gridCol w="3143250"/>
                <a:gridCol w="4143375"/>
                <a:gridCol w="3838575"/>
              </a:tblGrid>
              <a:tr h="521758">
                <a:tc>
                  <a:txBody>
                    <a:bodyPr lIns="104775" tIns="104775" rIns="104775" bIns="104775">
                      <a:noAutofit/>
                    </a:bodyPr>
                    <a:lstStyle/>
                    <a:p>
                      <a:pPr algn="l"/>
                      <a:r>
                        <a:rPr sz="1650" b="1">
                          <a:solidFill>
                            <a:srgbClr val="FFFFFF"/>
                          </a:solidFill>
                          <a:latin typeface="DejaVu Sans"/>
                          <a:ea typeface="DejaVu Sans"/>
                          <a:cs typeface="DejaVu Sans"/>
                        </a:rPr>
                        <a:t>Stage</a:t>
                      </a:r>
                    </a:p>
                  </a:txBody>
                  <a:tcPr marL="91440" marR="91440" marT="45720" marB="45720" anchor="ctr">
                    <a:lnL w="7144">
                      <a:solidFill>
                        <a:srgbClr val="CFD7E2"/>
                      </a:solidFill>
                      <a:prstDash val="solid"/>
                    </a:lnL>
                    <a:lnR w="7144">
                      <a:solidFill>
                        <a:srgbClr val="CFD7E2"/>
                      </a:solidFill>
                      <a:prstDash val="solid"/>
                    </a:lnR>
                    <a:lnT w="7144">
                      <a:solidFill>
                        <a:srgbClr val="CFD7E2"/>
                      </a:solidFill>
                      <a:prstDash val="solid"/>
                    </a:lnT>
                    <a:lnB w="7144">
                      <a:solidFill>
                        <a:srgbClr val="CFD7E2"/>
                      </a:solidFill>
                      <a:prstDash val="solid"/>
                    </a:lnB>
                    <a:solidFill>
                      <a:srgbClr val="16253B"/>
                    </a:solidFill>
                  </a:tcPr>
                </a:tc>
                <a:tc>
                  <a:txBody>
                    <a:bodyPr lIns="104775" tIns="104775" rIns="104775" bIns="104775">
                      <a:noAutofit/>
                    </a:bodyPr>
                    <a:lstStyle/>
                    <a:p>
                      <a:pPr algn="l"/>
                      <a:r>
                        <a:rPr sz="1650" b="1">
                          <a:solidFill>
                            <a:srgbClr val="FFFFFF"/>
                          </a:solidFill>
                          <a:latin typeface="DejaVu Sans"/>
                          <a:ea typeface="DejaVu Sans"/>
                          <a:cs typeface="DejaVu Sans"/>
                        </a:rPr>
                        <a:t>Shape per sample</a:t>
                      </a:r>
                    </a:p>
                  </a:txBody>
                  <a:tcPr marL="91440" marR="91440" marT="45720" marB="45720" anchor="ctr">
                    <a:lnR w="7144">
                      <a:solidFill>
                        <a:srgbClr val="CFD7E2"/>
                      </a:solidFill>
                      <a:prstDash val="solid"/>
                    </a:lnR>
                    <a:lnT w="7144">
                      <a:solidFill>
                        <a:srgbClr val="CFD7E2"/>
                      </a:solidFill>
                      <a:prstDash val="solid"/>
                    </a:lnT>
                    <a:lnB w="7144">
                      <a:solidFill>
                        <a:srgbClr val="CFD7E2"/>
                      </a:solidFill>
                      <a:prstDash val="solid"/>
                    </a:lnB>
                    <a:solidFill>
                      <a:srgbClr val="16253B"/>
                    </a:solidFill>
                  </a:tcPr>
                </a:tc>
                <a:tc>
                  <a:txBody>
                    <a:bodyPr lIns="104775" tIns="104775" rIns="104775" bIns="104775">
                      <a:noAutofit/>
                    </a:bodyPr>
                    <a:lstStyle/>
                    <a:p>
                      <a:pPr algn="l"/>
                      <a:r>
                        <a:rPr sz="1650" b="1">
                          <a:solidFill>
                            <a:srgbClr val="FFFFFF"/>
                          </a:solidFill>
                          <a:latin typeface="DejaVu Sans"/>
                          <a:ea typeface="DejaVu Sans"/>
                          <a:cs typeface="DejaVu Sans"/>
                        </a:rPr>
                        <a:t>Meaning</a:t>
                      </a:r>
                    </a:p>
                  </a:txBody>
                  <a:tcPr marL="91440" marR="91440" marT="45720" marB="45720" anchor="ctr">
                    <a:lnR w="7144">
                      <a:solidFill>
                        <a:srgbClr val="CFD7E2"/>
                      </a:solidFill>
                      <a:prstDash val="solid"/>
                    </a:lnR>
                    <a:lnT w="7144">
                      <a:solidFill>
                        <a:srgbClr val="CFD7E2"/>
                      </a:solidFill>
                      <a:prstDash val="solid"/>
                    </a:lnT>
                    <a:lnB w="7144">
                      <a:solidFill>
                        <a:srgbClr val="CFD7E2"/>
                      </a:solidFill>
                      <a:prstDash val="solid"/>
                    </a:lnB>
                    <a:solidFill>
                      <a:srgbClr val="16253B"/>
                    </a:solidFill>
                  </a:tcPr>
                </a:tc>
              </a:tr>
              <a:tr h="521758">
                <a:tc>
                  <a:txBody>
                    <a:bodyPr lIns="104775" tIns="104775" rIns="104775" bIns="104775">
                      <a:noAutofit/>
                    </a:bodyPr>
                    <a:lstStyle/>
                    <a:p>
                      <a:pPr algn="l"/>
                      <a:r>
                        <a:rPr sz="1650" b="0">
                          <a:solidFill>
                            <a:srgbClr val="16253B"/>
                          </a:solidFill>
                          <a:latin typeface="DejaVu Sans"/>
                          <a:ea typeface="DejaVu Sans"/>
                          <a:cs typeface="DejaVu Sans"/>
                        </a:rPr>
                        <a:t>Camera input</a:t>
                      </a:r>
                    </a:p>
                  </a:txBody>
                  <a:tcPr marL="91440" marR="91440" marT="45720" marB="45720" anchor="ctr">
                    <a:lnL w="7144">
                      <a:solidFill>
                        <a:srgbClr val="CFD7E2"/>
                      </a:solidFill>
                      <a:prstDash val="solid"/>
                    </a:lnL>
                    <a:lnR w="7144">
                      <a:solidFill>
                        <a:srgbClr val="CFD7E2"/>
                      </a:solidFill>
                      <a:prstDash val="solid"/>
                    </a:lnR>
                    <a:lnB w="7144">
                      <a:solidFill>
                        <a:srgbClr val="CFD7E2"/>
                      </a:solidFill>
                      <a:prstDash val="solid"/>
                    </a:lnB>
                    <a:solidFill>
                      <a:srgbClr val="FFFFFF"/>
                    </a:solidFill>
                  </a:tcPr>
                </a:tc>
                <a:tc>
                  <a:txBody>
                    <a:bodyPr lIns="104775" tIns="104775" rIns="104775" bIns="104775">
                      <a:noAutofit/>
                    </a:bodyPr>
                    <a:lstStyle/>
                    <a:p>
                      <a:pPr algn="l"/>
                      <a:r>
                        <a:rPr sz="1650" b="0">
                          <a:solidFill>
                            <a:srgbClr val="16253B"/>
                          </a:solidFill>
                          <a:latin typeface="DejaVu Sans"/>
                          <a:ea typeface="DejaVu Sans"/>
                          <a:cs typeface="DejaVu Sans"/>
                        </a:rPr>
                        <a:t>6 × 3 × 256 × 704</a:t>
                      </a:r>
                    </a:p>
                  </a:txBody>
                  <a:tcPr marL="91440" marR="91440" marT="45720" marB="45720" anchor="ctr">
                    <a:lnR w="7144">
                      <a:solidFill>
                        <a:srgbClr val="CFD7E2"/>
                      </a:solidFill>
                      <a:prstDash val="solid"/>
                    </a:lnR>
                    <a:lnB w="7144">
                      <a:solidFill>
                        <a:srgbClr val="CFD7E2"/>
                      </a:solidFill>
                      <a:prstDash val="solid"/>
                    </a:lnB>
                    <a:solidFill>
                      <a:srgbClr val="FFFFFF"/>
                    </a:solidFill>
                  </a:tcPr>
                </a:tc>
                <a:tc>
                  <a:txBody>
                    <a:bodyPr lIns="104775" tIns="104775" rIns="104775" bIns="104775">
                      <a:noAutofit/>
                    </a:bodyPr>
                    <a:lstStyle/>
                    <a:p>
                      <a:pPr algn="l"/>
                      <a:r>
                        <a:rPr sz="1650" b="0">
                          <a:solidFill>
                            <a:srgbClr val="16253B"/>
                          </a:solidFill>
                          <a:latin typeface="DejaVu Sans"/>
                          <a:ea typeface="DejaVu Sans"/>
                          <a:cs typeface="DejaVu Sans"/>
                        </a:rPr>
                        <a:t>Six RGB views</a:t>
                      </a:r>
                    </a:p>
                  </a:txBody>
                  <a:tcPr marL="91440" marR="91440" marT="45720" marB="45720" anchor="ctr">
                    <a:lnR w="7144">
                      <a:solidFill>
                        <a:srgbClr val="CFD7E2"/>
                      </a:solidFill>
                      <a:prstDash val="solid"/>
                    </a:lnR>
                    <a:lnB w="7144">
                      <a:solidFill>
                        <a:srgbClr val="CFD7E2"/>
                      </a:solidFill>
                      <a:prstDash val="solid"/>
                    </a:lnB>
                    <a:solidFill>
                      <a:srgbClr val="FFFFFF"/>
                    </a:solidFill>
                  </a:tcPr>
                </a:tc>
              </a:tr>
              <a:tr h="521758">
                <a:tc>
                  <a:txBody>
                    <a:bodyPr lIns="104775" tIns="104775" rIns="104775" bIns="104775">
                      <a:noAutofit/>
                    </a:bodyPr>
                    <a:lstStyle/>
                    <a:p>
                      <a:pPr algn="l"/>
                      <a:r>
                        <a:rPr sz="1650" b="0">
                          <a:solidFill>
                            <a:srgbClr val="16253B"/>
                          </a:solidFill>
                          <a:latin typeface="DejaVu Sans"/>
                          <a:ea typeface="DejaVu Sans"/>
                          <a:cs typeface="DejaVu Sans"/>
                        </a:rPr>
                        <a:t>Image feature</a:t>
                      </a:r>
                    </a:p>
                  </a:txBody>
                  <a:tcPr marL="91440" marR="91440" marT="45720" marB="45720" anchor="ctr">
                    <a:lnL w="7144">
                      <a:solidFill>
                        <a:srgbClr val="CFD7E2"/>
                      </a:solidFill>
                      <a:prstDash val="solid"/>
                    </a:lnL>
                    <a:lnR w="7144">
                      <a:solidFill>
                        <a:srgbClr val="CFD7E2"/>
                      </a:solidFill>
                      <a:prstDash val="solid"/>
                    </a:lnR>
                    <a:lnB w="7144">
                      <a:solidFill>
                        <a:srgbClr val="CFD7E2"/>
                      </a:solidFill>
                      <a:prstDash val="solid"/>
                    </a:lnB>
                    <a:solidFill>
                      <a:srgbClr val="EDF2F7"/>
                    </a:solidFill>
                  </a:tcPr>
                </a:tc>
                <a:tc>
                  <a:txBody>
                    <a:bodyPr lIns="104775" tIns="104775" rIns="104775" bIns="104775">
                      <a:noAutofit/>
                    </a:bodyPr>
                    <a:lstStyle/>
                    <a:p>
                      <a:pPr algn="l"/>
                      <a:r>
                        <a:rPr sz="1650" b="0">
                          <a:solidFill>
                            <a:srgbClr val="16253B"/>
                          </a:solidFill>
                          <a:latin typeface="DejaVu Sans"/>
                          <a:ea typeface="DejaVu Sans"/>
                          <a:cs typeface="DejaVu Sans"/>
                        </a:rPr>
                        <a:t>6 × 256 × 32 × 88</a:t>
                      </a:r>
                    </a:p>
                  </a:txBody>
                  <a:tcPr marL="91440" marR="91440" marT="45720" marB="45720" anchor="ctr">
                    <a:lnR w="7144">
                      <a:solidFill>
                        <a:srgbClr val="CFD7E2"/>
                      </a:solidFill>
                      <a:prstDash val="solid"/>
                    </a:lnR>
                    <a:lnB w="7144">
                      <a:solidFill>
                        <a:srgbClr val="CFD7E2"/>
                      </a:solidFill>
                      <a:prstDash val="solid"/>
                    </a:lnB>
                    <a:solidFill>
                      <a:srgbClr val="EDF2F7"/>
                    </a:solidFill>
                  </a:tcPr>
                </a:tc>
                <a:tc>
                  <a:txBody>
                    <a:bodyPr lIns="104775" tIns="104775" rIns="104775" bIns="104775">
                      <a:noAutofit/>
                    </a:bodyPr>
                    <a:lstStyle/>
                    <a:p>
                      <a:pPr algn="l"/>
                      <a:r>
                        <a:rPr sz="1650" b="0">
                          <a:solidFill>
                            <a:srgbClr val="16253B"/>
                          </a:solidFill>
                          <a:latin typeface="DejaVu Sans"/>
                          <a:ea typeface="DejaVu Sans"/>
                          <a:cs typeface="DejaVu Sans"/>
                        </a:rPr>
                        <a:t>Selected FPN output</a:t>
                      </a:r>
                    </a:p>
                  </a:txBody>
                  <a:tcPr marL="91440" marR="91440" marT="45720" marB="45720" anchor="ctr">
                    <a:lnR w="7144">
                      <a:solidFill>
                        <a:srgbClr val="CFD7E2"/>
                      </a:solidFill>
                      <a:prstDash val="solid"/>
                    </a:lnR>
                    <a:lnB w="7144">
                      <a:solidFill>
                        <a:srgbClr val="CFD7E2"/>
                      </a:solidFill>
                      <a:prstDash val="solid"/>
                    </a:lnB>
                    <a:solidFill>
                      <a:srgbClr val="EDF2F7"/>
                    </a:solidFill>
                  </a:tcPr>
                </a:tc>
              </a:tr>
              <a:tr h="521758">
                <a:tc>
                  <a:txBody>
                    <a:bodyPr lIns="104775" tIns="104775" rIns="104775" bIns="104775">
                      <a:noAutofit/>
                    </a:bodyPr>
                    <a:lstStyle/>
                    <a:p>
                      <a:pPr algn="l"/>
                      <a:r>
                        <a:rPr sz="1650" b="0">
                          <a:solidFill>
                            <a:srgbClr val="16253B"/>
                          </a:solidFill>
                          <a:latin typeface="DejaVu Sans"/>
                          <a:ea typeface="DejaVu Sans"/>
                          <a:cs typeface="DejaVu Sans"/>
                        </a:rPr>
                        <a:t>Lifted frustum</a:t>
                      </a:r>
                    </a:p>
                  </a:txBody>
                  <a:tcPr marL="91440" marR="91440" marT="45720" marB="45720" anchor="ctr">
                    <a:lnL w="7144">
                      <a:solidFill>
                        <a:srgbClr val="CFD7E2"/>
                      </a:solidFill>
                      <a:prstDash val="solid"/>
                    </a:lnL>
                    <a:lnR w="7144">
                      <a:solidFill>
                        <a:srgbClr val="CFD7E2"/>
                      </a:solidFill>
                      <a:prstDash val="solid"/>
                    </a:lnR>
                    <a:lnB w="7144">
                      <a:solidFill>
                        <a:srgbClr val="CFD7E2"/>
                      </a:solidFill>
                      <a:prstDash val="solid"/>
                    </a:lnB>
                    <a:solidFill>
                      <a:srgbClr val="FFFFFF"/>
                    </a:solidFill>
                  </a:tcPr>
                </a:tc>
                <a:tc>
                  <a:txBody>
                    <a:bodyPr lIns="104775" tIns="104775" rIns="104775" bIns="104775">
                      <a:noAutofit/>
                    </a:bodyPr>
                    <a:lstStyle/>
                    <a:p>
                      <a:pPr algn="l"/>
                      <a:r>
                        <a:rPr sz="1650" b="0">
                          <a:solidFill>
                            <a:srgbClr val="16253B"/>
                          </a:solidFill>
                          <a:latin typeface="DejaVu Sans"/>
                          <a:ea typeface="DejaVu Sans"/>
                          <a:cs typeface="DejaVu Sans"/>
                        </a:rPr>
                        <a:t>6 × 118 × 32 × 88 × 80</a:t>
                      </a:r>
                    </a:p>
                  </a:txBody>
                  <a:tcPr marL="91440" marR="91440" marT="45720" marB="45720" anchor="ctr">
                    <a:lnR w="7144">
                      <a:solidFill>
                        <a:srgbClr val="CFD7E2"/>
                      </a:solidFill>
                      <a:prstDash val="solid"/>
                    </a:lnR>
                    <a:lnB w="7144">
                      <a:solidFill>
                        <a:srgbClr val="CFD7E2"/>
                      </a:solidFill>
                      <a:prstDash val="solid"/>
                    </a:lnB>
                    <a:solidFill>
                      <a:srgbClr val="FFFFFF"/>
                    </a:solidFill>
                  </a:tcPr>
                </a:tc>
                <a:tc>
                  <a:txBody>
                    <a:bodyPr lIns="104775" tIns="104775" rIns="104775" bIns="104775">
                      <a:noAutofit/>
                    </a:bodyPr>
                    <a:lstStyle/>
                    <a:p>
                      <a:pPr algn="l"/>
                      <a:r>
                        <a:rPr sz="1650" b="0">
                          <a:solidFill>
                            <a:srgbClr val="16253B"/>
                          </a:solidFill>
                          <a:latin typeface="DejaVu Sans"/>
                          <a:ea typeface="DejaVu Sans"/>
                          <a:cs typeface="DejaVu Sans"/>
                        </a:rPr>
                        <a:t>Depth-weighted context</a:t>
                      </a:r>
                    </a:p>
                  </a:txBody>
                  <a:tcPr marL="91440" marR="91440" marT="45720" marB="45720" anchor="ctr">
                    <a:lnR w="7144">
                      <a:solidFill>
                        <a:srgbClr val="CFD7E2"/>
                      </a:solidFill>
                      <a:prstDash val="solid"/>
                    </a:lnR>
                    <a:lnB w="7144">
                      <a:solidFill>
                        <a:srgbClr val="CFD7E2"/>
                      </a:solidFill>
                      <a:prstDash val="solid"/>
                    </a:lnB>
                    <a:solidFill>
                      <a:srgbClr val="FFFFFF"/>
                    </a:solidFill>
                  </a:tcPr>
                </a:tc>
              </a:tr>
              <a:tr h="521758">
                <a:tc>
                  <a:txBody>
                    <a:bodyPr lIns="104775" tIns="104775" rIns="104775" bIns="104775">
                      <a:noAutofit/>
                    </a:bodyPr>
                    <a:lstStyle/>
                    <a:p>
                      <a:pPr algn="l"/>
                      <a:r>
                        <a:rPr sz="1650" b="0">
                          <a:solidFill>
                            <a:srgbClr val="16253B"/>
                          </a:solidFill>
                          <a:latin typeface="DejaVu Sans"/>
                          <a:ea typeface="DejaVu Sans"/>
                          <a:cs typeface="DejaVu Sans"/>
                        </a:rPr>
                        <a:t>Camera / LiDAR BEV</a:t>
                      </a:r>
                    </a:p>
                  </a:txBody>
                  <a:tcPr marL="91440" marR="91440" marT="45720" marB="45720" anchor="ctr">
                    <a:lnL w="7144">
                      <a:solidFill>
                        <a:srgbClr val="CFD7E2"/>
                      </a:solidFill>
                      <a:prstDash val="solid"/>
                    </a:lnL>
                    <a:lnR w="7144">
                      <a:solidFill>
                        <a:srgbClr val="CFD7E2"/>
                      </a:solidFill>
                      <a:prstDash val="solid"/>
                    </a:lnR>
                    <a:lnB w="7144">
                      <a:solidFill>
                        <a:srgbClr val="CFD7E2"/>
                      </a:solidFill>
                      <a:prstDash val="solid"/>
                    </a:lnB>
                    <a:solidFill>
                      <a:srgbClr val="EDF2F7"/>
                    </a:solidFill>
                  </a:tcPr>
                </a:tc>
                <a:tc>
                  <a:txBody>
                    <a:bodyPr lIns="104775" tIns="104775" rIns="104775" bIns="104775">
                      <a:noAutofit/>
                    </a:bodyPr>
                    <a:lstStyle/>
                    <a:p>
                      <a:pPr algn="l"/>
                      <a:r>
                        <a:rPr sz="1650" b="0">
                          <a:solidFill>
                            <a:srgbClr val="16253B"/>
                          </a:solidFill>
                          <a:latin typeface="DejaVu Sans"/>
                          <a:ea typeface="DejaVu Sans"/>
                          <a:cs typeface="DejaVu Sans"/>
                        </a:rPr>
                        <a:t>80 / 256 × 180 × 180</a:t>
                      </a:r>
                    </a:p>
                  </a:txBody>
                  <a:tcPr marL="91440" marR="91440" marT="45720" marB="45720" anchor="ctr">
                    <a:lnR w="7144">
                      <a:solidFill>
                        <a:srgbClr val="CFD7E2"/>
                      </a:solidFill>
                      <a:prstDash val="solid"/>
                    </a:lnR>
                    <a:lnB w="7144">
                      <a:solidFill>
                        <a:srgbClr val="CFD7E2"/>
                      </a:solidFill>
                      <a:prstDash val="solid"/>
                    </a:lnB>
                    <a:solidFill>
                      <a:srgbClr val="EDF2F7"/>
                    </a:solidFill>
                  </a:tcPr>
                </a:tc>
                <a:tc>
                  <a:txBody>
                    <a:bodyPr lIns="104775" tIns="104775" rIns="104775" bIns="104775">
                      <a:noAutofit/>
                    </a:bodyPr>
                    <a:lstStyle/>
                    <a:p>
                      <a:pPr algn="l"/>
                      <a:r>
                        <a:rPr sz="1650" b="0">
                          <a:solidFill>
                            <a:srgbClr val="16253B"/>
                          </a:solidFill>
                          <a:latin typeface="DejaVu Sans"/>
                          <a:ea typeface="DejaVu Sans"/>
                          <a:cs typeface="DejaVu Sans"/>
                        </a:rPr>
                        <a:t>Same spatial grid</a:t>
                      </a:r>
                    </a:p>
                  </a:txBody>
                  <a:tcPr marL="91440" marR="91440" marT="45720" marB="45720" anchor="ctr">
                    <a:lnR w="7144">
                      <a:solidFill>
                        <a:srgbClr val="CFD7E2"/>
                      </a:solidFill>
                      <a:prstDash val="solid"/>
                    </a:lnR>
                    <a:lnB w="7144">
                      <a:solidFill>
                        <a:srgbClr val="CFD7E2"/>
                      </a:solidFill>
                      <a:prstDash val="solid"/>
                    </a:lnB>
                    <a:solidFill>
                      <a:srgbClr val="EDF2F7"/>
                    </a:solidFill>
                  </a:tcPr>
                </a:tc>
              </a:tr>
              <a:tr h="521758">
                <a:tc>
                  <a:txBody>
                    <a:bodyPr lIns="104775" tIns="104775" rIns="104775" bIns="104775">
                      <a:noAutofit/>
                    </a:bodyPr>
                    <a:lstStyle/>
                    <a:p>
                      <a:pPr algn="l"/>
                      <a:r>
                        <a:rPr sz="1650" b="0">
                          <a:solidFill>
                            <a:srgbClr val="16253B"/>
                          </a:solidFill>
                          <a:latin typeface="DejaVu Sans"/>
                          <a:ea typeface="DejaVu Sans"/>
                          <a:cs typeface="DejaVu Sans"/>
                        </a:rPr>
                        <a:t>Fuser output</a:t>
                      </a:r>
                    </a:p>
                  </a:txBody>
                  <a:tcPr marL="91440" marR="91440" marT="45720" marB="45720" anchor="ctr">
                    <a:lnL w="7144">
                      <a:solidFill>
                        <a:srgbClr val="CFD7E2"/>
                      </a:solidFill>
                      <a:prstDash val="solid"/>
                    </a:lnL>
                    <a:lnR w="7144">
                      <a:solidFill>
                        <a:srgbClr val="CFD7E2"/>
                      </a:solidFill>
                      <a:prstDash val="solid"/>
                    </a:lnR>
                    <a:lnB w="7144">
                      <a:solidFill>
                        <a:srgbClr val="CFD7E2"/>
                      </a:solidFill>
                      <a:prstDash val="solid"/>
                    </a:lnB>
                    <a:solidFill>
                      <a:srgbClr val="FFFFFF"/>
                    </a:solidFill>
                  </a:tcPr>
                </a:tc>
                <a:tc>
                  <a:txBody>
                    <a:bodyPr lIns="104775" tIns="104775" rIns="104775" bIns="104775">
                      <a:noAutofit/>
                    </a:bodyPr>
                    <a:lstStyle/>
                    <a:p>
                      <a:pPr algn="l"/>
                      <a:r>
                        <a:rPr sz="1650" b="0">
                          <a:solidFill>
                            <a:srgbClr val="16253B"/>
                          </a:solidFill>
                          <a:latin typeface="DejaVu Sans"/>
                          <a:ea typeface="DejaVu Sans"/>
                          <a:cs typeface="DejaVu Sans"/>
                        </a:rPr>
                        <a:t>256 × 180 × 180</a:t>
                      </a:r>
                    </a:p>
                  </a:txBody>
                  <a:tcPr marL="91440" marR="91440" marT="45720" marB="45720" anchor="ctr">
                    <a:lnR w="7144">
                      <a:solidFill>
                        <a:srgbClr val="CFD7E2"/>
                      </a:solidFill>
                      <a:prstDash val="solid"/>
                    </a:lnR>
                    <a:lnB w="7144">
                      <a:solidFill>
                        <a:srgbClr val="CFD7E2"/>
                      </a:solidFill>
                      <a:prstDash val="solid"/>
                    </a:lnB>
                    <a:solidFill>
                      <a:srgbClr val="FFFFFF"/>
                    </a:solidFill>
                  </a:tcPr>
                </a:tc>
                <a:tc>
                  <a:txBody>
                    <a:bodyPr lIns="104775" tIns="104775" rIns="104775" bIns="104775">
                      <a:noAutofit/>
                    </a:bodyPr>
                    <a:lstStyle/>
                    <a:p>
                      <a:pPr algn="l"/>
                      <a:r>
                        <a:rPr sz="1650" b="0">
                          <a:solidFill>
                            <a:srgbClr val="16253B"/>
                          </a:solidFill>
                          <a:latin typeface="DejaVu Sans"/>
                          <a:ea typeface="DejaVu Sans"/>
                          <a:cs typeface="DejaVu Sans"/>
                        </a:rPr>
                        <a:t>Weighted fusion + residual</a:t>
                      </a:r>
                    </a:p>
                  </a:txBody>
                  <a:tcPr marL="91440" marR="91440" marT="45720" marB="45720" anchor="ctr">
                    <a:lnR w="7144">
                      <a:solidFill>
                        <a:srgbClr val="CFD7E2"/>
                      </a:solidFill>
                      <a:prstDash val="solid"/>
                    </a:lnR>
                    <a:lnB w="7144">
                      <a:solidFill>
                        <a:srgbClr val="CFD7E2"/>
                      </a:solidFill>
                      <a:prstDash val="solid"/>
                    </a:lnB>
                    <a:solidFill>
                      <a:srgbClr val="FFFFFF"/>
                    </a:solidFill>
                  </a:tcPr>
                </a:tc>
              </a:tr>
              <a:tr h="521758">
                <a:tc>
                  <a:txBody>
                    <a:bodyPr lIns="104775" tIns="104775" rIns="104775" bIns="104775">
                      <a:noAutofit/>
                    </a:bodyPr>
                    <a:lstStyle/>
                    <a:p>
                      <a:pPr algn="l"/>
                      <a:r>
                        <a:rPr sz="1650" b="0">
                          <a:solidFill>
                            <a:srgbClr val="16253B"/>
                          </a:solidFill>
                          <a:latin typeface="DejaVu Sans"/>
                          <a:ea typeface="DejaVu Sans"/>
                          <a:cs typeface="DejaVu Sans"/>
                        </a:rPr>
                        <a:t>Shared backbone / head</a:t>
                      </a:r>
                    </a:p>
                  </a:txBody>
                  <a:tcPr marL="91440" marR="91440" marT="45720" marB="45720" anchor="ctr">
                    <a:lnL w="7144">
                      <a:solidFill>
                        <a:srgbClr val="CFD7E2"/>
                      </a:solidFill>
                      <a:prstDash val="solid"/>
                    </a:lnL>
                    <a:lnR w="7144">
                      <a:solidFill>
                        <a:srgbClr val="CFD7E2"/>
                      </a:solidFill>
                      <a:prstDash val="solid"/>
                    </a:lnR>
                    <a:lnB w="7144">
                      <a:solidFill>
                        <a:srgbClr val="CFD7E2"/>
                      </a:solidFill>
                      <a:prstDash val="solid"/>
                    </a:lnB>
                    <a:solidFill>
                      <a:srgbClr val="EDF2F7"/>
                    </a:solidFill>
                  </a:tcPr>
                </a:tc>
                <a:tc>
                  <a:txBody>
                    <a:bodyPr lIns="104775" tIns="104775" rIns="104775" bIns="104775">
                      <a:noAutofit/>
                    </a:bodyPr>
                    <a:lstStyle/>
                    <a:p>
                      <a:pPr algn="l"/>
                      <a:r>
                        <a:rPr sz="1650" b="0">
                          <a:solidFill>
                            <a:srgbClr val="16253B"/>
                          </a:solidFill>
                          <a:latin typeface="DejaVu Sans"/>
                          <a:ea typeface="DejaVu Sans"/>
                          <a:cs typeface="DejaVu Sans"/>
                        </a:rPr>
                        <a:t>512 / 128 × 180 × 180</a:t>
                      </a:r>
                    </a:p>
                  </a:txBody>
                  <a:tcPr marL="91440" marR="91440" marT="45720" marB="45720" anchor="ctr">
                    <a:lnR w="7144">
                      <a:solidFill>
                        <a:srgbClr val="CFD7E2"/>
                      </a:solidFill>
                      <a:prstDash val="solid"/>
                    </a:lnR>
                    <a:lnB w="7144">
                      <a:solidFill>
                        <a:srgbClr val="CFD7E2"/>
                      </a:solidFill>
                      <a:prstDash val="solid"/>
                    </a:lnB>
                    <a:solidFill>
                      <a:srgbClr val="EDF2F7"/>
                    </a:solidFill>
                  </a:tcPr>
                </a:tc>
                <a:tc>
                  <a:txBody>
                    <a:bodyPr lIns="104775" tIns="104775" rIns="104775" bIns="104775">
                      <a:noAutofit/>
                    </a:bodyPr>
                    <a:lstStyle/>
                    <a:p>
                      <a:pPr algn="l"/>
                      <a:r>
                        <a:rPr sz="1650" b="0">
                          <a:solidFill>
                            <a:srgbClr val="16253B"/>
                          </a:solidFill>
                          <a:latin typeface="DejaVu Sans"/>
                          <a:ea typeface="DejaVu Sans"/>
                          <a:cs typeface="DejaVu Sans"/>
                        </a:rPr>
                        <a:t>BEV feature refinement</a:t>
                      </a:r>
                    </a:p>
                  </a:txBody>
                  <a:tcPr marL="91440" marR="91440" marT="45720" marB="45720" anchor="ctr">
                    <a:lnR w="7144">
                      <a:solidFill>
                        <a:srgbClr val="CFD7E2"/>
                      </a:solidFill>
                      <a:prstDash val="solid"/>
                    </a:lnR>
                    <a:lnB w="7144">
                      <a:solidFill>
                        <a:srgbClr val="CFD7E2"/>
                      </a:solidFill>
                      <a:prstDash val="solid"/>
                    </a:lnB>
                    <a:solidFill>
                      <a:srgbClr val="EDF2F7"/>
                    </a:solidFill>
                  </a:tcPr>
                </a:tc>
              </a:tr>
              <a:tr h="521758">
                <a:tc>
                  <a:txBody>
                    <a:bodyPr lIns="104775" tIns="104775" rIns="104775" bIns="104775">
                      <a:noAutofit/>
                    </a:bodyPr>
                    <a:lstStyle/>
                    <a:p>
                      <a:pPr algn="l"/>
                      <a:r>
                        <a:rPr sz="1650" b="0">
                          <a:solidFill>
                            <a:srgbClr val="16253B"/>
                          </a:solidFill>
                          <a:latin typeface="DejaVu Sans"/>
                          <a:ea typeface="DejaVu Sans"/>
                          <a:cs typeface="DejaVu Sans"/>
                        </a:rPr>
                        <a:t>Object queries</a:t>
                      </a:r>
                    </a:p>
                  </a:txBody>
                  <a:tcPr marL="91440" marR="91440" marT="45720" marB="45720" anchor="ctr">
                    <a:lnL w="7144">
                      <a:solidFill>
                        <a:srgbClr val="CFD7E2"/>
                      </a:solidFill>
                      <a:prstDash val="solid"/>
                    </a:lnL>
                    <a:lnR w="7144">
                      <a:solidFill>
                        <a:srgbClr val="CFD7E2"/>
                      </a:solidFill>
                      <a:prstDash val="solid"/>
                    </a:lnR>
                    <a:lnB w="7144">
                      <a:solidFill>
                        <a:srgbClr val="CFD7E2"/>
                      </a:solidFill>
                      <a:prstDash val="solid"/>
                    </a:lnB>
                    <a:solidFill>
                      <a:srgbClr val="FFFFFF"/>
                    </a:solidFill>
                  </a:tcPr>
                </a:tc>
                <a:tc>
                  <a:txBody>
                    <a:bodyPr lIns="104775" tIns="104775" rIns="104775" bIns="104775">
                      <a:noAutofit/>
                    </a:bodyPr>
                    <a:lstStyle/>
                    <a:p>
                      <a:pPr algn="l"/>
                      <a:r>
                        <a:rPr sz="1650" b="0">
                          <a:solidFill>
                            <a:srgbClr val="16253B"/>
                          </a:solidFill>
                          <a:latin typeface="DejaVu Sans"/>
                          <a:ea typeface="DejaVu Sans"/>
                          <a:cs typeface="DejaVu Sans"/>
                        </a:rPr>
                        <a:t>128 × 200</a:t>
                      </a:r>
                    </a:p>
                  </a:txBody>
                  <a:tcPr marL="91440" marR="91440" marT="45720" marB="45720" anchor="ctr">
                    <a:lnR w="7144">
                      <a:solidFill>
                        <a:srgbClr val="CFD7E2"/>
                      </a:solidFill>
                      <a:prstDash val="solid"/>
                    </a:lnR>
                    <a:lnB w="7144">
                      <a:solidFill>
                        <a:srgbClr val="CFD7E2"/>
                      </a:solidFill>
                      <a:prstDash val="solid"/>
                    </a:lnB>
                    <a:solidFill>
                      <a:srgbClr val="FFFFFF"/>
                    </a:solidFill>
                  </a:tcPr>
                </a:tc>
                <a:tc>
                  <a:txBody>
                    <a:bodyPr lIns="104775" tIns="104775" rIns="104775" bIns="104775">
                      <a:noAutofit/>
                    </a:bodyPr>
                    <a:lstStyle/>
                    <a:p>
                      <a:pPr algn="l"/>
                      <a:r>
                        <a:rPr sz="1650" b="0">
                          <a:solidFill>
                            <a:srgbClr val="16253B"/>
                          </a:solidFill>
                          <a:latin typeface="DejaVu Sans"/>
                          <a:ea typeface="DejaVu Sans"/>
                          <a:cs typeface="DejaVu Sans"/>
                        </a:rPr>
                        <a:t>Global decoder output</a:t>
                      </a:r>
                    </a:p>
                  </a:txBody>
                  <a:tcPr marL="91440" marR="91440" marT="45720" marB="45720" anchor="ctr">
                    <a:lnR w="7144">
                      <a:solidFill>
                        <a:srgbClr val="CFD7E2"/>
                      </a:solidFill>
                      <a:prstDash val="solid"/>
                    </a:lnR>
                    <a:lnB w="7144">
                      <a:solidFill>
                        <a:srgbClr val="CFD7E2"/>
                      </a:solidFill>
                      <a:prstDash val="solid"/>
                    </a:lnB>
                    <a:solidFill>
                      <a:srgbClr val="FFFFFF"/>
                    </a:solidFill>
                  </a:tcPr>
                </a:tc>
              </a:tr>
              <a:tr h="521758">
                <a:tc>
                  <a:txBody>
                    <a:bodyPr lIns="104775" tIns="104775" rIns="104775" bIns="104775">
                      <a:noAutofit/>
                    </a:bodyPr>
                    <a:lstStyle/>
                    <a:p>
                      <a:pPr algn="l"/>
                      <a:r>
                        <a:rPr sz="1650" b="0">
                          <a:solidFill>
                            <a:srgbClr val="16253B"/>
                          </a:solidFill>
                          <a:latin typeface="DejaVu Sans"/>
                          <a:ea typeface="DejaVu Sans"/>
                          <a:cs typeface="DejaVu Sans"/>
                        </a:rPr>
                        <a:t>Sampled local patches</a:t>
                      </a:r>
                    </a:p>
                  </a:txBody>
                  <a:tcPr marL="91440" marR="91440" marT="45720" marB="45720" anchor="ctr">
                    <a:lnL w="7144">
                      <a:solidFill>
                        <a:srgbClr val="CFD7E2"/>
                      </a:solidFill>
                      <a:prstDash val="solid"/>
                    </a:lnL>
                    <a:lnR w="7144">
                      <a:solidFill>
                        <a:srgbClr val="CFD7E2"/>
                      </a:solidFill>
                      <a:prstDash val="solid"/>
                    </a:lnR>
                    <a:lnB w="7144">
                      <a:solidFill>
                        <a:srgbClr val="CFD7E2"/>
                      </a:solidFill>
                      <a:prstDash val="solid"/>
                    </a:lnB>
                    <a:solidFill>
                      <a:srgbClr val="EDF2F7"/>
                    </a:solidFill>
                  </a:tcPr>
                </a:tc>
                <a:tc>
                  <a:txBody>
                    <a:bodyPr lIns="104775" tIns="104775" rIns="104775" bIns="104775">
                      <a:noAutofit/>
                    </a:bodyPr>
                    <a:lstStyle/>
                    <a:p>
                      <a:pPr algn="l"/>
                      <a:r>
                        <a:rPr sz="1650" b="0">
                          <a:solidFill>
                            <a:srgbClr val="16253B"/>
                          </a:solidFill>
                          <a:latin typeface="DejaVu Sans"/>
                          <a:ea typeface="DejaVu Sans"/>
                          <a:cs typeface="DejaVu Sans"/>
                        </a:rPr>
                        <a:t>128 × 200 × 25</a:t>
                      </a:r>
                    </a:p>
                  </a:txBody>
                  <a:tcPr marL="91440" marR="91440" marT="45720" marB="45720" anchor="ctr">
                    <a:lnR w="7144">
                      <a:solidFill>
                        <a:srgbClr val="CFD7E2"/>
                      </a:solidFill>
                      <a:prstDash val="solid"/>
                    </a:lnR>
                    <a:lnB w="7144">
                      <a:solidFill>
                        <a:srgbClr val="CFD7E2"/>
                      </a:solidFill>
                      <a:prstDash val="solid"/>
                    </a:lnB>
                    <a:solidFill>
                      <a:srgbClr val="EDF2F7"/>
                    </a:solidFill>
                  </a:tcPr>
                </a:tc>
                <a:tc>
                  <a:txBody>
                    <a:bodyPr lIns="104775" tIns="104775" rIns="104775" bIns="104775">
                      <a:noAutofit/>
                    </a:bodyPr>
                    <a:lstStyle/>
                    <a:p>
                      <a:pPr algn="l"/>
                      <a:r>
                        <a:rPr sz="1650" b="0">
                          <a:solidFill>
                            <a:srgbClr val="16253B"/>
                          </a:solidFill>
                          <a:latin typeface="DejaVu Sans"/>
                          <a:ea typeface="DejaVu Sans"/>
                          <a:cs typeface="DejaVu Sans"/>
                        </a:rPr>
                        <a:t>Mean pool over 25 positions</a:t>
                      </a:r>
                    </a:p>
                  </a:txBody>
                  <a:tcPr marL="91440" marR="91440" marT="45720" marB="45720" anchor="ctr">
                    <a:lnR w="7144">
                      <a:solidFill>
                        <a:srgbClr val="CFD7E2"/>
                      </a:solidFill>
                      <a:prstDash val="solid"/>
                    </a:lnR>
                    <a:lnB w="7144">
                      <a:solidFill>
                        <a:srgbClr val="CFD7E2"/>
                      </a:solidFill>
                      <a:prstDash val="solid"/>
                    </a:lnB>
                    <a:solidFill>
                      <a:srgbClr val="EDF2F7"/>
                    </a:solidFill>
                  </a:tcPr>
                </a:tc>
              </a:tr>
            </a:tbl>
          </a:graphicData>
        </a:graphic>
      </p:graphicFrame>
    </p:spTree>
    <p:extLst>
      <p:ext uri="{BB962C8B-B14F-4D97-AF65-F5344CB8AC3E}">
        <p14:creationId xmlns:p14="http://schemas.microsoft.com/office/powerpoint/2010/main" val="910666642"/>
      </p:ext>
    </p:extLst>
  </p:cSld>
</p:sld>
</file>

<file path=ppt/slides/slide21.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7" name="slide-title">
            <a:extLst xmlns:a="http://schemas.openxmlformats.org/drawingml/2006/main">
              <a:ext uri="{FF2B5EF4-FFF2-40B4-BE49-F238E27FC236}">
                <a16:creationId xmlns:a16="http://schemas.microsoft.com/office/drawing/2014/main" id="{D49140ED-7FD4-47BC-89E0-E17FF6EC8CFF}"/>
              </a:ext>
            </a:extLst>
          </p:cNvPr>
          <p:cNvSpPr>
            <a:spLocks xmlns:a="http://schemas.openxmlformats.org/drawingml/2006/main" noGrp="1"/>
          </p:cNvSpPr>
          <p:nvPr/>
        </p:nvSpPr>
        <p:spPr>
          <a:xfrm xmlns:a="http://schemas.openxmlformats.org/drawingml/2006/main">
            <a:off x="533400" y="361950"/>
            <a:ext cx="1112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6253B"/>
                </a:solidFill>
                <a:latin typeface="DejaVu Sans"/>
                <a:ea typeface="DejaVu Sans"/>
                <a:cs typeface="DejaVu Sans"/>
              </a:defRPr>
            </a:defPPr>
            <a:lvl1pPr algn="l">
              <a:defRPr sz="3300" b="1">
                <a:solidFill>
                  <a:srgbClr val="16253B"/>
                </a:solidFill>
                <a:latin typeface="DejaVu Sans"/>
                <a:ea typeface="DejaVu Sans"/>
                <a:cs typeface="DejaVu Sans"/>
              </a:defRPr>
            </a:lvl1pPr>
            <a:lvl2pPr algn="l">
              <a:defRPr sz="3300" b="1">
                <a:solidFill>
                  <a:srgbClr val="16253B"/>
                </a:solidFill>
                <a:latin typeface="DejaVu Sans"/>
                <a:ea typeface="DejaVu Sans"/>
                <a:cs typeface="DejaVu Sans"/>
              </a:defRPr>
            </a:lvl2pPr>
            <a:lvl3pPr algn="l">
              <a:defRPr sz="3300" b="1">
                <a:solidFill>
                  <a:srgbClr val="16253B"/>
                </a:solidFill>
                <a:latin typeface="DejaVu Sans"/>
                <a:ea typeface="DejaVu Sans"/>
                <a:cs typeface="DejaVu Sans"/>
              </a:defRPr>
            </a:lvl3pPr>
            <a:lvl4pPr algn="l">
              <a:defRPr sz="3300" b="1">
                <a:solidFill>
                  <a:srgbClr val="16253B"/>
                </a:solidFill>
                <a:latin typeface="DejaVu Sans"/>
                <a:ea typeface="DejaVu Sans"/>
                <a:cs typeface="DejaVu Sans"/>
              </a:defRPr>
            </a:lvl4pPr>
            <a:lvl5pPr algn="l">
              <a:defRPr sz="3300" b="1">
                <a:solidFill>
                  <a:srgbClr val="16253B"/>
                </a:solidFill>
                <a:latin typeface="DejaVu Sans"/>
                <a:ea typeface="DejaVu Sans"/>
                <a:cs typeface="DejaVu Sans"/>
              </a:defRPr>
            </a:lvl5pPr>
            <a:lvl6pPr algn="l">
              <a:defRPr sz="3300" b="1">
                <a:solidFill>
                  <a:srgbClr val="16253B"/>
                </a:solidFill>
                <a:latin typeface="DejaVu Sans"/>
                <a:ea typeface="DejaVu Sans"/>
                <a:cs typeface="DejaVu Sans"/>
              </a:defRPr>
            </a:lvl6pPr>
            <a:lvl7pPr algn="l">
              <a:defRPr sz="3300" b="1">
                <a:solidFill>
                  <a:srgbClr val="16253B"/>
                </a:solidFill>
                <a:latin typeface="DejaVu Sans"/>
                <a:ea typeface="DejaVu Sans"/>
                <a:cs typeface="DejaVu Sans"/>
              </a:defRPr>
            </a:lvl7pPr>
            <a:lvl8pPr algn="l">
              <a:defRPr sz="3300" b="1">
                <a:solidFill>
                  <a:srgbClr val="16253B"/>
                </a:solidFill>
                <a:latin typeface="DejaVu Sans"/>
                <a:ea typeface="DejaVu Sans"/>
                <a:cs typeface="DejaVu Sans"/>
              </a:defRPr>
            </a:lvl8pPr>
            <a:lvl9pPr algn="l">
              <a:defRPr sz="3300" b="1">
                <a:solidFill>
                  <a:srgbClr val="16253B"/>
                </a:solidFill>
                <a:latin typeface="DejaVu Sans"/>
                <a:ea typeface="DejaVu Sans"/>
                <a:cs typeface="DejaVu Sans"/>
              </a:defRPr>
            </a:lvl9pPr>
          </a:lstStyle>
          <a:p xmlns:a="http://schemas.openxmlformats.org/drawingml/2006/main">
            <a:pPr algn="l">
              <a:defRPr sz="3300" b="1">
                <a:solidFill>
                  <a:srgbClr val="16253B"/>
                </a:solidFill>
                <a:latin typeface="DejaVu Sans"/>
                <a:ea typeface="DejaVu Sans"/>
                <a:cs typeface="DejaVu Sans"/>
              </a:defRPr>
            </a:pPr>
            <a:r>
              <a:rPr sz="3300" b="1">
                <a:solidFill>
                  <a:srgbClr val="16253B"/>
                </a:solidFill>
                <a:latin typeface="DejaVu Sans"/>
                <a:ea typeface="DejaVu Sans"/>
                <a:cs typeface="DejaVu Sans"/>
              </a:rPr>
              <a:t>Results and ablation table</a:t>
            </a:r>
          </a:p>
        </p:txBody>
      </p:sp>
      <p:sp>
        <p:nvSpPr>
          <p:cNvPr id="2" name="label-1297">
            <a:extLst xmlns:a="http://schemas.openxmlformats.org/drawingml/2006/main">
              <a:ext uri="{FF2B5EF4-FFF2-40B4-BE49-F238E27FC236}">
                <a16:creationId xmlns:a16="http://schemas.microsoft.com/office/drawing/2014/main" id="{66BA3244-7C7A-4DB2-8DAB-5324581A1F1D}"/>
              </a:ext>
            </a:extLst>
          </p:cNvPr>
          <p:cNvSpPr>
            <a:spLocks xmlns:a="http://schemas.openxmlformats.org/drawingml/2006/main" noGrp="1"/>
          </p:cNvSpPr>
          <p:nvPr/>
        </p:nvSpPr>
        <p:spPr>
          <a:xfrm xmlns:a="http://schemas.openxmlformats.org/drawingml/2006/main">
            <a:off x="11144250" y="64674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77C"/>
                </a:solidFill>
                <a:latin typeface="DejaVu Sans"/>
                <a:ea typeface="DejaVu Sans"/>
                <a:cs typeface="DejaVu Sans"/>
              </a:defRPr>
            </a:defPPr>
            <a:lvl1pPr algn="r">
              <a:defRPr sz="1200" b="0">
                <a:solidFill>
                  <a:srgbClr val="58677C"/>
                </a:solidFill>
                <a:latin typeface="DejaVu Sans"/>
                <a:ea typeface="DejaVu Sans"/>
                <a:cs typeface="DejaVu Sans"/>
              </a:defRPr>
            </a:lvl1pPr>
            <a:lvl2pPr algn="r">
              <a:defRPr sz="1200" b="0">
                <a:solidFill>
                  <a:srgbClr val="58677C"/>
                </a:solidFill>
                <a:latin typeface="DejaVu Sans"/>
                <a:ea typeface="DejaVu Sans"/>
                <a:cs typeface="DejaVu Sans"/>
              </a:defRPr>
            </a:lvl2pPr>
            <a:lvl3pPr algn="r">
              <a:defRPr sz="1200" b="0">
                <a:solidFill>
                  <a:srgbClr val="58677C"/>
                </a:solidFill>
                <a:latin typeface="DejaVu Sans"/>
                <a:ea typeface="DejaVu Sans"/>
                <a:cs typeface="DejaVu Sans"/>
              </a:defRPr>
            </a:lvl3pPr>
            <a:lvl4pPr algn="r">
              <a:defRPr sz="1200" b="0">
                <a:solidFill>
                  <a:srgbClr val="58677C"/>
                </a:solidFill>
                <a:latin typeface="DejaVu Sans"/>
                <a:ea typeface="DejaVu Sans"/>
                <a:cs typeface="DejaVu Sans"/>
              </a:defRPr>
            </a:lvl4pPr>
            <a:lvl5pPr algn="r">
              <a:defRPr sz="1200" b="0">
                <a:solidFill>
                  <a:srgbClr val="58677C"/>
                </a:solidFill>
                <a:latin typeface="DejaVu Sans"/>
                <a:ea typeface="DejaVu Sans"/>
                <a:cs typeface="DejaVu Sans"/>
              </a:defRPr>
            </a:lvl5pPr>
            <a:lvl6pPr algn="r">
              <a:defRPr sz="1200" b="0">
                <a:solidFill>
                  <a:srgbClr val="58677C"/>
                </a:solidFill>
                <a:latin typeface="DejaVu Sans"/>
                <a:ea typeface="DejaVu Sans"/>
                <a:cs typeface="DejaVu Sans"/>
              </a:defRPr>
            </a:lvl6pPr>
            <a:lvl7pPr algn="r">
              <a:defRPr sz="1200" b="0">
                <a:solidFill>
                  <a:srgbClr val="58677C"/>
                </a:solidFill>
                <a:latin typeface="DejaVu Sans"/>
                <a:ea typeface="DejaVu Sans"/>
                <a:cs typeface="DejaVu Sans"/>
              </a:defRPr>
            </a:lvl7pPr>
            <a:lvl8pPr algn="r">
              <a:defRPr sz="1200" b="0">
                <a:solidFill>
                  <a:srgbClr val="58677C"/>
                </a:solidFill>
                <a:latin typeface="DejaVu Sans"/>
                <a:ea typeface="DejaVu Sans"/>
                <a:cs typeface="DejaVu Sans"/>
              </a:defRPr>
            </a:lvl8pPr>
            <a:lvl9pPr algn="r">
              <a:defRPr sz="1200" b="0">
                <a:solidFill>
                  <a:srgbClr val="58677C"/>
                </a:solidFill>
                <a:latin typeface="DejaVu Sans"/>
                <a:ea typeface="DejaVu Sans"/>
                <a:cs typeface="DejaVu Sans"/>
              </a:defRPr>
            </a:lvl9pPr>
          </a:lstStyle>
          <a:p xmlns:a="http://schemas.openxmlformats.org/drawingml/2006/main">
            <a:pPr algn="r">
              <a:defRPr sz="1200" b="0">
                <a:solidFill>
                  <a:srgbClr val="58677C"/>
                </a:solidFill>
                <a:latin typeface="DejaVu Sans"/>
                <a:ea typeface="DejaVu Sans"/>
                <a:cs typeface="DejaVu Sans"/>
              </a:defRPr>
            </a:pPr>
            <a:r>
              <a:rPr sz="1200" b="0">
                <a:solidFill>
                  <a:srgbClr val="58677C"/>
                </a:solidFill>
                <a:latin typeface="DejaVu Sans"/>
                <a:ea typeface="DejaVu Sans"/>
                <a:cs typeface="DejaVu Sans"/>
              </a:rPr>
              <a:t>21</a:t>
            </a:r>
          </a:p>
        </p:txBody>
      </p:sp>
      <p:sp>
        <p:nvSpPr>
          <p:cNvPr id="3" name="label-1298">
            <a:extLst xmlns:a="http://schemas.openxmlformats.org/drawingml/2006/main">
              <a:ext uri="{FF2B5EF4-FFF2-40B4-BE49-F238E27FC236}">
                <a16:creationId xmlns:a16="http://schemas.microsoft.com/office/drawing/2014/main" id="{052F7044-37D6-40A9-A658-BFE3FC7C0B7D}"/>
              </a:ext>
            </a:extLst>
          </p:cNvPr>
          <p:cNvSpPr>
            <a:spLocks xmlns:a="http://schemas.openxmlformats.org/drawingml/2006/main" noGrp="1"/>
          </p:cNvSpPr>
          <p:nvPr/>
        </p:nvSpPr>
        <p:spPr>
          <a:xfrm xmlns:a="http://schemas.openxmlformats.org/drawingml/2006/main">
            <a:off x="533400" y="6477000"/>
            <a:ext cx="3810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8677C"/>
                </a:solidFill>
                <a:latin typeface="DejaVu Sans"/>
                <a:ea typeface="DejaVu Sans"/>
                <a:cs typeface="DejaVu Sans"/>
              </a:defRPr>
            </a:defPPr>
            <a:lvl1pPr algn="l">
              <a:defRPr sz="1125" b="0">
                <a:solidFill>
                  <a:srgbClr val="58677C"/>
                </a:solidFill>
                <a:latin typeface="DejaVu Sans"/>
                <a:ea typeface="DejaVu Sans"/>
                <a:cs typeface="DejaVu Sans"/>
              </a:defRPr>
            </a:lvl1pPr>
            <a:lvl2pPr algn="l">
              <a:defRPr sz="1125" b="0">
                <a:solidFill>
                  <a:srgbClr val="58677C"/>
                </a:solidFill>
                <a:latin typeface="DejaVu Sans"/>
                <a:ea typeface="DejaVu Sans"/>
                <a:cs typeface="DejaVu Sans"/>
              </a:defRPr>
            </a:lvl2pPr>
            <a:lvl3pPr algn="l">
              <a:defRPr sz="1125" b="0">
                <a:solidFill>
                  <a:srgbClr val="58677C"/>
                </a:solidFill>
                <a:latin typeface="DejaVu Sans"/>
                <a:ea typeface="DejaVu Sans"/>
                <a:cs typeface="DejaVu Sans"/>
              </a:defRPr>
            </a:lvl3pPr>
            <a:lvl4pPr algn="l">
              <a:defRPr sz="1125" b="0">
                <a:solidFill>
                  <a:srgbClr val="58677C"/>
                </a:solidFill>
                <a:latin typeface="DejaVu Sans"/>
                <a:ea typeface="DejaVu Sans"/>
                <a:cs typeface="DejaVu Sans"/>
              </a:defRPr>
            </a:lvl4pPr>
            <a:lvl5pPr algn="l">
              <a:defRPr sz="1125" b="0">
                <a:solidFill>
                  <a:srgbClr val="58677C"/>
                </a:solidFill>
                <a:latin typeface="DejaVu Sans"/>
                <a:ea typeface="DejaVu Sans"/>
                <a:cs typeface="DejaVu Sans"/>
              </a:defRPr>
            </a:lvl5pPr>
            <a:lvl6pPr algn="l">
              <a:defRPr sz="1125" b="0">
                <a:solidFill>
                  <a:srgbClr val="58677C"/>
                </a:solidFill>
                <a:latin typeface="DejaVu Sans"/>
                <a:ea typeface="DejaVu Sans"/>
                <a:cs typeface="DejaVu Sans"/>
              </a:defRPr>
            </a:lvl6pPr>
            <a:lvl7pPr algn="l">
              <a:defRPr sz="1125" b="0">
                <a:solidFill>
                  <a:srgbClr val="58677C"/>
                </a:solidFill>
                <a:latin typeface="DejaVu Sans"/>
                <a:ea typeface="DejaVu Sans"/>
                <a:cs typeface="DejaVu Sans"/>
              </a:defRPr>
            </a:lvl7pPr>
            <a:lvl8pPr algn="l">
              <a:defRPr sz="1125" b="0">
                <a:solidFill>
                  <a:srgbClr val="58677C"/>
                </a:solidFill>
                <a:latin typeface="DejaVu Sans"/>
                <a:ea typeface="DejaVu Sans"/>
                <a:cs typeface="DejaVu Sans"/>
              </a:defRPr>
            </a:lvl8pPr>
            <a:lvl9pPr algn="l">
              <a:defRPr sz="1125" b="0">
                <a:solidFill>
                  <a:srgbClr val="58677C"/>
                </a:solidFill>
                <a:latin typeface="DejaVu Sans"/>
                <a:ea typeface="DejaVu Sans"/>
                <a:cs typeface="DejaVu Sans"/>
              </a:defRPr>
            </a:lvl9pPr>
          </a:lstStyle>
          <a:p xmlns:a="http://schemas.openxmlformats.org/drawingml/2006/main">
            <a:pPr algn="l">
              <a:defRPr sz="1125" b="0">
                <a:solidFill>
                  <a:srgbClr val="58677C"/>
                </a:solidFill>
                <a:latin typeface="DejaVu Sans"/>
                <a:ea typeface="DejaVu Sans"/>
                <a:cs typeface="DejaVu Sans"/>
              </a:defRPr>
            </a:pPr>
            <a:r>
              <a:rPr sz="1125" b="0">
                <a:solidFill>
                  <a:srgbClr val="58677C"/>
                </a:solidFill>
                <a:latin typeface="DejaVu Sans"/>
                <a:ea typeface="DejaVu Sans"/>
                <a:cs typeface="DejaVu Sans"/>
              </a:rPr>
              <a:t>TECHNICAL BACKUP</a:t>
            </a:r>
          </a:p>
        </p:txBody>
      </p:sp>
      <p:graphicFrame>
        <p:nvGraphicFramePr>
          <p:cNvPr id="4" name="">
            <a:extLst xmlns:a="http://schemas.openxmlformats.org/drawingml/2006/main">
              <a:ext uri="{FF2B5EF4-FFF2-40B4-BE49-F238E27FC236}">
                <a16:creationId xmlns:a16="http://schemas.microsoft.com/office/drawing/2014/main" id="{385AEF85-B3B5-45A2-BA3E-044DDA32E3FB}"/>
              </a:ext>
            </a:extLst>
          </p:cNvPr>
          <p:cNvGraphicFramePr/>
          <p:nvPr/>
        </p:nvGraphicFramePr>
        <p:xfrm>
          <a:off xmlns:a="http://schemas.openxmlformats.org/drawingml/2006/main" x="533400" y="1647825"/>
          <a:ext xmlns:a="http://schemas.openxmlformats.org/drawingml/2006/main" cx="11125200" cy="3438525"/>
        </p:xfrm>
        <a:graphic xmlns:a="http://schemas.openxmlformats.org/drawingml/2006/main">
          <a:graphicData uri="http://schemas.openxmlformats.org/drawingml/2006/table">
            <a:tbl>
              <a:tblPr firstRow="1" bandRow="0"/>
              <a:tblGrid>
                <a:gridCol w="3695700"/>
                <a:gridCol w="1485900"/>
                <a:gridCol w="1485900"/>
                <a:gridCol w="1485900"/>
                <a:gridCol w="1485900"/>
                <a:gridCol w="1485900"/>
              </a:tblGrid>
              <a:tr h="687705">
                <a:tc>
                  <a:txBody>
                    <a:bodyPr lIns="104775" tIns="104775" rIns="104775" bIns="104775">
                      <a:noAutofit/>
                    </a:bodyPr>
                    <a:lstStyle/>
                    <a:p>
                      <a:pPr algn="l"/>
                      <a:r>
                        <a:rPr sz="1650" b="1">
                          <a:solidFill>
                            <a:srgbClr val="FFFFFF"/>
                          </a:solidFill>
                          <a:latin typeface="DejaVu Sans"/>
                          <a:ea typeface="DejaVu Sans"/>
                          <a:cs typeface="DejaVu Sans"/>
                        </a:rPr>
                        <a:t>Variant</a:t>
                      </a:r>
                    </a:p>
                  </a:txBody>
                  <a:tcPr marL="91440" marR="91440" marT="45720" marB="45720" anchor="ctr">
                    <a:lnL w="7144">
                      <a:solidFill>
                        <a:srgbClr val="CFD7E2"/>
                      </a:solidFill>
                      <a:prstDash val="solid"/>
                    </a:lnL>
                    <a:lnR w="7144">
                      <a:solidFill>
                        <a:srgbClr val="CFD7E2"/>
                      </a:solidFill>
                      <a:prstDash val="solid"/>
                    </a:lnR>
                    <a:lnT w="7144">
                      <a:solidFill>
                        <a:srgbClr val="CFD7E2"/>
                      </a:solidFill>
                      <a:prstDash val="solid"/>
                    </a:lnT>
                    <a:lnB w="7144">
                      <a:solidFill>
                        <a:srgbClr val="CFD7E2"/>
                      </a:solidFill>
                      <a:prstDash val="solid"/>
                    </a:lnB>
                    <a:solidFill>
                      <a:srgbClr val="16253B"/>
                    </a:solidFill>
                  </a:tcPr>
                </a:tc>
                <a:tc>
                  <a:txBody>
                    <a:bodyPr lIns="104775" tIns="104775" rIns="104775" bIns="104775">
                      <a:noAutofit/>
                    </a:bodyPr>
                    <a:lstStyle/>
                    <a:p>
                      <a:pPr algn="l"/>
                      <a:r>
                        <a:rPr sz="1650" b="1">
                          <a:solidFill>
                            <a:srgbClr val="FFFFFF"/>
                          </a:solidFill>
                          <a:latin typeface="DejaVu Sans"/>
                          <a:ea typeface="DejaVu Sans"/>
                          <a:cs typeface="DejaVu Sans"/>
                        </a:rPr>
                        <a:t>mAP ↑</a:t>
                      </a:r>
                    </a:p>
                  </a:txBody>
                  <a:tcPr marL="91440" marR="91440" marT="45720" marB="45720" anchor="ctr">
                    <a:lnR w="7144">
                      <a:solidFill>
                        <a:srgbClr val="CFD7E2"/>
                      </a:solidFill>
                      <a:prstDash val="solid"/>
                    </a:lnR>
                    <a:lnT w="7144">
                      <a:solidFill>
                        <a:srgbClr val="CFD7E2"/>
                      </a:solidFill>
                      <a:prstDash val="solid"/>
                    </a:lnT>
                    <a:lnB w="7144">
                      <a:solidFill>
                        <a:srgbClr val="CFD7E2"/>
                      </a:solidFill>
                      <a:prstDash val="solid"/>
                    </a:lnB>
                    <a:solidFill>
                      <a:srgbClr val="16253B"/>
                    </a:solidFill>
                  </a:tcPr>
                </a:tc>
                <a:tc>
                  <a:txBody>
                    <a:bodyPr lIns="104775" tIns="104775" rIns="104775" bIns="104775">
                      <a:noAutofit/>
                    </a:bodyPr>
                    <a:lstStyle/>
                    <a:p>
                      <a:pPr algn="l"/>
                      <a:r>
                        <a:rPr sz="1650" b="1">
                          <a:solidFill>
                            <a:srgbClr val="FFFFFF"/>
                          </a:solidFill>
                          <a:latin typeface="DejaVu Sans"/>
                          <a:ea typeface="DejaVu Sans"/>
                          <a:cs typeface="DejaVu Sans"/>
                        </a:rPr>
                        <a:t>NDS ↑</a:t>
                      </a:r>
                    </a:p>
                  </a:txBody>
                  <a:tcPr marL="91440" marR="91440" marT="45720" marB="45720" anchor="ctr">
                    <a:lnR w="7144">
                      <a:solidFill>
                        <a:srgbClr val="CFD7E2"/>
                      </a:solidFill>
                      <a:prstDash val="solid"/>
                    </a:lnR>
                    <a:lnT w="7144">
                      <a:solidFill>
                        <a:srgbClr val="CFD7E2"/>
                      </a:solidFill>
                      <a:prstDash val="solid"/>
                    </a:lnT>
                    <a:lnB w="7144">
                      <a:solidFill>
                        <a:srgbClr val="CFD7E2"/>
                      </a:solidFill>
                      <a:prstDash val="solid"/>
                    </a:lnB>
                    <a:solidFill>
                      <a:srgbClr val="16253B"/>
                    </a:solidFill>
                  </a:tcPr>
                </a:tc>
                <a:tc>
                  <a:txBody>
                    <a:bodyPr lIns="104775" tIns="104775" rIns="104775" bIns="104775">
                      <a:noAutofit/>
                    </a:bodyPr>
                    <a:lstStyle/>
                    <a:p>
                      <a:pPr algn="l"/>
                      <a:r>
                        <a:rPr sz="1650" b="1">
                          <a:solidFill>
                            <a:srgbClr val="FFFFFF"/>
                          </a:solidFill>
                          <a:latin typeface="DejaVu Sans"/>
                          <a:ea typeface="DejaVu Sans"/>
                          <a:cs typeface="DejaVu Sans"/>
                        </a:rPr>
                        <a:t>mATE ↓</a:t>
                      </a:r>
                    </a:p>
                  </a:txBody>
                  <a:tcPr marL="91440" marR="91440" marT="45720" marB="45720" anchor="ctr">
                    <a:lnR w="7144">
                      <a:solidFill>
                        <a:srgbClr val="CFD7E2"/>
                      </a:solidFill>
                      <a:prstDash val="solid"/>
                    </a:lnR>
                    <a:lnT w="7144">
                      <a:solidFill>
                        <a:srgbClr val="CFD7E2"/>
                      </a:solidFill>
                      <a:prstDash val="solid"/>
                    </a:lnT>
                    <a:lnB w="7144">
                      <a:solidFill>
                        <a:srgbClr val="CFD7E2"/>
                      </a:solidFill>
                      <a:prstDash val="solid"/>
                    </a:lnB>
                    <a:solidFill>
                      <a:srgbClr val="16253B"/>
                    </a:solidFill>
                  </a:tcPr>
                </a:tc>
                <a:tc>
                  <a:txBody>
                    <a:bodyPr lIns="104775" tIns="104775" rIns="104775" bIns="104775">
                      <a:noAutofit/>
                    </a:bodyPr>
                    <a:lstStyle/>
                    <a:p>
                      <a:pPr algn="l"/>
                      <a:r>
                        <a:rPr sz="1650" b="1">
                          <a:solidFill>
                            <a:srgbClr val="FFFFFF"/>
                          </a:solidFill>
                          <a:latin typeface="DejaVu Sans"/>
                          <a:ea typeface="DejaVu Sans"/>
                          <a:cs typeface="DejaVu Sans"/>
                        </a:rPr>
                        <a:t>mASE ↓</a:t>
                      </a:r>
                    </a:p>
                  </a:txBody>
                  <a:tcPr marL="91440" marR="91440" marT="45720" marB="45720" anchor="ctr">
                    <a:lnR w="7144">
                      <a:solidFill>
                        <a:srgbClr val="CFD7E2"/>
                      </a:solidFill>
                      <a:prstDash val="solid"/>
                    </a:lnR>
                    <a:lnT w="7144">
                      <a:solidFill>
                        <a:srgbClr val="CFD7E2"/>
                      </a:solidFill>
                      <a:prstDash val="solid"/>
                    </a:lnT>
                    <a:lnB w="7144">
                      <a:solidFill>
                        <a:srgbClr val="CFD7E2"/>
                      </a:solidFill>
                      <a:prstDash val="solid"/>
                    </a:lnB>
                    <a:solidFill>
                      <a:srgbClr val="16253B"/>
                    </a:solidFill>
                  </a:tcPr>
                </a:tc>
                <a:tc>
                  <a:txBody>
                    <a:bodyPr lIns="104775" tIns="104775" rIns="104775" bIns="104775">
                      <a:noAutofit/>
                    </a:bodyPr>
                    <a:lstStyle/>
                    <a:p>
                      <a:pPr algn="l"/>
                      <a:r>
                        <a:rPr sz="1650" b="1">
                          <a:solidFill>
                            <a:srgbClr val="FFFFFF"/>
                          </a:solidFill>
                          <a:latin typeface="DejaVu Sans"/>
                          <a:ea typeface="DejaVu Sans"/>
                          <a:cs typeface="DejaVu Sans"/>
                        </a:rPr>
                        <a:t>mAOE ↓</a:t>
                      </a:r>
                    </a:p>
                  </a:txBody>
                  <a:tcPr marL="91440" marR="91440" marT="45720" marB="45720" anchor="ctr">
                    <a:lnR w="7144">
                      <a:solidFill>
                        <a:srgbClr val="CFD7E2"/>
                      </a:solidFill>
                      <a:prstDash val="solid"/>
                    </a:lnR>
                    <a:lnT w="7144">
                      <a:solidFill>
                        <a:srgbClr val="CFD7E2"/>
                      </a:solidFill>
                      <a:prstDash val="solid"/>
                    </a:lnT>
                    <a:lnB w="7144">
                      <a:solidFill>
                        <a:srgbClr val="CFD7E2"/>
                      </a:solidFill>
                      <a:prstDash val="solid"/>
                    </a:lnB>
                    <a:solidFill>
                      <a:srgbClr val="16253B"/>
                    </a:solidFill>
                  </a:tcPr>
                </a:tc>
              </a:tr>
              <a:tr h="687705">
                <a:tc>
                  <a:txBody>
                    <a:bodyPr lIns="104775" tIns="104775" rIns="104775" bIns="104775">
                      <a:noAutofit/>
                    </a:bodyPr>
                    <a:lstStyle/>
                    <a:p>
                      <a:pPr algn="l"/>
                      <a:r>
                        <a:rPr sz="1650" b="0">
                          <a:solidFill>
                            <a:srgbClr val="16253B"/>
                          </a:solidFill>
                          <a:latin typeface="DejaVu Sans"/>
                          <a:ea typeface="DejaVu Sans"/>
                          <a:cs typeface="DejaVu Sans"/>
                        </a:rPr>
                        <a:t>ConvFuser baseline</a:t>
                      </a:r>
                    </a:p>
                  </a:txBody>
                  <a:tcPr marL="91440" marR="91440" marT="45720" marB="45720" anchor="ctr">
                    <a:lnL w="7144">
                      <a:solidFill>
                        <a:srgbClr val="CFD7E2"/>
                      </a:solidFill>
                      <a:prstDash val="solid"/>
                    </a:lnL>
                    <a:lnR w="7144">
                      <a:solidFill>
                        <a:srgbClr val="CFD7E2"/>
                      </a:solidFill>
                      <a:prstDash val="solid"/>
                    </a:lnR>
                    <a:lnB w="7144">
                      <a:solidFill>
                        <a:srgbClr val="CFD7E2"/>
                      </a:solidFill>
                      <a:prstDash val="solid"/>
                    </a:lnB>
                    <a:solidFill>
                      <a:srgbClr val="FFFFFF"/>
                    </a:solidFill>
                  </a:tcPr>
                </a:tc>
                <a:tc>
                  <a:txBody>
                    <a:bodyPr lIns="104775" tIns="104775" rIns="104775" bIns="104775">
                      <a:noAutofit/>
                    </a:bodyPr>
                    <a:lstStyle/>
                    <a:p>
                      <a:pPr algn="l"/>
                      <a:r>
                        <a:rPr sz="1650" b="0">
                          <a:solidFill>
                            <a:srgbClr val="16253B"/>
                          </a:solidFill>
                          <a:latin typeface="DejaVu Sans"/>
                          <a:ea typeface="DejaVu Sans"/>
                          <a:cs typeface="DejaVu Sans"/>
                        </a:rPr>
                        <a:t>25.78%</a:t>
                      </a:r>
                    </a:p>
                  </a:txBody>
                  <a:tcPr marL="91440" marR="91440" marT="45720" marB="45720" anchor="ctr">
                    <a:lnR w="7144">
                      <a:solidFill>
                        <a:srgbClr val="CFD7E2"/>
                      </a:solidFill>
                      <a:prstDash val="solid"/>
                    </a:lnR>
                    <a:lnB w="7144">
                      <a:solidFill>
                        <a:srgbClr val="CFD7E2"/>
                      </a:solidFill>
                      <a:prstDash val="solid"/>
                    </a:lnB>
                    <a:solidFill>
                      <a:srgbClr val="FFFFFF"/>
                    </a:solidFill>
                  </a:tcPr>
                </a:tc>
                <a:tc>
                  <a:txBody>
                    <a:bodyPr lIns="104775" tIns="104775" rIns="104775" bIns="104775">
                      <a:noAutofit/>
                    </a:bodyPr>
                    <a:lstStyle/>
                    <a:p>
                      <a:pPr algn="l"/>
                      <a:r>
                        <a:rPr sz="1650" b="0">
                          <a:solidFill>
                            <a:srgbClr val="16253B"/>
                          </a:solidFill>
                          <a:latin typeface="DejaVu Sans"/>
                          <a:ea typeface="DejaVu Sans"/>
                          <a:cs typeface="DejaVu Sans"/>
                        </a:rPr>
                        <a:t>25.20%</a:t>
                      </a:r>
                    </a:p>
                  </a:txBody>
                  <a:tcPr marL="91440" marR="91440" marT="45720" marB="45720" anchor="ctr">
                    <a:lnR w="7144">
                      <a:solidFill>
                        <a:srgbClr val="CFD7E2"/>
                      </a:solidFill>
                      <a:prstDash val="solid"/>
                    </a:lnR>
                    <a:lnB w="7144">
                      <a:solidFill>
                        <a:srgbClr val="CFD7E2"/>
                      </a:solidFill>
                      <a:prstDash val="solid"/>
                    </a:lnB>
                    <a:solidFill>
                      <a:srgbClr val="FFFFFF"/>
                    </a:solidFill>
                  </a:tcPr>
                </a:tc>
                <a:tc>
                  <a:txBody>
                    <a:bodyPr lIns="104775" tIns="104775" rIns="104775" bIns="104775">
                      <a:noAutofit/>
                    </a:bodyPr>
                    <a:lstStyle/>
                    <a:p>
                      <a:pPr algn="l"/>
                      <a:r>
                        <a:rPr sz="1650" b="0">
                          <a:solidFill>
                            <a:srgbClr val="16253B"/>
                          </a:solidFill>
                          <a:latin typeface="DejaVu Sans"/>
                          <a:ea typeface="DejaVu Sans"/>
                          <a:cs typeface="DejaVu Sans"/>
                        </a:rPr>
                        <a:t>—</a:t>
                      </a:r>
                    </a:p>
                  </a:txBody>
                  <a:tcPr marL="91440" marR="91440" marT="45720" marB="45720" anchor="ctr">
                    <a:lnR w="7144">
                      <a:solidFill>
                        <a:srgbClr val="CFD7E2"/>
                      </a:solidFill>
                      <a:prstDash val="solid"/>
                    </a:lnR>
                    <a:lnB w="7144">
                      <a:solidFill>
                        <a:srgbClr val="CFD7E2"/>
                      </a:solidFill>
                      <a:prstDash val="solid"/>
                    </a:lnB>
                    <a:solidFill>
                      <a:srgbClr val="FFFFFF"/>
                    </a:solidFill>
                  </a:tcPr>
                </a:tc>
                <a:tc>
                  <a:txBody>
                    <a:bodyPr lIns="104775" tIns="104775" rIns="104775" bIns="104775">
                      <a:noAutofit/>
                    </a:bodyPr>
                    <a:lstStyle/>
                    <a:p>
                      <a:pPr algn="l"/>
                      <a:r>
                        <a:rPr sz="1650" b="0">
                          <a:solidFill>
                            <a:srgbClr val="16253B"/>
                          </a:solidFill>
                          <a:latin typeface="DejaVu Sans"/>
                          <a:ea typeface="DejaVu Sans"/>
                          <a:cs typeface="DejaVu Sans"/>
                        </a:rPr>
                        <a:t>—</a:t>
                      </a:r>
                    </a:p>
                  </a:txBody>
                  <a:tcPr marL="91440" marR="91440" marT="45720" marB="45720" anchor="ctr">
                    <a:lnR w="7144">
                      <a:solidFill>
                        <a:srgbClr val="CFD7E2"/>
                      </a:solidFill>
                      <a:prstDash val="solid"/>
                    </a:lnR>
                    <a:lnB w="7144">
                      <a:solidFill>
                        <a:srgbClr val="CFD7E2"/>
                      </a:solidFill>
                      <a:prstDash val="solid"/>
                    </a:lnB>
                    <a:solidFill>
                      <a:srgbClr val="FFFFFF"/>
                    </a:solidFill>
                  </a:tcPr>
                </a:tc>
                <a:tc>
                  <a:txBody>
                    <a:bodyPr lIns="104775" tIns="104775" rIns="104775" bIns="104775">
                      <a:noAutofit/>
                    </a:bodyPr>
                    <a:lstStyle/>
                    <a:p>
                      <a:pPr algn="l"/>
                      <a:r>
                        <a:rPr sz="1650" b="0">
                          <a:solidFill>
                            <a:srgbClr val="16253B"/>
                          </a:solidFill>
                          <a:latin typeface="DejaVu Sans"/>
                          <a:ea typeface="DejaVu Sans"/>
                          <a:cs typeface="DejaVu Sans"/>
                        </a:rPr>
                        <a:t>—</a:t>
                      </a:r>
                    </a:p>
                  </a:txBody>
                  <a:tcPr marL="91440" marR="91440" marT="45720" marB="45720" anchor="ctr">
                    <a:lnR w="7144">
                      <a:solidFill>
                        <a:srgbClr val="CFD7E2"/>
                      </a:solidFill>
                      <a:prstDash val="solid"/>
                    </a:lnR>
                    <a:lnB w="7144">
                      <a:solidFill>
                        <a:srgbClr val="CFD7E2"/>
                      </a:solidFill>
                      <a:prstDash val="solid"/>
                    </a:lnB>
                    <a:solidFill>
                      <a:srgbClr val="FFFFFF"/>
                    </a:solidFill>
                  </a:tcPr>
                </a:tc>
              </a:tr>
              <a:tr h="687705">
                <a:tc>
                  <a:txBody>
                    <a:bodyPr lIns="104775" tIns="104775" rIns="104775" bIns="104775">
                      <a:noAutofit/>
                    </a:bodyPr>
                    <a:lstStyle/>
                    <a:p>
                      <a:pPr algn="l"/>
                      <a:r>
                        <a:rPr sz="1650" b="0">
                          <a:solidFill>
                            <a:srgbClr val="16253B"/>
                          </a:solidFill>
                          <a:latin typeface="DejaVu Sans"/>
                          <a:ea typeface="DejaVu Sans"/>
                          <a:cs typeface="DejaVu Sans"/>
                        </a:rPr>
                        <a:t>Spatial gate</a:t>
                      </a:r>
                    </a:p>
                  </a:txBody>
                  <a:tcPr marL="91440" marR="91440" marT="45720" marB="45720" anchor="ctr">
                    <a:lnL w="7144">
                      <a:solidFill>
                        <a:srgbClr val="CFD7E2"/>
                      </a:solidFill>
                      <a:prstDash val="solid"/>
                    </a:lnL>
                    <a:lnR w="7144">
                      <a:solidFill>
                        <a:srgbClr val="CFD7E2"/>
                      </a:solidFill>
                      <a:prstDash val="solid"/>
                    </a:lnR>
                    <a:lnB w="7144">
                      <a:solidFill>
                        <a:srgbClr val="CFD7E2"/>
                      </a:solidFill>
                      <a:prstDash val="solid"/>
                    </a:lnB>
                    <a:solidFill>
                      <a:srgbClr val="EDF2F7"/>
                    </a:solidFill>
                  </a:tcPr>
                </a:tc>
                <a:tc>
                  <a:txBody>
                    <a:bodyPr lIns="104775" tIns="104775" rIns="104775" bIns="104775">
                      <a:noAutofit/>
                    </a:bodyPr>
                    <a:lstStyle/>
                    <a:p>
                      <a:pPr algn="l"/>
                      <a:r>
                        <a:rPr sz="1650" b="0">
                          <a:solidFill>
                            <a:srgbClr val="16253B"/>
                          </a:solidFill>
                          <a:latin typeface="DejaVu Sans"/>
                          <a:ea typeface="DejaVu Sans"/>
                          <a:cs typeface="DejaVu Sans"/>
                        </a:rPr>
                        <a:t>23.92%</a:t>
                      </a:r>
                    </a:p>
                  </a:txBody>
                  <a:tcPr marL="91440" marR="91440" marT="45720" marB="45720" anchor="ctr">
                    <a:lnR w="7144">
                      <a:solidFill>
                        <a:srgbClr val="CFD7E2"/>
                      </a:solidFill>
                      <a:prstDash val="solid"/>
                    </a:lnR>
                    <a:lnB w="7144">
                      <a:solidFill>
                        <a:srgbClr val="CFD7E2"/>
                      </a:solidFill>
                      <a:prstDash val="solid"/>
                    </a:lnB>
                    <a:solidFill>
                      <a:srgbClr val="EDF2F7"/>
                    </a:solidFill>
                  </a:tcPr>
                </a:tc>
                <a:tc>
                  <a:txBody>
                    <a:bodyPr lIns="104775" tIns="104775" rIns="104775" bIns="104775">
                      <a:noAutofit/>
                    </a:bodyPr>
                    <a:lstStyle/>
                    <a:p>
                      <a:pPr algn="l"/>
                      <a:r>
                        <a:rPr sz="1650" b="0">
                          <a:solidFill>
                            <a:srgbClr val="16253B"/>
                          </a:solidFill>
                          <a:latin typeface="DejaVu Sans"/>
                          <a:ea typeface="DejaVu Sans"/>
                          <a:cs typeface="DejaVu Sans"/>
                        </a:rPr>
                        <a:t>24.15%</a:t>
                      </a:r>
                    </a:p>
                  </a:txBody>
                  <a:tcPr marL="91440" marR="91440" marT="45720" marB="45720" anchor="ctr">
                    <a:lnR w="7144">
                      <a:solidFill>
                        <a:srgbClr val="CFD7E2"/>
                      </a:solidFill>
                      <a:prstDash val="solid"/>
                    </a:lnR>
                    <a:lnB w="7144">
                      <a:solidFill>
                        <a:srgbClr val="CFD7E2"/>
                      </a:solidFill>
                      <a:prstDash val="solid"/>
                    </a:lnB>
                    <a:solidFill>
                      <a:srgbClr val="EDF2F7"/>
                    </a:solidFill>
                  </a:tcPr>
                </a:tc>
                <a:tc>
                  <a:txBody>
                    <a:bodyPr lIns="104775" tIns="104775" rIns="104775" bIns="104775">
                      <a:noAutofit/>
                    </a:bodyPr>
                    <a:lstStyle/>
                    <a:p>
                      <a:pPr algn="l"/>
                      <a:r>
                        <a:rPr sz="1650" b="0">
                          <a:solidFill>
                            <a:srgbClr val="16253B"/>
                          </a:solidFill>
                          <a:latin typeface="DejaVu Sans"/>
                          <a:ea typeface="DejaVu Sans"/>
                          <a:cs typeface="DejaVu Sans"/>
                        </a:rPr>
                        <a:t>—</a:t>
                      </a:r>
                    </a:p>
                  </a:txBody>
                  <a:tcPr marL="91440" marR="91440" marT="45720" marB="45720" anchor="ctr">
                    <a:lnR w="7144">
                      <a:solidFill>
                        <a:srgbClr val="CFD7E2"/>
                      </a:solidFill>
                      <a:prstDash val="solid"/>
                    </a:lnR>
                    <a:lnB w="7144">
                      <a:solidFill>
                        <a:srgbClr val="CFD7E2"/>
                      </a:solidFill>
                      <a:prstDash val="solid"/>
                    </a:lnB>
                    <a:solidFill>
                      <a:srgbClr val="EDF2F7"/>
                    </a:solidFill>
                  </a:tcPr>
                </a:tc>
                <a:tc>
                  <a:txBody>
                    <a:bodyPr lIns="104775" tIns="104775" rIns="104775" bIns="104775">
                      <a:noAutofit/>
                    </a:bodyPr>
                    <a:lstStyle/>
                    <a:p>
                      <a:pPr algn="l"/>
                      <a:r>
                        <a:rPr sz="1650" b="0">
                          <a:solidFill>
                            <a:srgbClr val="16253B"/>
                          </a:solidFill>
                          <a:latin typeface="DejaVu Sans"/>
                          <a:ea typeface="DejaVu Sans"/>
                          <a:cs typeface="DejaVu Sans"/>
                        </a:rPr>
                        <a:t>—</a:t>
                      </a:r>
                    </a:p>
                  </a:txBody>
                  <a:tcPr marL="91440" marR="91440" marT="45720" marB="45720" anchor="ctr">
                    <a:lnR w="7144">
                      <a:solidFill>
                        <a:srgbClr val="CFD7E2"/>
                      </a:solidFill>
                      <a:prstDash val="solid"/>
                    </a:lnR>
                    <a:lnB w="7144">
                      <a:solidFill>
                        <a:srgbClr val="CFD7E2"/>
                      </a:solidFill>
                      <a:prstDash val="solid"/>
                    </a:lnB>
                    <a:solidFill>
                      <a:srgbClr val="EDF2F7"/>
                    </a:solidFill>
                  </a:tcPr>
                </a:tc>
                <a:tc>
                  <a:txBody>
                    <a:bodyPr lIns="104775" tIns="104775" rIns="104775" bIns="104775">
                      <a:noAutofit/>
                    </a:bodyPr>
                    <a:lstStyle/>
                    <a:p>
                      <a:pPr algn="l"/>
                      <a:r>
                        <a:rPr sz="1650" b="0">
                          <a:solidFill>
                            <a:srgbClr val="16253B"/>
                          </a:solidFill>
                          <a:latin typeface="DejaVu Sans"/>
                          <a:ea typeface="DejaVu Sans"/>
                          <a:cs typeface="DejaVu Sans"/>
                        </a:rPr>
                        <a:t>—</a:t>
                      </a:r>
                    </a:p>
                  </a:txBody>
                  <a:tcPr marL="91440" marR="91440" marT="45720" marB="45720" anchor="ctr">
                    <a:lnR w="7144">
                      <a:solidFill>
                        <a:srgbClr val="CFD7E2"/>
                      </a:solidFill>
                      <a:prstDash val="solid"/>
                    </a:lnR>
                    <a:lnB w="7144">
                      <a:solidFill>
                        <a:srgbClr val="CFD7E2"/>
                      </a:solidFill>
                      <a:prstDash val="solid"/>
                    </a:lnB>
                    <a:solidFill>
                      <a:srgbClr val="EDF2F7"/>
                    </a:solidFill>
                  </a:tcPr>
                </a:tc>
              </a:tr>
              <a:tr h="687705">
                <a:tc>
                  <a:txBody>
                    <a:bodyPr lIns="104775" tIns="104775" rIns="104775" bIns="104775">
                      <a:noAutofit/>
                    </a:bodyPr>
                    <a:lstStyle/>
                    <a:p>
                      <a:pPr algn="l"/>
                      <a:r>
                        <a:rPr sz="1650" b="0">
                          <a:solidFill>
                            <a:srgbClr val="16253B"/>
                          </a:solidFill>
                          <a:latin typeface="DejaVu Sans"/>
                          <a:ea typeface="DejaVu Sans"/>
                          <a:cs typeface="DejaVu Sans"/>
                        </a:rPr>
                        <a:t>Baseline + refinement</a:t>
                      </a:r>
                    </a:p>
                  </a:txBody>
                  <a:tcPr marL="91440" marR="91440" marT="45720" marB="45720" anchor="ctr">
                    <a:lnL w="7144">
                      <a:solidFill>
                        <a:srgbClr val="CFD7E2"/>
                      </a:solidFill>
                      <a:prstDash val="solid"/>
                    </a:lnL>
                    <a:lnR w="7144">
                      <a:solidFill>
                        <a:srgbClr val="CFD7E2"/>
                      </a:solidFill>
                      <a:prstDash val="solid"/>
                    </a:lnR>
                    <a:lnB w="7144">
                      <a:solidFill>
                        <a:srgbClr val="CFD7E2"/>
                      </a:solidFill>
                      <a:prstDash val="solid"/>
                    </a:lnB>
                    <a:solidFill>
                      <a:srgbClr val="FFFFFF"/>
                    </a:solidFill>
                  </a:tcPr>
                </a:tc>
                <a:tc>
                  <a:txBody>
                    <a:bodyPr lIns="104775" tIns="104775" rIns="104775" bIns="104775">
                      <a:noAutofit/>
                    </a:bodyPr>
                    <a:lstStyle/>
                    <a:p>
                      <a:pPr algn="l"/>
                      <a:r>
                        <a:rPr sz="1650" b="0">
                          <a:solidFill>
                            <a:srgbClr val="16253B"/>
                          </a:solidFill>
                          <a:latin typeface="DejaVu Sans"/>
                          <a:ea typeface="DejaVu Sans"/>
                          <a:cs typeface="DejaVu Sans"/>
                        </a:rPr>
                        <a:t>—</a:t>
                      </a:r>
                    </a:p>
                  </a:txBody>
                  <a:tcPr marL="91440" marR="91440" marT="45720" marB="45720" anchor="ctr">
                    <a:lnR w="7144">
                      <a:solidFill>
                        <a:srgbClr val="CFD7E2"/>
                      </a:solidFill>
                      <a:prstDash val="solid"/>
                    </a:lnR>
                    <a:lnB w="7144">
                      <a:solidFill>
                        <a:srgbClr val="CFD7E2"/>
                      </a:solidFill>
                      <a:prstDash val="solid"/>
                    </a:lnB>
                    <a:solidFill>
                      <a:srgbClr val="FFFFFF"/>
                    </a:solidFill>
                  </a:tcPr>
                </a:tc>
                <a:tc>
                  <a:txBody>
                    <a:bodyPr lIns="104775" tIns="104775" rIns="104775" bIns="104775">
                      <a:noAutofit/>
                    </a:bodyPr>
                    <a:lstStyle/>
                    <a:p>
                      <a:pPr algn="l"/>
                      <a:r>
                        <a:rPr sz="1650" b="0">
                          <a:solidFill>
                            <a:srgbClr val="16253B"/>
                          </a:solidFill>
                          <a:latin typeface="DejaVu Sans"/>
                          <a:ea typeface="DejaVu Sans"/>
                          <a:cs typeface="DejaVu Sans"/>
                        </a:rPr>
                        <a:t>—</a:t>
                      </a:r>
                    </a:p>
                  </a:txBody>
                  <a:tcPr marL="91440" marR="91440" marT="45720" marB="45720" anchor="ctr">
                    <a:lnR w="7144">
                      <a:solidFill>
                        <a:srgbClr val="CFD7E2"/>
                      </a:solidFill>
                      <a:prstDash val="solid"/>
                    </a:lnR>
                    <a:lnB w="7144">
                      <a:solidFill>
                        <a:srgbClr val="CFD7E2"/>
                      </a:solidFill>
                      <a:prstDash val="solid"/>
                    </a:lnB>
                    <a:solidFill>
                      <a:srgbClr val="FFFFFF"/>
                    </a:solidFill>
                  </a:tcPr>
                </a:tc>
                <a:tc>
                  <a:txBody>
                    <a:bodyPr lIns="104775" tIns="104775" rIns="104775" bIns="104775">
                      <a:noAutofit/>
                    </a:bodyPr>
                    <a:lstStyle/>
                    <a:p>
                      <a:pPr algn="l"/>
                      <a:r>
                        <a:rPr sz="1650" b="0">
                          <a:solidFill>
                            <a:srgbClr val="16253B"/>
                          </a:solidFill>
                          <a:latin typeface="DejaVu Sans"/>
                          <a:ea typeface="DejaVu Sans"/>
                          <a:cs typeface="DejaVu Sans"/>
                        </a:rPr>
                        <a:t>—</a:t>
                      </a:r>
                    </a:p>
                  </a:txBody>
                  <a:tcPr marL="91440" marR="91440" marT="45720" marB="45720" anchor="ctr">
                    <a:lnR w="7144">
                      <a:solidFill>
                        <a:srgbClr val="CFD7E2"/>
                      </a:solidFill>
                      <a:prstDash val="solid"/>
                    </a:lnR>
                    <a:lnB w="7144">
                      <a:solidFill>
                        <a:srgbClr val="CFD7E2"/>
                      </a:solidFill>
                      <a:prstDash val="solid"/>
                    </a:lnB>
                    <a:solidFill>
                      <a:srgbClr val="FFFFFF"/>
                    </a:solidFill>
                  </a:tcPr>
                </a:tc>
                <a:tc>
                  <a:txBody>
                    <a:bodyPr lIns="104775" tIns="104775" rIns="104775" bIns="104775">
                      <a:noAutofit/>
                    </a:bodyPr>
                    <a:lstStyle/>
                    <a:p>
                      <a:pPr algn="l"/>
                      <a:r>
                        <a:rPr sz="1650" b="0">
                          <a:solidFill>
                            <a:srgbClr val="16253B"/>
                          </a:solidFill>
                          <a:latin typeface="DejaVu Sans"/>
                          <a:ea typeface="DejaVu Sans"/>
                          <a:cs typeface="DejaVu Sans"/>
                        </a:rPr>
                        <a:t>—</a:t>
                      </a:r>
                    </a:p>
                  </a:txBody>
                  <a:tcPr marL="91440" marR="91440" marT="45720" marB="45720" anchor="ctr">
                    <a:lnR w="7144">
                      <a:solidFill>
                        <a:srgbClr val="CFD7E2"/>
                      </a:solidFill>
                      <a:prstDash val="solid"/>
                    </a:lnR>
                    <a:lnB w="7144">
                      <a:solidFill>
                        <a:srgbClr val="CFD7E2"/>
                      </a:solidFill>
                      <a:prstDash val="solid"/>
                    </a:lnB>
                    <a:solidFill>
                      <a:srgbClr val="FFFFFF"/>
                    </a:solidFill>
                  </a:tcPr>
                </a:tc>
                <a:tc>
                  <a:txBody>
                    <a:bodyPr lIns="104775" tIns="104775" rIns="104775" bIns="104775">
                      <a:noAutofit/>
                    </a:bodyPr>
                    <a:lstStyle/>
                    <a:p>
                      <a:pPr algn="l"/>
                      <a:r>
                        <a:rPr sz="1650" b="0">
                          <a:solidFill>
                            <a:srgbClr val="16253B"/>
                          </a:solidFill>
                          <a:latin typeface="DejaVu Sans"/>
                          <a:ea typeface="DejaVu Sans"/>
                          <a:cs typeface="DejaVu Sans"/>
                        </a:rPr>
                        <a:t>—</a:t>
                      </a:r>
                    </a:p>
                  </a:txBody>
                  <a:tcPr marL="91440" marR="91440" marT="45720" marB="45720" anchor="ctr">
                    <a:lnR w="7144">
                      <a:solidFill>
                        <a:srgbClr val="CFD7E2"/>
                      </a:solidFill>
                      <a:prstDash val="solid"/>
                    </a:lnR>
                    <a:lnB w="7144">
                      <a:solidFill>
                        <a:srgbClr val="CFD7E2"/>
                      </a:solidFill>
                      <a:prstDash val="solid"/>
                    </a:lnB>
                    <a:solidFill>
                      <a:srgbClr val="FFFFFF"/>
                    </a:solidFill>
                  </a:tcPr>
                </a:tc>
              </a:tr>
              <a:tr h="687705">
                <a:tc>
                  <a:txBody>
                    <a:bodyPr lIns="104775" tIns="104775" rIns="104775" bIns="104775">
                      <a:noAutofit/>
                    </a:bodyPr>
                    <a:lstStyle/>
                    <a:p>
                      <a:pPr algn="l"/>
                      <a:r>
                        <a:rPr sz="1650" b="0">
                          <a:solidFill>
                            <a:srgbClr val="16253B"/>
                          </a:solidFill>
                          <a:latin typeface="DejaVu Sans"/>
                          <a:ea typeface="DejaVu Sans"/>
                          <a:cs typeface="DejaVu Sans"/>
                        </a:rPr>
                        <a:t>Gate + refinement</a:t>
                      </a:r>
                    </a:p>
                  </a:txBody>
                  <a:tcPr marL="91440" marR="91440" marT="45720" marB="45720" anchor="ctr">
                    <a:lnL w="7144">
                      <a:solidFill>
                        <a:srgbClr val="CFD7E2"/>
                      </a:solidFill>
                      <a:prstDash val="solid"/>
                    </a:lnL>
                    <a:lnR w="7144">
                      <a:solidFill>
                        <a:srgbClr val="CFD7E2"/>
                      </a:solidFill>
                      <a:prstDash val="solid"/>
                    </a:lnR>
                    <a:lnB w="7144">
                      <a:solidFill>
                        <a:srgbClr val="CFD7E2"/>
                      </a:solidFill>
                      <a:prstDash val="solid"/>
                    </a:lnB>
                    <a:solidFill>
                      <a:srgbClr val="EDF2F7"/>
                    </a:solidFill>
                  </a:tcPr>
                </a:tc>
                <a:tc>
                  <a:txBody>
                    <a:bodyPr lIns="104775" tIns="104775" rIns="104775" bIns="104775">
                      <a:noAutofit/>
                    </a:bodyPr>
                    <a:lstStyle/>
                    <a:p>
                      <a:pPr algn="l"/>
                      <a:r>
                        <a:rPr sz="1650" b="0">
                          <a:solidFill>
                            <a:srgbClr val="16253B"/>
                          </a:solidFill>
                          <a:latin typeface="DejaVu Sans"/>
                          <a:ea typeface="DejaVu Sans"/>
                          <a:cs typeface="DejaVu Sans"/>
                        </a:rPr>
                        <a:t>—</a:t>
                      </a:r>
                    </a:p>
                  </a:txBody>
                  <a:tcPr marL="91440" marR="91440" marT="45720" marB="45720" anchor="ctr">
                    <a:lnR w="7144">
                      <a:solidFill>
                        <a:srgbClr val="CFD7E2"/>
                      </a:solidFill>
                      <a:prstDash val="solid"/>
                    </a:lnR>
                    <a:lnB w="7144">
                      <a:solidFill>
                        <a:srgbClr val="CFD7E2"/>
                      </a:solidFill>
                      <a:prstDash val="solid"/>
                    </a:lnB>
                    <a:solidFill>
                      <a:srgbClr val="EDF2F7"/>
                    </a:solidFill>
                  </a:tcPr>
                </a:tc>
                <a:tc>
                  <a:txBody>
                    <a:bodyPr lIns="104775" tIns="104775" rIns="104775" bIns="104775">
                      <a:noAutofit/>
                    </a:bodyPr>
                    <a:lstStyle/>
                    <a:p>
                      <a:pPr algn="l"/>
                      <a:r>
                        <a:rPr sz="1650" b="0">
                          <a:solidFill>
                            <a:srgbClr val="16253B"/>
                          </a:solidFill>
                          <a:latin typeface="DejaVu Sans"/>
                          <a:ea typeface="DejaVu Sans"/>
                          <a:cs typeface="DejaVu Sans"/>
                        </a:rPr>
                        <a:t>—</a:t>
                      </a:r>
                    </a:p>
                  </a:txBody>
                  <a:tcPr marL="91440" marR="91440" marT="45720" marB="45720" anchor="ctr">
                    <a:lnR w="7144">
                      <a:solidFill>
                        <a:srgbClr val="CFD7E2"/>
                      </a:solidFill>
                      <a:prstDash val="solid"/>
                    </a:lnR>
                    <a:lnB w="7144">
                      <a:solidFill>
                        <a:srgbClr val="CFD7E2"/>
                      </a:solidFill>
                      <a:prstDash val="solid"/>
                    </a:lnB>
                    <a:solidFill>
                      <a:srgbClr val="EDF2F7"/>
                    </a:solidFill>
                  </a:tcPr>
                </a:tc>
                <a:tc>
                  <a:txBody>
                    <a:bodyPr lIns="104775" tIns="104775" rIns="104775" bIns="104775">
                      <a:noAutofit/>
                    </a:bodyPr>
                    <a:lstStyle/>
                    <a:p>
                      <a:pPr algn="l"/>
                      <a:r>
                        <a:rPr sz="1650" b="0">
                          <a:solidFill>
                            <a:srgbClr val="16253B"/>
                          </a:solidFill>
                          <a:latin typeface="DejaVu Sans"/>
                          <a:ea typeface="DejaVu Sans"/>
                          <a:cs typeface="DejaVu Sans"/>
                        </a:rPr>
                        <a:t>—</a:t>
                      </a:r>
                    </a:p>
                  </a:txBody>
                  <a:tcPr marL="91440" marR="91440" marT="45720" marB="45720" anchor="ctr">
                    <a:lnR w="7144">
                      <a:solidFill>
                        <a:srgbClr val="CFD7E2"/>
                      </a:solidFill>
                      <a:prstDash val="solid"/>
                    </a:lnR>
                    <a:lnB w="7144">
                      <a:solidFill>
                        <a:srgbClr val="CFD7E2"/>
                      </a:solidFill>
                      <a:prstDash val="solid"/>
                    </a:lnB>
                    <a:solidFill>
                      <a:srgbClr val="EDF2F7"/>
                    </a:solidFill>
                  </a:tcPr>
                </a:tc>
                <a:tc>
                  <a:txBody>
                    <a:bodyPr lIns="104775" tIns="104775" rIns="104775" bIns="104775">
                      <a:noAutofit/>
                    </a:bodyPr>
                    <a:lstStyle/>
                    <a:p>
                      <a:pPr algn="l"/>
                      <a:r>
                        <a:rPr sz="1650" b="0">
                          <a:solidFill>
                            <a:srgbClr val="16253B"/>
                          </a:solidFill>
                          <a:latin typeface="DejaVu Sans"/>
                          <a:ea typeface="DejaVu Sans"/>
                          <a:cs typeface="DejaVu Sans"/>
                        </a:rPr>
                        <a:t>—</a:t>
                      </a:r>
                    </a:p>
                  </a:txBody>
                  <a:tcPr marL="91440" marR="91440" marT="45720" marB="45720" anchor="ctr">
                    <a:lnR w="7144">
                      <a:solidFill>
                        <a:srgbClr val="CFD7E2"/>
                      </a:solidFill>
                      <a:prstDash val="solid"/>
                    </a:lnR>
                    <a:lnB w="7144">
                      <a:solidFill>
                        <a:srgbClr val="CFD7E2"/>
                      </a:solidFill>
                      <a:prstDash val="solid"/>
                    </a:lnB>
                    <a:solidFill>
                      <a:srgbClr val="EDF2F7"/>
                    </a:solidFill>
                  </a:tcPr>
                </a:tc>
                <a:tc>
                  <a:txBody>
                    <a:bodyPr lIns="104775" tIns="104775" rIns="104775" bIns="104775">
                      <a:noAutofit/>
                    </a:bodyPr>
                    <a:lstStyle/>
                    <a:p>
                      <a:pPr algn="l"/>
                      <a:r>
                        <a:rPr sz="1650" b="0">
                          <a:solidFill>
                            <a:srgbClr val="16253B"/>
                          </a:solidFill>
                          <a:latin typeface="DejaVu Sans"/>
                          <a:ea typeface="DejaVu Sans"/>
                          <a:cs typeface="DejaVu Sans"/>
                        </a:rPr>
                        <a:t>—</a:t>
                      </a:r>
                    </a:p>
                  </a:txBody>
                  <a:tcPr marL="91440" marR="91440" marT="45720" marB="45720" anchor="ctr">
                    <a:lnR w="7144">
                      <a:solidFill>
                        <a:srgbClr val="CFD7E2"/>
                      </a:solidFill>
                      <a:prstDash val="solid"/>
                    </a:lnR>
                    <a:lnB w="7144">
                      <a:solidFill>
                        <a:srgbClr val="CFD7E2"/>
                      </a:solidFill>
                      <a:prstDash val="solid"/>
                    </a:lnB>
                    <a:solidFill>
                      <a:srgbClr val="EDF2F7"/>
                    </a:solidFill>
                  </a:tcPr>
                </a:tc>
              </a:tr>
            </a:tbl>
          </a:graphicData>
        </a:graphic>
      </p:graphicFrame>
      <p:sp>
        <p:nvSpPr>
          <p:cNvPr id="5" name="label-1299">
            <a:extLst xmlns:a="http://schemas.openxmlformats.org/drawingml/2006/main">
              <a:ext uri="{FF2B5EF4-FFF2-40B4-BE49-F238E27FC236}">
                <a16:creationId xmlns:a16="http://schemas.microsoft.com/office/drawing/2014/main" id="{515A0B4E-8241-41F8-8053-A2F91017F4C7}"/>
              </a:ext>
            </a:extLst>
          </p:cNvPr>
          <p:cNvSpPr>
            <a:spLocks xmlns:a="http://schemas.openxmlformats.org/drawingml/2006/main" noGrp="1"/>
          </p:cNvSpPr>
          <p:nvPr/>
        </p:nvSpPr>
        <p:spPr>
          <a:xfrm xmlns:a="http://schemas.openxmlformats.org/drawingml/2006/main">
            <a:off x="533400" y="5410200"/>
            <a:ext cx="111252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58677C"/>
                </a:solidFill>
                <a:latin typeface="DejaVu Sans"/>
                <a:ea typeface="DejaVu Sans"/>
                <a:cs typeface="DejaVu Sans"/>
              </a:defRPr>
            </a:defPPr>
            <a:lvl1pPr algn="l">
              <a:defRPr sz="1800" b="0">
                <a:solidFill>
                  <a:srgbClr val="58677C"/>
                </a:solidFill>
                <a:latin typeface="DejaVu Sans"/>
                <a:ea typeface="DejaVu Sans"/>
                <a:cs typeface="DejaVu Sans"/>
              </a:defRPr>
            </a:lvl1pPr>
            <a:lvl2pPr algn="l">
              <a:defRPr sz="1800" b="0">
                <a:solidFill>
                  <a:srgbClr val="58677C"/>
                </a:solidFill>
                <a:latin typeface="DejaVu Sans"/>
                <a:ea typeface="DejaVu Sans"/>
                <a:cs typeface="DejaVu Sans"/>
              </a:defRPr>
            </a:lvl2pPr>
            <a:lvl3pPr algn="l">
              <a:defRPr sz="1800" b="0">
                <a:solidFill>
                  <a:srgbClr val="58677C"/>
                </a:solidFill>
                <a:latin typeface="DejaVu Sans"/>
                <a:ea typeface="DejaVu Sans"/>
                <a:cs typeface="DejaVu Sans"/>
              </a:defRPr>
            </a:lvl3pPr>
            <a:lvl4pPr algn="l">
              <a:defRPr sz="1800" b="0">
                <a:solidFill>
                  <a:srgbClr val="58677C"/>
                </a:solidFill>
                <a:latin typeface="DejaVu Sans"/>
                <a:ea typeface="DejaVu Sans"/>
                <a:cs typeface="DejaVu Sans"/>
              </a:defRPr>
            </a:lvl4pPr>
            <a:lvl5pPr algn="l">
              <a:defRPr sz="1800" b="0">
                <a:solidFill>
                  <a:srgbClr val="58677C"/>
                </a:solidFill>
                <a:latin typeface="DejaVu Sans"/>
                <a:ea typeface="DejaVu Sans"/>
                <a:cs typeface="DejaVu Sans"/>
              </a:defRPr>
            </a:lvl5pPr>
            <a:lvl6pPr algn="l">
              <a:defRPr sz="1800" b="0">
                <a:solidFill>
                  <a:srgbClr val="58677C"/>
                </a:solidFill>
                <a:latin typeface="DejaVu Sans"/>
                <a:ea typeface="DejaVu Sans"/>
                <a:cs typeface="DejaVu Sans"/>
              </a:defRPr>
            </a:lvl6pPr>
            <a:lvl7pPr algn="l">
              <a:defRPr sz="1800" b="0">
                <a:solidFill>
                  <a:srgbClr val="58677C"/>
                </a:solidFill>
                <a:latin typeface="DejaVu Sans"/>
                <a:ea typeface="DejaVu Sans"/>
                <a:cs typeface="DejaVu Sans"/>
              </a:defRPr>
            </a:lvl7pPr>
            <a:lvl8pPr algn="l">
              <a:defRPr sz="1800" b="0">
                <a:solidFill>
                  <a:srgbClr val="58677C"/>
                </a:solidFill>
                <a:latin typeface="DejaVu Sans"/>
                <a:ea typeface="DejaVu Sans"/>
                <a:cs typeface="DejaVu Sans"/>
              </a:defRPr>
            </a:lvl8pPr>
            <a:lvl9pPr algn="l">
              <a:defRPr sz="1800" b="0">
                <a:solidFill>
                  <a:srgbClr val="58677C"/>
                </a:solidFill>
                <a:latin typeface="DejaVu Sans"/>
                <a:ea typeface="DejaVu Sans"/>
                <a:cs typeface="DejaVu Sans"/>
              </a:defRPr>
            </a:lvl9pPr>
          </a:lstStyle>
          <a:p xmlns:a="http://schemas.openxmlformats.org/drawingml/2006/main">
            <a:pPr algn="l">
              <a:defRPr sz="1800" b="0">
                <a:solidFill>
                  <a:srgbClr val="58677C"/>
                </a:solidFill>
                <a:latin typeface="DejaVu Sans"/>
                <a:ea typeface="DejaVu Sans"/>
                <a:cs typeface="DejaVu Sans"/>
              </a:defRPr>
            </a:pPr>
            <a:r>
              <a:rPr sz="1800" b="0">
                <a:solidFill>
                  <a:srgbClr val="58677C"/>
                </a:solidFill>
                <a:latin typeface="DejaVu Sans"/>
                <a:ea typeface="DejaVu Sans"/>
                <a:cs typeface="DejaVu Sans"/>
              </a:rPr>
              <a:t>—  Final evaluation value to insert</a:t>
            </a:r>
          </a:p>
        </p:txBody>
      </p:sp>
      <p:sp>
        <p:nvSpPr>
          <p:cNvPr id="6" name="label-1300">
            <a:extLst xmlns:a="http://schemas.openxmlformats.org/drawingml/2006/main">
              <a:ext uri="{FF2B5EF4-FFF2-40B4-BE49-F238E27FC236}">
                <a16:creationId xmlns:a16="http://schemas.microsoft.com/office/drawing/2014/main" id="{B027EDBC-072D-4C5F-85CB-8A1EBC702CB2}"/>
              </a:ext>
            </a:extLst>
          </p:cNvPr>
          <p:cNvSpPr>
            <a:spLocks xmlns:a="http://schemas.openxmlformats.org/drawingml/2006/main" noGrp="1"/>
          </p:cNvSpPr>
          <p:nvPr/>
        </p:nvSpPr>
        <p:spPr>
          <a:xfrm xmlns:a="http://schemas.openxmlformats.org/drawingml/2006/main">
            <a:off x="533400" y="5876925"/>
            <a:ext cx="11125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6253B"/>
                </a:solidFill>
                <a:latin typeface="DejaVu Sans"/>
                <a:ea typeface="DejaVu Sans"/>
                <a:cs typeface="DejaVu Sans"/>
              </a:defRPr>
            </a:defPPr>
            <a:lvl1pPr algn="l">
              <a:defRPr sz="1875" b="1">
                <a:solidFill>
                  <a:srgbClr val="16253B"/>
                </a:solidFill>
                <a:latin typeface="DejaVu Sans"/>
                <a:ea typeface="DejaVu Sans"/>
                <a:cs typeface="DejaVu Sans"/>
              </a:defRPr>
            </a:lvl1pPr>
            <a:lvl2pPr algn="l">
              <a:defRPr sz="1875" b="1">
                <a:solidFill>
                  <a:srgbClr val="16253B"/>
                </a:solidFill>
                <a:latin typeface="DejaVu Sans"/>
                <a:ea typeface="DejaVu Sans"/>
                <a:cs typeface="DejaVu Sans"/>
              </a:defRPr>
            </a:lvl2pPr>
            <a:lvl3pPr algn="l">
              <a:defRPr sz="1875" b="1">
                <a:solidFill>
                  <a:srgbClr val="16253B"/>
                </a:solidFill>
                <a:latin typeface="DejaVu Sans"/>
                <a:ea typeface="DejaVu Sans"/>
                <a:cs typeface="DejaVu Sans"/>
              </a:defRPr>
            </a:lvl3pPr>
            <a:lvl4pPr algn="l">
              <a:defRPr sz="1875" b="1">
                <a:solidFill>
                  <a:srgbClr val="16253B"/>
                </a:solidFill>
                <a:latin typeface="DejaVu Sans"/>
                <a:ea typeface="DejaVu Sans"/>
                <a:cs typeface="DejaVu Sans"/>
              </a:defRPr>
            </a:lvl4pPr>
            <a:lvl5pPr algn="l">
              <a:defRPr sz="1875" b="1">
                <a:solidFill>
                  <a:srgbClr val="16253B"/>
                </a:solidFill>
                <a:latin typeface="DejaVu Sans"/>
                <a:ea typeface="DejaVu Sans"/>
                <a:cs typeface="DejaVu Sans"/>
              </a:defRPr>
            </a:lvl5pPr>
            <a:lvl6pPr algn="l">
              <a:defRPr sz="1875" b="1">
                <a:solidFill>
                  <a:srgbClr val="16253B"/>
                </a:solidFill>
                <a:latin typeface="DejaVu Sans"/>
                <a:ea typeface="DejaVu Sans"/>
                <a:cs typeface="DejaVu Sans"/>
              </a:defRPr>
            </a:lvl6pPr>
            <a:lvl7pPr algn="l">
              <a:defRPr sz="1875" b="1">
                <a:solidFill>
                  <a:srgbClr val="16253B"/>
                </a:solidFill>
                <a:latin typeface="DejaVu Sans"/>
                <a:ea typeface="DejaVu Sans"/>
                <a:cs typeface="DejaVu Sans"/>
              </a:defRPr>
            </a:lvl7pPr>
            <a:lvl8pPr algn="l">
              <a:defRPr sz="1875" b="1">
                <a:solidFill>
                  <a:srgbClr val="16253B"/>
                </a:solidFill>
                <a:latin typeface="DejaVu Sans"/>
                <a:ea typeface="DejaVu Sans"/>
                <a:cs typeface="DejaVu Sans"/>
              </a:defRPr>
            </a:lvl8pPr>
            <a:lvl9pPr algn="l">
              <a:defRPr sz="1875" b="1">
                <a:solidFill>
                  <a:srgbClr val="16253B"/>
                </a:solidFill>
                <a:latin typeface="DejaVu Sans"/>
                <a:ea typeface="DejaVu Sans"/>
                <a:cs typeface="DejaVu Sans"/>
              </a:defRPr>
            </a:lvl9pPr>
          </a:lstStyle>
          <a:p xmlns:a="http://schemas.openxmlformats.org/drawingml/2006/main">
            <a:pPr algn="l">
              <a:defRPr sz="1875" b="1">
                <a:solidFill>
                  <a:srgbClr val="16253B"/>
                </a:solidFill>
                <a:latin typeface="DejaVu Sans"/>
                <a:ea typeface="DejaVu Sans"/>
                <a:cs typeface="DejaVu Sans"/>
              </a:defRPr>
            </a:pPr>
            <a:r>
              <a:rPr sz="1875" b="1">
                <a:solidFill>
                  <a:srgbClr val="16253B"/>
                </a:solidFill>
                <a:latin typeface="DejaVu Sans"/>
                <a:ea typeface="DejaVu Sans"/>
                <a:cs typeface="DejaVu Sans"/>
              </a:rPr>
              <a:t>Use the same split, initialization, training budget and seed policy</a:t>
            </a:r>
          </a:p>
        </p:txBody>
      </p:sp>
    </p:spTree>
    <p:extLst>
      <p:ext uri="{BB962C8B-B14F-4D97-AF65-F5344CB8AC3E}">
        <p14:creationId xmlns:p14="http://schemas.microsoft.com/office/powerpoint/2010/main" val="793241075"/>
      </p:ext>
    </p:extLst>
  </p:cSld>
</p:sld>
</file>

<file path=ppt/slides/slide22.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48" name="slide-title">
            <a:extLst xmlns:a="http://schemas.openxmlformats.org/drawingml/2006/main">
              <a:ext uri="{FF2B5EF4-FFF2-40B4-BE49-F238E27FC236}">
                <a16:creationId xmlns:a16="http://schemas.microsoft.com/office/drawing/2014/main" id="{C928DA5A-B61A-47B8-8B36-0CFE80561FF4}"/>
              </a:ext>
            </a:extLst>
          </p:cNvPr>
          <p:cNvSpPr>
            <a:spLocks xmlns:a="http://schemas.openxmlformats.org/drawingml/2006/main" noGrp="1"/>
          </p:cNvSpPr>
          <p:nvPr/>
        </p:nvSpPr>
        <p:spPr>
          <a:xfrm xmlns:a="http://schemas.openxmlformats.org/drawingml/2006/main">
            <a:off x="533400" y="361950"/>
            <a:ext cx="1112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6253B"/>
                </a:solidFill>
                <a:latin typeface="DejaVu Sans"/>
                <a:ea typeface="DejaVu Sans"/>
                <a:cs typeface="DejaVu Sans"/>
              </a:defRPr>
            </a:defPPr>
            <a:lvl1pPr algn="l">
              <a:defRPr sz="3300" b="1">
                <a:solidFill>
                  <a:srgbClr val="16253B"/>
                </a:solidFill>
                <a:latin typeface="DejaVu Sans"/>
                <a:ea typeface="DejaVu Sans"/>
                <a:cs typeface="DejaVu Sans"/>
              </a:defRPr>
            </a:lvl1pPr>
            <a:lvl2pPr algn="l">
              <a:defRPr sz="3300" b="1">
                <a:solidFill>
                  <a:srgbClr val="16253B"/>
                </a:solidFill>
                <a:latin typeface="DejaVu Sans"/>
                <a:ea typeface="DejaVu Sans"/>
                <a:cs typeface="DejaVu Sans"/>
              </a:defRPr>
            </a:lvl2pPr>
            <a:lvl3pPr algn="l">
              <a:defRPr sz="3300" b="1">
                <a:solidFill>
                  <a:srgbClr val="16253B"/>
                </a:solidFill>
                <a:latin typeface="DejaVu Sans"/>
                <a:ea typeface="DejaVu Sans"/>
                <a:cs typeface="DejaVu Sans"/>
              </a:defRPr>
            </a:lvl3pPr>
            <a:lvl4pPr algn="l">
              <a:defRPr sz="3300" b="1">
                <a:solidFill>
                  <a:srgbClr val="16253B"/>
                </a:solidFill>
                <a:latin typeface="DejaVu Sans"/>
                <a:ea typeface="DejaVu Sans"/>
                <a:cs typeface="DejaVu Sans"/>
              </a:defRPr>
            </a:lvl4pPr>
            <a:lvl5pPr algn="l">
              <a:defRPr sz="3300" b="1">
                <a:solidFill>
                  <a:srgbClr val="16253B"/>
                </a:solidFill>
                <a:latin typeface="DejaVu Sans"/>
                <a:ea typeface="DejaVu Sans"/>
                <a:cs typeface="DejaVu Sans"/>
              </a:defRPr>
            </a:lvl5pPr>
            <a:lvl6pPr algn="l">
              <a:defRPr sz="3300" b="1">
                <a:solidFill>
                  <a:srgbClr val="16253B"/>
                </a:solidFill>
                <a:latin typeface="DejaVu Sans"/>
                <a:ea typeface="DejaVu Sans"/>
                <a:cs typeface="DejaVu Sans"/>
              </a:defRPr>
            </a:lvl6pPr>
            <a:lvl7pPr algn="l">
              <a:defRPr sz="3300" b="1">
                <a:solidFill>
                  <a:srgbClr val="16253B"/>
                </a:solidFill>
                <a:latin typeface="DejaVu Sans"/>
                <a:ea typeface="DejaVu Sans"/>
                <a:cs typeface="DejaVu Sans"/>
              </a:defRPr>
            </a:lvl7pPr>
            <a:lvl8pPr algn="l">
              <a:defRPr sz="3300" b="1">
                <a:solidFill>
                  <a:srgbClr val="16253B"/>
                </a:solidFill>
                <a:latin typeface="DejaVu Sans"/>
                <a:ea typeface="DejaVu Sans"/>
                <a:cs typeface="DejaVu Sans"/>
              </a:defRPr>
            </a:lvl8pPr>
            <a:lvl9pPr algn="l">
              <a:defRPr sz="3300" b="1">
                <a:solidFill>
                  <a:srgbClr val="16253B"/>
                </a:solidFill>
                <a:latin typeface="DejaVu Sans"/>
                <a:ea typeface="DejaVu Sans"/>
                <a:cs typeface="DejaVu Sans"/>
              </a:defRPr>
            </a:lvl9pPr>
          </a:lstStyle>
          <a:p xmlns:a="http://schemas.openxmlformats.org/drawingml/2006/main">
            <a:pPr algn="l">
              <a:defRPr sz="3300" b="1">
                <a:solidFill>
                  <a:srgbClr val="16253B"/>
                </a:solidFill>
                <a:latin typeface="DejaVu Sans"/>
                <a:ea typeface="DejaVu Sans"/>
                <a:cs typeface="DejaVu Sans"/>
              </a:defRPr>
            </a:pPr>
            <a:r>
              <a:rPr sz="3300" b="1">
                <a:solidFill>
                  <a:srgbClr val="16253B"/>
                </a:solidFill>
                <a:latin typeface="DejaVu Sans"/>
                <a:ea typeface="DejaVu Sans"/>
                <a:cs typeface="DejaVu Sans"/>
              </a:rPr>
              <a:t>Computational cost and boundary behavior</a:t>
            </a:r>
          </a:p>
        </p:txBody>
      </p:sp>
      <p:sp>
        <p:nvSpPr>
          <p:cNvPr id="2" name="label-1301">
            <a:extLst xmlns:a="http://schemas.openxmlformats.org/drawingml/2006/main">
              <a:ext uri="{FF2B5EF4-FFF2-40B4-BE49-F238E27FC236}">
                <a16:creationId xmlns:a16="http://schemas.microsoft.com/office/drawing/2014/main" id="{95731D95-DB75-437C-8DB1-1648876E860E}"/>
              </a:ext>
            </a:extLst>
          </p:cNvPr>
          <p:cNvSpPr>
            <a:spLocks xmlns:a="http://schemas.openxmlformats.org/drawingml/2006/main" noGrp="1"/>
          </p:cNvSpPr>
          <p:nvPr/>
        </p:nvSpPr>
        <p:spPr>
          <a:xfrm xmlns:a="http://schemas.openxmlformats.org/drawingml/2006/main">
            <a:off x="11144250" y="64674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77C"/>
                </a:solidFill>
                <a:latin typeface="DejaVu Sans"/>
                <a:ea typeface="DejaVu Sans"/>
                <a:cs typeface="DejaVu Sans"/>
              </a:defRPr>
            </a:defPPr>
            <a:lvl1pPr algn="r">
              <a:defRPr sz="1200" b="0">
                <a:solidFill>
                  <a:srgbClr val="58677C"/>
                </a:solidFill>
                <a:latin typeface="DejaVu Sans"/>
                <a:ea typeface="DejaVu Sans"/>
                <a:cs typeface="DejaVu Sans"/>
              </a:defRPr>
            </a:lvl1pPr>
            <a:lvl2pPr algn="r">
              <a:defRPr sz="1200" b="0">
                <a:solidFill>
                  <a:srgbClr val="58677C"/>
                </a:solidFill>
                <a:latin typeface="DejaVu Sans"/>
                <a:ea typeface="DejaVu Sans"/>
                <a:cs typeface="DejaVu Sans"/>
              </a:defRPr>
            </a:lvl2pPr>
            <a:lvl3pPr algn="r">
              <a:defRPr sz="1200" b="0">
                <a:solidFill>
                  <a:srgbClr val="58677C"/>
                </a:solidFill>
                <a:latin typeface="DejaVu Sans"/>
                <a:ea typeface="DejaVu Sans"/>
                <a:cs typeface="DejaVu Sans"/>
              </a:defRPr>
            </a:lvl3pPr>
            <a:lvl4pPr algn="r">
              <a:defRPr sz="1200" b="0">
                <a:solidFill>
                  <a:srgbClr val="58677C"/>
                </a:solidFill>
                <a:latin typeface="DejaVu Sans"/>
                <a:ea typeface="DejaVu Sans"/>
                <a:cs typeface="DejaVu Sans"/>
              </a:defRPr>
            </a:lvl4pPr>
            <a:lvl5pPr algn="r">
              <a:defRPr sz="1200" b="0">
                <a:solidFill>
                  <a:srgbClr val="58677C"/>
                </a:solidFill>
                <a:latin typeface="DejaVu Sans"/>
                <a:ea typeface="DejaVu Sans"/>
                <a:cs typeface="DejaVu Sans"/>
              </a:defRPr>
            </a:lvl5pPr>
            <a:lvl6pPr algn="r">
              <a:defRPr sz="1200" b="0">
                <a:solidFill>
                  <a:srgbClr val="58677C"/>
                </a:solidFill>
                <a:latin typeface="DejaVu Sans"/>
                <a:ea typeface="DejaVu Sans"/>
                <a:cs typeface="DejaVu Sans"/>
              </a:defRPr>
            </a:lvl6pPr>
            <a:lvl7pPr algn="r">
              <a:defRPr sz="1200" b="0">
                <a:solidFill>
                  <a:srgbClr val="58677C"/>
                </a:solidFill>
                <a:latin typeface="DejaVu Sans"/>
                <a:ea typeface="DejaVu Sans"/>
                <a:cs typeface="DejaVu Sans"/>
              </a:defRPr>
            </a:lvl7pPr>
            <a:lvl8pPr algn="r">
              <a:defRPr sz="1200" b="0">
                <a:solidFill>
                  <a:srgbClr val="58677C"/>
                </a:solidFill>
                <a:latin typeface="DejaVu Sans"/>
                <a:ea typeface="DejaVu Sans"/>
                <a:cs typeface="DejaVu Sans"/>
              </a:defRPr>
            </a:lvl8pPr>
            <a:lvl9pPr algn="r">
              <a:defRPr sz="1200" b="0">
                <a:solidFill>
                  <a:srgbClr val="58677C"/>
                </a:solidFill>
                <a:latin typeface="DejaVu Sans"/>
                <a:ea typeface="DejaVu Sans"/>
                <a:cs typeface="DejaVu Sans"/>
              </a:defRPr>
            </a:lvl9pPr>
          </a:lstStyle>
          <a:p xmlns:a="http://schemas.openxmlformats.org/drawingml/2006/main">
            <a:pPr algn="r">
              <a:defRPr sz="1200" b="0">
                <a:solidFill>
                  <a:srgbClr val="58677C"/>
                </a:solidFill>
                <a:latin typeface="DejaVu Sans"/>
                <a:ea typeface="DejaVu Sans"/>
                <a:cs typeface="DejaVu Sans"/>
              </a:defRPr>
            </a:pPr>
            <a:r>
              <a:rPr sz="1200" b="0">
                <a:solidFill>
                  <a:srgbClr val="58677C"/>
                </a:solidFill>
                <a:latin typeface="DejaVu Sans"/>
                <a:ea typeface="DejaVu Sans"/>
                <a:cs typeface="DejaVu Sans"/>
              </a:rPr>
              <a:t>22</a:t>
            </a:r>
          </a:p>
        </p:txBody>
      </p:sp>
      <p:sp>
        <p:nvSpPr>
          <p:cNvPr id="3" name="label-1302">
            <a:extLst xmlns:a="http://schemas.openxmlformats.org/drawingml/2006/main">
              <a:ext uri="{FF2B5EF4-FFF2-40B4-BE49-F238E27FC236}">
                <a16:creationId xmlns:a16="http://schemas.microsoft.com/office/drawing/2014/main" id="{A5422B38-F407-4EAA-81BB-215BF14BB94C}"/>
              </a:ext>
            </a:extLst>
          </p:cNvPr>
          <p:cNvSpPr>
            <a:spLocks xmlns:a="http://schemas.openxmlformats.org/drawingml/2006/main" noGrp="1"/>
          </p:cNvSpPr>
          <p:nvPr/>
        </p:nvSpPr>
        <p:spPr>
          <a:xfrm xmlns:a="http://schemas.openxmlformats.org/drawingml/2006/main">
            <a:off x="533400" y="6477000"/>
            <a:ext cx="3810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8677C"/>
                </a:solidFill>
                <a:latin typeface="DejaVu Sans"/>
                <a:ea typeface="DejaVu Sans"/>
                <a:cs typeface="DejaVu Sans"/>
              </a:defRPr>
            </a:defPPr>
            <a:lvl1pPr algn="l">
              <a:defRPr sz="1125" b="0">
                <a:solidFill>
                  <a:srgbClr val="58677C"/>
                </a:solidFill>
                <a:latin typeface="DejaVu Sans"/>
                <a:ea typeface="DejaVu Sans"/>
                <a:cs typeface="DejaVu Sans"/>
              </a:defRPr>
            </a:lvl1pPr>
            <a:lvl2pPr algn="l">
              <a:defRPr sz="1125" b="0">
                <a:solidFill>
                  <a:srgbClr val="58677C"/>
                </a:solidFill>
                <a:latin typeface="DejaVu Sans"/>
                <a:ea typeface="DejaVu Sans"/>
                <a:cs typeface="DejaVu Sans"/>
              </a:defRPr>
            </a:lvl2pPr>
            <a:lvl3pPr algn="l">
              <a:defRPr sz="1125" b="0">
                <a:solidFill>
                  <a:srgbClr val="58677C"/>
                </a:solidFill>
                <a:latin typeface="DejaVu Sans"/>
                <a:ea typeface="DejaVu Sans"/>
                <a:cs typeface="DejaVu Sans"/>
              </a:defRPr>
            </a:lvl3pPr>
            <a:lvl4pPr algn="l">
              <a:defRPr sz="1125" b="0">
                <a:solidFill>
                  <a:srgbClr val="58677C"/>
                </a:solidFill>
                <a:latin typeface="DejaVu Sans"/>
                <a:ea typeface="DejaVu Sans"/>
                <a:cs typeface="DejaVu Sans"/>
              </a:defRPr>
            </a:lvl4pPr>
            <a:lvl5pPr algn="l">
              <a:defRPr sz="1125" b="0">
                <a:solidFill>
                  <a:srgbClr val="58677C"/>
                </a:solidFill>
                <a:latin typeface="DejaVu Sans"/>
                <a:ea typeface="DejaVu Sans"/>
                <a:cs typeface="DejaVu Sans"/>
              </a:defRPr>
            </a:lvl5pPr>
            <a:lvl6pPr algn="l">
              <a:defRPr sz="1125" b="0">
                <a:solidFill>
                  <a:srgbClr val="58677C"/>
                </a:solidFill>
                <a:latin typeface="DejaVu Sans"/>
                <a:ea typeface="DejaVu Sans"/>
                <a:cs typeface="DejaVu Sans"/>
              </a:defRPr>
            </a:lvl6pPr>
            <a:lvl7pPr algn="l">
              <a:defRPr sz="1125" b="0">
                <a:solidFill>
                  <a:srgbClr val="58677C"/>
                </a:solidFill>
                <a:latin typeface="DejaVu Sans"/>
                <a:ea typeface="DejaVu Sans"/>
                <a:cs typeface="DejaVu Sans"/>
              </a:defRPr>
            </a:lvl7pPr>
            <a:lvl8pPr algn="l">
              <a:defRPr sz="1125" b="0">
                <a:solidFill>
                  <a:srgbClr val="58677C"/>
                </a:solidFill>
                <a:latin typeface="DejaVu Sans"/>
                <a:ea typeface="DejaVu Sans"/>
                <a:cs typeface="DejaVu Sans"/>
              </a:defRPr>
            </a:lvl8pPr>
            <a:lvl9pPr algn="l">
              <a:defRPr sz="1125" b="0">
                <a:solidFill>
                  <a:srgbClr val="58677C"/>
                </a:solidFill>
                <a:latin typeface="DejaVu Sans"/>
                <a:ea typeface="DejaVu Sans"/>
                <a:cs typeface="DejaVu Sans"/>
              </a:defRPr>
            </a:lvl9pPr>
          </a:lstStyle>
          <a:p xmlns:a="http://schemas.openxmlformats.org/drawingml/2006/main">
            <a:pPr algn="l">
              <a:defRPr sz="1125" b="0">
                <a:solidFill>
                  <a:srgbClr val="58677C"/>
                </a:solidFill>
                <a:latin typeface="DejaVu Sans"/>
                <a:ea typeface="DejaVu Sans"/>
                <a:cs typeface="DejaVu Sans"/>
              </a:defRPr>
            </a:pPr>
            <a:r>
              <a:rPr sz="1125" b="0">
                <a:solidFill>
                  <a:srgbClr val="58677C"/>
                </a:solidFill>
                <a:latin typeface="DejaVu Sans"/>
                <a:ea typeface="DejaVu Sans"/>
                <a:cs typeface="DejaVu Sans"/>
              </a:rPr>
              <a:t>TECHNICAL BACKUP</a:t>
            </a:r>
          </a:p>
        </p:txBody>
      </p:sp>
      <p:sp>
        <p:nvSpPr>
          <p:cNvPr id="4" name="label-1303">
            <a:extLst xmlns:a="http://schemas.openxmlformats.org/drawingml/2006/main">
              <a:ext uri="{FF2B5EF4-FFF2-40B4-BE49-F238E27FC236}">
                <a16:creationId xmlns:a16="http://schemas.microsoft.com/office/drawing/2014/main" id="{67D4985D-1A6D-4322-9FEA-80FDBC6283B8}"/>
              </a:ext>
            </a:extLst>
          </p:cNvPr>
          <p:cNvSpPr>
            <a:spLocks xmlns:a="http://schemas.openxmlformats.org/drawingml/2006/main" noGrp="1"/>
          </p:cNvSpPr>
          <p:nvPr/>
        </p:nvSpPr>
        <p:spPr>
          <a:xfrm xmlns:a="http://schemas.openxmlformats.org/drawingml/2006/main">
            <a:off x="533400" y="1409700"/>
            <a:ext cx="57245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250" b="1">
                <a:solidFill>
                  <a:srgbClr val="16253B"/>
                </a:solidFill>
                <a:latin typeface="DejaVu Sans"/>
                <a:ea typeface="DejaVu Sans"/>
                <a:cs typeface="DejaVu Sans"/>
              </a:defRPr>
            </a:defPPr>
            <a:lvl1pPr algn="l">
              <a:defRPr sz="2250" b="1">
                <a:solidFill>
                  <a:srgbClr val="16253B"/>
                </a:solidFill>
                <a:latin typeface="DejaVu Sans"/>
                <a:ea typeface="DejaVu Sans"/>
                <a:cs typeface="DejaVu Sans"/>
              </a:defRPr>
            </a:lvl1pPr>
            <a:lvl2pPr algn="l">
              <a:defRPr sz="2250" b="1">
                <a:solidFill>
                  <a:srgbClr val="16253B"/>
                </a:solidFill>
                <a:latin typeface="DejaVu Sans"/>
                <a:ea typeface="DejaVu Sans"/>
                <a:cs typeface="DejaVu Sans"/>
              </a:defRPr>
            </a:lvl2pPr>
            <a:lvl3pPr algn="l">
              <a:defRPr sz="2250" b="1">
                <a:solidFill>
                  <a:srgbClr val="16253B"/>
                </a:solidFill>
                <a:latin typeface="DejaVu Sans"/>
                <a:ea typeface="DejaVu Sans"/>
                <a:cs typeface="DejaVu Sans"/>
              </a:defRPr>
            </a:lvl3pPr>
            <a:lvl4pPr algn="l">
              <a:defRPr sz="2250" b="1">
                <a:solidFill>
                  <a:srgbClr val="16253B"/>
                </a:solidFill>
                <a:latin typeface="DejaVu Sans"/>
                <a:ea typeface="DejaVu Sans"/>
                <a:cs typeface="DejaVu Sans"/>
              </a:defRPr>
            </a:lvl4pPr>
            <a:lvl5pPr algn="l">
              <a:defRPr sz="2250" b="1">
                <a:solidFill>
                  <a:srgbClr val="16253B"/>
                </a:solidFill>
                <a:latin typeface="DejaVu Sans"/>
                <a:ea typeface="DejaVu Sans"/>
                <a:cs typeface="DejaVu Sans"/>
              </a:defRPr>
            </a:lvl5pPr>
            <a:lvl6pPr algn="l">
              <a:defRPr sz="2250" b="1">
                <a:solidFill>
                  <a:srgbClr val="16253B"/>
                </a:solidFill>
                <a:latin typeface="DejaVu Sans"/>
                <a:ea typeface="DejaVu Sans"/>
                <a:cs typeface="DejaVu Sans"/>
              </a:defRPr>
            </a:lvl6pPr>
            <a:lvl7pPr algn="l">
              <a:defRPr sz="2250" b="1">
                <a:solidFill>
                  <a:srgbClr val="16253B"/>
                </a:solidFill>
                <a:latin typeface="DejaVu Sans"/>
                <a:ea typeface="DejaVu Sans"/>
                <a:cs typeface="DejaVu Sans"/>
              </a:defRPr>
            </a:lvl7pPr>
            <a:lvl8pPr algn="l">
              <a:defRPr sz="2250" b="1">
                <a:solidFill>
                  <a:srgbClr val="16253B"/>
                </a:solidFill>
                <a:latin typeface="DejaVu Sans"/>
                <a:ea typeface="DejaVu Sans"/>
                <a:cs typeface="DejaVu Sans"/>
              </a:defRPr>
            </a:lvl8pPr>
            <a:lvl9pPr algn="l">
              <a:defRPr sz="2250" b="1">
                <a:solidFill>
                  <a:srgbClr val="16253B"/>
                </a:solidFill>
                <a:latin typeface="DejaVu Sans"/>
                <a:ea typeface="DejaVu Sans"/>
                <a:cs typeface="DejaVu Sans"/>
              </a:defRPr>
            </a:lvl9pPr>
          </a:lstStyle>
          <a:p xmlns:a="http://schemas.openxmlformats.org/drawingml/2006/main">
            <a:pPr algn="l">
              <a:defRPr sz="2250" b="1">
                <a:solidFill>
                  <a:srgbClr val="16253B"/>
                </a:solidFill>
                <a:latin typeface="DejaVu Sans"/>
                <a:ea typeface="DejaVu Sans"/>
                <a:cs typeface="DejaVu Sans"/>
              </a:defRPr>
            </a:pPr>
            <a:r>
              <a:rPr sz="2250" b="1">
                <a:solidFill>
                  <a:srgbClr val="16253B"/>
                </a:solidFill>
                <a:latin typeface="DejaVu Sans"/>
                <a:ea typeface="DejaVu Sans"/>
                <a:cs typeface="DejaVu Sans"/>
              </a:rPr>
              <a:t>Fuser parameters</a:t>
            </a:r>
          </a:p>
        </p:txBody>
      </p:sp>
      <p:graphicFrame>
        <p:nvGraphicFramePr>
          <p:cNvPr id="5" name="">
            <a:extLst xmlns:a="http://schemas.openxmlformats.org/drawingml/2006/main">
              <a:ext uri="{FF2B5EF4-FFF2-40B4-BE49-F238E27FC236}">
                <a16:creationId xmlns:a16="http://schemas.microsoft.com/office/drawing/2014/main" id="{92CAA0D4-36F0-4D63-A9DC-CE45FE5CC3B0}"/>
              </a:ext>
            </a:extLst>
          </p:cNvPr>
          <p:cNvGraphicFramePr/>
          <p:nvPr/>
        </p:nvGraphicFramePr>
        <p:xfrm>
          <a:off xmlns:a="http://schemas.openxmlformats.org/drawingml/2006/main" x="533400" y="1962150"/>
          <a:ext xmlns:a="http://schemas.openxmlformats.org/drawingml/2006/main" cx="5915025" cy="2619375"/>
        </p:xfrm>
        <a:graphic xmlns:a="http://schemas.openxmlformats.org/drawingml/2006/main">
          <a:graphicData uri="http://schemas.openxmlformats.org/drawingml/2006/table">
            <a:tbl>
              <a:tblPr firstRow="1" bandRow="0"/>
              <a:tblGrid>
                <a:gridCol w="3286125"/>
                <a:gridCol w="2628900"/>
              </a:tblGrid>
              <a:tr h="654844">
                <a:tc>
                  <a:txBody>
                    <a:bodyPr lIns="104775" tIns="104775" rIns="104775" bIns="104775">
                      <a:noAutofit/>
                    </a:bodyPr>
                    <a:lstStyle/>
                    <a:p>
                      <a:pPr algn="l"/>
                      <a:r>
                        <a:rPr sz="1800" b="1">
                          <a:solidFill>
                            <a:srgbClr val="FFFFFF"/>
                          </a:solidFill>
                          <a:latin typeface="DejaVu Sans"/>
                          <a:ea typeface="DejaVu Sans"/>
                          <a:cs typeface="DejaVu Sans"/>
                        </a:rPr>
                        <a:t>Module</a:t>
                      </a:r>
                    </a:p>
                  </a:txBody>
                  <a:tcPr marL="91440" marR="91440" marT="45720" marB="45720" anchor="ctr">
                    <a:lnL w="7144">
                      <a:solidFill>
                        <a:srgbClr val="CFD7E2"/>
                      </a:solidFill>
                      <a:prstDash val="solid"/>
                    </a:lnL>
                    <a:lnR w="7144">
                      <a:solidFill>
                        <a:srgbClr val="CFD7E2"/>
                      </a:solidFill>
                      <a:prstDash val="solid"/>
                    </a:lnR>
                    <a:lnT w="7144">
                      <a:solidFill>
                        <a:srgbClr val="CFD7E2"/>
                      </a:solidFill>
                      <a:prstDash val="solid"/>
                    </a:lnT>
                    <a:lnB w="7144">
                      <a:solidFill>
                        <a:srgbClr val="CFD7E2"/>
                      </a:solidFill>
                      <a:prstDash val="solid"/>
                    </a:lnB>
                    <a:solidFill>
                      <a:srgbClr val="16253B"/>
                    </a:solidFill>
                  </a:tcPr>
                </a:tc>
                <a:tc>
                  <a:txBody>
                    <a:bodyPr lIns="104775" tIns="104775" rIns="104775" bIns="104775">
                      <a:noAutofit/>
                    </a:bodyPr>
                    <a:lstStyle/>
                    <a:p>
                      <a:pPr algn="l"/>
                      <a:r>
                        <a:rPr sz="1800" b="1">
                          <a:solidFill>
                            <a:srgbClr val="FFFFFF"/>
                          </a:solidFill>
                          <a:latin typeface="DejaVu Sans"/>
                          <a:ea typeface="DejaVu Sans"/>
                          <a:cs typeface="DejaVu Sans"/>
                        </a:rPr>
                        <a:t>Trainable parameters</a:t>
                      </a:r>
                    </a:p>
                  </a:txBody>
                  <a:tcPr marL="91440" marR="91440" marT="45720" marB="45720" anchor="ctr">
                    <a:lnR w="7144">
                      <a:solidFill>
                        <a:srgbClr val="CFD7E2"/>
                      </a:solidFill>
                      <a:prstDash val="solid"/>
                    </a:lnR>
                    <a:lnT w="7144">
                      <a:solidFill>
                        <a:srgbClr val="CFD7E2"/>
                      </a:solidFill>
                      <a:prstDash val="solid"/>
                    </a:lnT>
                    <a:lnB w="7144">
                      <a:solidFill>
                        <a:srgbClr val="CFD7E2"/>
                      </a:solidFill>
                      <a:prstDash val="solid"/>
                    </a:lnB>
                    <a:solidFill>
                      <a:srgbClr val="16253B"/>
                    </a:solidFill>
                  </a:tcPr>
                </a:tc>
              </a:tr>
              <a:tr h="654844">
                <a:tc>
                  <a:txBody>
                    <a:bodyPr lIns="104775" tIns="104775" rIns="104775" bIns="104775">
                      <a:noAutofit/>
                    </a:bodyPr>
                    <a:lstStyle/>
                    <a:p>
                      <a:pPr algn="l"/>
                      <a:r>
                        <a:rPr sz="1800" b="0">
                          <a:solidFill>
                            <a:srgbClr val="16253B"/>
                          </a:solidFill>
                          <a:latin typeface="DejaVu Sans"/>
                          <a:ea typeface="DejaVu Sans"/>
                          <a:cs typeface="DejaVu Sans"/>
                        </a:rPr>
                        <a:t>ConvFuser</a:t>
                      </a:r>
                    </a:p>
                  </a:txBody>
                  <a:tcPr marL="91440" marR="91440" marT="45720" marB="45720" anchor="ctr">
                    <a:lnL w="7144">
                      <a:solidFill>
                        <a:srgbClr val="CFD7E2"/>
                      </a:solidFill>
                      <a:prstDash val="solid"/>
                    </a:lnL>
                    <a:lnR w="7144">
                      <a:solidFill>
                        <a:srgbClr val="CFD7E2"/>
                      </a:solidFill>
                      <a:prstDash val="solid"/>
                    </a:lnR>
                    <a:lnB w="7144">
                      <a:solidFill>
                        <a:srgbClr val="CFD7E2"/>
                      </a:solidFill>
                      <a:prstDash val="solid"/>
                    </a:lnB>
                    <a:solidFill>
                      <a:srgbClr val="FFFFFF"/>
                    </a:solidFill>
                  </a:tcPr>
                </a:tc>
                <a:tc>
                  <a:txBody>
                    <a:bodyPr lIns="104775" tIns="104775" rIns="104775" bIns="104775">
                      <a:noAutofit/>
                    </a:bodyPr>
                    <a:lstStyle/>
                    <a:p>
                      <a:pPr algn="l"/>
                      <a:r>
                        <a:rPr sz="1800" b="0">
                          <a:solidFill>
                            <a:srgbClr val="16253B"/>
                          </a:solidFill>
                          <a:latin typeface="DejaVu Sans"/>
                          <a:ea typeface="DejaVu Sans"/>
                          <a:cs typeface="DejaVu Sans"/>
                        </a:rPr>
                        <a:t>774,656</a:t>
                      </a:r>
                    </a:p>
                  </a:txBody>
                  <a:tcPr marL="91440" marR="91440" marT="45720" marB="45720" anchor="ctr">
                    <a:lnR w="7144">
                      <a:solidFill>
                        <a:srgbClr val="CFD7E2"/>
                      </a:solidFill>
                      <a:prstDash val="solid"/>
                    </a:lnR>
                    <a:lnB w="7144">
                      <a:solidFill>
                        <a:srgbClr val="CFD7E2"/>
                      </a:solidFill>
                      <a:prstDash val="solid"/>
                    </a:lnB>
                    <a:solidFill>
                      <a:srgbClr val="FFFFFF"/>
                    </a:solidFill>
                  </a:tcPr>
                </a:tc>
              </a:tr>
              <a:tr h="654844">
                <a:tc>
                  <a:txBody>
                    <a:bodyPr lIns="104775" tIns="104775" rIns="104775" bIns="104775">
                      <a:noAutofit/>
                    </a:bodyPr>
                    <a:lstStyle/>
                    <a:p>
                      <a:pPr algn="l"/>
                      <a:r>
                        <a:rPr sz="1800" b="0">
                          <a:solidFill>
                            <a:srgbClr val="16253B"/>
                          </a:solidFill>
                          <a:latin typeface="DejaVu Sans"/>
                          <a:ea typeface="DejaVu Sans"/>
                          <a:cs typeface="DejaVu Sans"/>
                        </a:rPr>
                        <a:t>Spatial gate fuser</a:t>
                      </a:r>
                    </a:p>
                  </a:txBody>
                  <a:tcPr marL="91440" marR="91440" marT="45720" marB="45720" anchor="ctr">
                    <a:lnL w="7144">
                      <a:solidFill>
                        <a:srgbClr val="CFD7E2"/>
                      </a:solidFill>
                      <a:prstDash val="solid"/>
                    </a:lnL>
                    <a:lnR w="7144">
                      <a:solidFill>
                        <a:srgbClr val="CFD7E2"/>
                      </a:solidFill>
                      <a:prstDash val="solid"/>
                    </a:lnR>
                    <a:lnB w="7144">
                      <a:solidFill>
                        <a:srgbClr val="CFD7E2"/>
                      </a:solidFill>
                      <a:prstDash val="solid"/>
                    </a:lnB>
                    <a:solidFill>
                      <a:srgbClr val="EDF2F7"/>
                    </a:solidFill>
                  </a:tcPr>
                </a:tc>
                <a:tc>
                  <a:txBody>
                    <a:bodyPr lIns="104775" tIns="104775" rIns="104775" bIns="104775">
                      <a:noAutofit/>
                    </a:bodyPr>
                    <a:lstStyle/>
                    <a:p>
                      <a:pPr algn="l"/>
                      <a:r>
                        <a:rPr sz="1800" b="0">
                          <a:solidFill>
                            <a:srgbClr val="16253B"/>
                          </a:solidFill>
                          <a:latin typeface="DejaVu Sans"/>
                          <a:ea typeface="DejaVu Sans"/>
                          <a:cs typeface="DejaVu Sans"/>
                        </a:rPr>
                        <a:t>1,112,066</a:t>
                      </a:r>
                    </a:p>
                  </a:txBody>
                  <a:tcPr marL="91440" marR="91440" marT="45720" marB="45720" anchor="ctr">
                    <a:lnR w="7144">
                      <a:solidFill>
                        <a:srgbClr val="CFD7E2"/>
                      </a:solidFill>
                      <a:prstDash val="solid"/>
                    </a:lnR>
                    <a:lnB w="7144">
                      <a:solidFill>
                        <a:srgbClr val="CFD7E2"/>
                      </a:solidFill>
                      <a:prstDash val="solid"/>
                    </a:lnB>
                    <a:solidFill>
                      <a:srgbClr val="EDF2F7"/>
                    </a:solidFill>
                  </a:tcPr>
                </a:tc>
              </a:tr>
              <a:tr h="654844">
                <a:tc>
                  <a:txBody>
                    <a:bodyPr lIns="104775" tIns="104775" rIns="104775" bIns="104775">
                      <a:noAutofit/>
                    </a:bodyPr>
                    <a:lstStyle/>
                    <a:p>
                      <a:pPr algn="l"/>
                      <a:r>
                        <a:rPr sz="1800" b="0">
                          <a:solidFill>
                            <a:srgbClr val="16253B"/>
                          </a:solidFill>
                          <a:latin typeface="DejaVu Sans"/>
                          <a:ea typeface="DejaVu Sans"/>
                          <a:cs typeface="DejaVu Sans"/>
                        </a:rPr>
                        <a:t>Increase</a:t>
                      </a:r>
                    </a:p>
                  </a:txBody>
                  <a:tcPr marL="91440" marR="91440" marT="45720" marB="45720" anchor="ctr">
                    <a:lnL w="7144">
                      <a:solidFill>
                        <a:srgbClr val="CFD7E2"/>
                      </a:solidFill>
                      <a:prstDash val="solid"/>
                    </a:lnL>
                    <a:lnR w="7144">
                      <a:solidFill>
                        <a:srgbClr val="CFD7E2"/>
                      </a:solidFill>
                      <a:prstDash val="solid"/>
                    </a:lnR>
                    <a:lnB w="7144">
                      <a:solidFill>
                        <a:srgbClr val="CFD7E2"/>
                      </a:solidFill>
                      <a:prstDash val="solid"/>
                    </a:lnB>
                    <a:solidFill>
                      <a:srgbClr val="FFFFFF"/>
                    </a:solidFill>
                  </a:tcPr>
                </a:tc>
                <a:tc>
                  <a:txBody>
                    <a:bodyPr lIns="104775" tIns="104775" rIns="104775" bIns="104775">
                      <a:noAutofit/>
                    </a:bodyPr>
                    <a:lstStyle/>
                    <a:p>
                      <a:pPr algn="l"/>
                      <a:r>
                        <a:rPr sz="1800" b="0">
                          <a:solidFill>
                            <a:srgbClr val="16253B"/>
                          </a:solidFill>
                          <a:latin typeface="DejaVu Sans"/>
                          <a:ea typeface="DejaVu Sans"/>
                          <a:cs typeface="DejaVu Sans"/>
                        </a:rPr>
                        <a:t>337,410  (+43.56%)</a:t>
                      </a:r>
                    </a:p>
                  </a:txBody>
                  <a:tcPr marL="91440" marR="91440" marT="45720" marB="45720" anchor="ctr">
                    <a:lnR w="7144">
                      <a:solidFill>
                        <a:srgbClr val="CFD7E2"/>
                      </a:solidFill>
                      <a:prstDash val="solid"/>
                    </a:lnR>
                    <a:lnB w="7144">
                      <a:solidFill>
                        <a:srgbClr val="CFD7E2"/>
                      </a:solidFill>
                      <a:prstDash val="solid"/>
                    </a:lnB>
                    <a:solidFill>
                      <a:srgbClr val="FFFFFF"/>
                    </a:solidFill>
                  </a:tcPr>
                </a:tc>
              </a:tr>
            </a:tbl>
          </a:graphicData>
        </a:graphic>
      </p:graphicFrame>
      <p:sp>
        <p:nvSpPr>
          <p:cNvPr id="6" name="label-1304">
            <a:extLst xmlns:a="http://schemas.openxmlformats.org/drawingml/2006/main">
              <a:ext uri="{FF2B5EF4-FFF2-40B4-BE49-F238E27FC236}">
                <a16:creationId xmlns:a16="http://schemas.microsoft.com/office/drawing/2014/main" id="{2E2BB12B-1BC6-463E-AF64-A80CB2CCCE2F}"/>
              </a:ext>
            </a:extLst>
          </p:cNvPr>
          <p:cNvSpPr>
            <a:spLocks xmlns:a="http://schemas.openxmlformats.org/drawingml/2006/main" noGrp="1"/>
          </p:cNvSpPr>
          <p:nvPr/>
        </p:nvSpPr>
        <p:spPr>
          <a:xfrm xmlns:a="http://schemas.openxmlformats.org/drawingml/2006/main">
            <a:off x="533400" y="5057775"/>
            <a:ext cx="6057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7351C7"/>
                </a:solidFill>
                <a:latin typeface="DejaVu Sans"/>
                <a:ea typeface="DejaVu Sans"/>
                <a:cs typeface="DejaVu Sans"/>
              </a:defRPr>
            </a:defPPr>
            <a:lvl1pPr algn="l">
              <a:defRPr sz="2175" b="1">
                <a:solidFill>
                  <a:srgbClr val="7351C7"/>
                </a:solidFill>
                <a:latin typeface="DejaVu Sans"/>
                <a:ea typeface="DejaVu Sans"/>
                <a:cs typeface="DejaVu Sans"/>
              </a:defRPr>
            </a:lvl1pPr>
            <a:lvl2pPr algn="l">
              <a:defRPr sz="2175" b="1">
                <a:solidFill>
                  <a:srgbClr val="7351C7"/>
                </a:solidFill>
                <a:latin typeface="DejaVu Sans"/>
                <a:ea typeface="DejaVu Sans"/>
                <a:cs typeface="DejaVu Sans"/>
              </a:defRPr>
            </a:lvl2pPr>
            <a:lvl3pPr algn="l">
              <a:defRPr sz="2175" b="1">
                <a:solidFill>
                  <a:srgbClr val="7351C7"/>
                </a:solidFill>
                <a:latin typeface="DejaVu Sans"/>
                <a:ea typeface="DejaVu Sans"/>
                <a:cs typeface="DejaVu Sans"/>
              </a:defRPr>
            </a:lvl3pPr>
            <a:lvl4pPr algn="l">
              <a:defRPr sz="2175" b="1">
                <a:solidFill>
                  <a:srgbClr val="7351C7"/>
                </a:solidFill>
                <a:latin typeface="DejaVu Sans"/>
                <a:ea typeface="DejaVu Sans"/>
                <a:cs typeface="DejaVu Sans"/>
              </a:defRPr>
            </a:lvl4pPr>
            <a:lvl5pPr algn="l">
              <a:defRPr sz="2175" b="1">
                <a:solidFill>
                  <a:srgbClr val="7351C7"/>
                </a:solidFill>
                <a:latin typeface="DejaVu Sans"/>
                <a:ea typeface="DejaVu Sans"/>
                <a:cs typeface="DejaVu Sans"/>
              </a:defRPr>
            </a:lvl5pPr>
            <a:lvl6pPr algn="l">
              <a:defRPr sz="2175" b="1">
                <a:solidFill>
                  <a:srgbClr val="7351C7"/>
                </a:solidFill>
                <a:latin typeface="DejaVu Sans"/>
                <a:ea typeface="DejaVu Sans"/>
                <a:cs typeface="DejaVu Sans"/>
              </a:defRPr>
            </a:lvl6pPr>
            <a:lvl7pPr algn="l">
              <a:defRPr sz="2175" b="1">
                <a:solidFill>
                  <a:srgbClr val="7351C7"/>
                </a:solidFill>
                <a:latin typeface="DejaVu Sans"/>
                <a:ea typeface="DejaVu Sans"/>
                <a:cs typeface="DejaVu Sans"/>
              </a:defRPr>
            </a:lvl7pPr>
            <a:lvl8pPr algn="l">
              <a:defRPr sz="2175" b="1">
                <a:solidFill>
                  <a:srgbClr val="7351C7"/>
                </a:solidFill>
                <a:latin typeface="DejaVu Sans"/>
                <a:ea typeface="DejaVu Sans"/>
                <a:cs typeface="DejaVu Sans"/>
              </a:defRPr>
            </a:lvl8pPr>
            <a:lvl9pPr algn="l">
              <a:defRPr sz="2175" b="1">
                <a:solidFill>
                  <a:srgbClr val="7351C7"/>
                </a:solidFill>
                <a:latin typeface="DejaVu Sans"/>
                <a:ea typeface="DejaVu Sans"/>
                <a:cs typeface="DejaVu Sans"/>
              </a:defRPr>
            </a:lvl9pPr>
          </a:lstStyle>
          <a:p xmlns:a="http://schemas.openxmlformats.org/drawingml/2006/main">
            <a:pPr algn="l">
              <a:defRPr sz="2175" b="1">
                <a:solidFill>
                  <a:srgbClr val="7351C7"/>
                </a:solidFill>
                <a:latin typeface="DejaVu Sans"/>
                <a:ea typeface="DejaVu Sans"/>
                <a:cs typeface="DejaVu Sans"/>
              </a:defRPr>
            </a:pPr>
            <a:r>
              <a:rPr sz="2175" b="1">
                <a:solidFill>
                  <a:srgbClr val="7351C7"/>
                </a:solidFill>
                <a:latin typeface="DejaVu Sans"/>
                <a:ea typeface="DejaVu Sans"/>
                <a:cs typeface="DejaVu Sans"/>
              </a:rPr>
              <a:t>200 × 25 = 5,000 sample locations</a:t>
            </a:r>
          </a:p>
        </p:txBody>
      </p:sp>
      <p:sp>
        <p:nvSpPr>
          <p:cNvPr id="7" name="label-1305">
            <a:extLst xmlns:a="http://schemas.openxmlformats.org/drawingml/2006/main">
              <a:ext uri="{FF2B5EF4-FFF2-40B4-BE49-F238E27FC236}">
                <a16:creationId xmlns:a16="http://schemas.microsoft.com/office/drawing/2014/main" id="{A1D55309-8EB4-4E2B-B5BA-89AAD829C2D1}"/>
              </a:ext>
            </a:extLst>
          </p:cNvPr>
          <p:cNvSpPr>
            <a:spLocks xmlns:a="http://schemas.openxmlformats.org/drawingml/2006/main" noGrp="1"/>
          </p:cNvSpPr>
          <p:nvPr/>
        </p:nvSpPr>
        <p:spPr>
          <a:xfrm xmlns:a="http://schemas.openxmlformats.org/drawingml/2006/main">
            <a:off x="533400" y="5562600"/>
            <a:ext cx="606742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58677C"/>
                </a:solidFill>
                <a:latin typeface="DejaVu Sans"/>
                <a:ea typeface="DejaVu Sans"/>
                <a:cs typeface="DejaVu Sans"/>
              </a:defRPr>
            </a:defPPr>
            <a:lvl1pPr algn="l">
              <a:defRPr sz="1875" b="0">
                <a:solidFill>
                  <a:srgbClr val="58677C"/>
                </a:solidFill>
                <a:latin typeface="DejaVu Sans"/>
                <a:ea typeface="DejaVu Sans"/>
                <a:cs typeface="DejaVu Sans"/>
              </a:defRPr>
            </a:lvl1pPr>
            <a:lvl2pPr algn="l">
              <a:defRPr sz="1875" b="0">
                <a:solidFill>
                  <a:srgbClr val="58677C"/>
                </a:solidFill>
                <a:latin typeface="DejaVu Sans"/>
                <a:ea typeface="DejaVu Sans"/>
                <a:cs typeface="DejaVu Sans"/>
              </a:defRPr>
            </a:lvl2pPr>
            <a:lvl3pPr algn="l">
              <a:defRPr sz="1875" b="0">
                <a:solidFill>
                  <a:srgbClr val="58677C"/>
                </a:solidFill>
                <a:latin typeface="DejaVu Sans"/>
                <a:ea typeface="DejaVu Sans"/>
                <a:cs typeface="DejaVu Sans"/>
              </a:defRPr>
            </a:lvl3pPr>
            <a:lvl4pPr algn="l">
              <a:defRPr sz="1875" b="0">
                <a:solidFill>
                  <a:srgbClr val="58677C"/>
                </a:solidFill>
                <a:latin typeface="DejaVu Sans"/>
                <a:ea typeface="DejaVu Sans"/>
                <a:cs typeface="DejaVu Sans"/>
              </a:defRPr>
            </a:lvl4pPr>
            <a:lvl5pPr algn="l">
              <a:defRPr sz="1875" b="0">
                <a:solidFill>
                  <a:srgbClr val="58677C"/>
                </a:solidFill>
                <a:latin typeface="DejaVu Sans"/>
                <a:ea typeface="DejaVu Sans"/>
                <a:cs typeface="DejaVu Sans"/>
              </a:defRPr>
            </a:lvl5pPr>
            <a:lvl6pPr algn="l">
              <a:defRPr sz="1875" b="0">
                <a:solidFill>
                  <a:srgbClr val="58677C"/>
                </a:solidFill>
                <a:latin typeface="DejaVu Sans"/>
                <a:ea typeface="DejaVu Sans"/>
                <a:cs typeface="DejaVu Sans"/>
              </a:defRPr>
            </a:lvl6pPr>
            <a:lvl7pPr algn="l">
              <a:defRPr sz="1875" b="0">
                <a:solidFill>
                  <a:srgbClr val="58677C"/>
                </a:solidFill>
                <a:latin typeface="DejaVu Sans"/>
                <a:ea typeface="DejaVu Sans"/>
                <a:cs typeface="DejaVu Sans"/>
              </a:defRPr>
            </a:lvl7pPr>
            <a:lvl8pPr algn="l">
              <a:defRPr sz="1875" b="0">
                <a:solidFill>
                  <a:srgbClr val="58677C"/>
                </a:solidFill>
                <a:latin typeface="DejaVu Sans"/>
                <a:ea typeface="DejaVu Sans"/>
                <a:cs typeface="DejaVu Sans"/>
              </a:defRPr>
            </a:lvl8pPr>
            <a:lvl9pPr algn="l">
              <a:defRPr sz="1875" b="0">
                <a:solidFill>
                  <a:srgbClr val="58677C"/>
                </a:solidFill>
                <a:latin typeface="DejaVu Sans"/>
                <a:ea typeface="DejaVu Sans"/>
                <a:cs typeface="DejaVu Sans"/>
              </a:defRPr>
            </a:lvl9pPr>
          </a:lstStyle>
          <a:p xmlns:a="http://schemas.openxmlformats.org/drawingml/2006/main">
            <a:pPr algn="l">
              <a:defRPr sz="1875" b="0">
                <a:solidFill>
                  <a:srgbClr val="58677C"/>
                </a:solidFill>
                <a:latin typeface="DejaVu Sans"/>
                <a:ea typeface="DejaVu Sans"/>
                <a:cs typeface="DejaVu Sans"/>
              </a:defRPr>
            </a:pPr>
            <a:r>
              <a:rPr sz="1875" b="0">
                <a:solidFill>
                  <a:srgbClr val="58677C"/>
                </a:solidFill>
                <a:latin typeface="DejaVu Sans"/>
                <a:ea typeface="DejaVu Sans"/>
                <a:cs typeface="DejaVu Sans"/>
              </a:rPr>
              <a:t>Latency and peak memory require profiling</a:t>
            </a:r>
          </a:p>
        </p:txBody>
      </p:sp>
      <p:sp>
        <p:nvSpPr>
          <p:cNvPr id="8" name="label-1306">
            <a:extLst xmlns:a="http://schemas.openxmlformats.org/drawingml/2006/main">
              <a:ext uri="{FF2B5EF4-FFF2-40B4-BE49-F238E27FC236}">
                <a16:creationId xmlns:a16="http://schemas.microsoft.com/office/drawing/2014/main" id="{FF310CA3-E041-4F16-9323-1C2D5604D159}"/>
              </a:ext>
            </a:extLst>
          </p:cNvPr>
          <p:cNvSpPr>
            <a:spLocks xmlns:a="http://schemas.openxmlformats.org/drawingml/2006/main" noGrp="1"/>
          </p:cNvSpPr>
          <p:nvPr/>
        </p:nvSpPr>
        <p:spPr>
          <a:xfrm xmlns:a="http://schemas.openxmlformats.org/drawingml/2006/main">
            <a:off x="7210425" y="1409700"/>
            <a:ext cx="4467225"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7351C7"/>
                </a:solidFill>
                <a:latin typeface="DejaVu Sans"/>
                <a:ea typeface="DejaVu Sans"/>
                <a:cs typeface="DejaVu Sans"/>
              </a:defRPr>
            </a:defPPr>
            <a:lvl1pPr algn="l">
              <a:defRPr sz="2175" b="1">
                <a:solidFill>
                  <a:srgbClr val="7351C7"/>
                </a:solidFill>
                <a:latin typeface="DejaVu Sans"/>
                <a:ea typeface="DejaVu Sans"/>
                <a:cs typeface="DejaVu Sans"/>
              </a:defRPr>
            </a:lvl1pPr>
            <a:lvl2pPr algn="l">
              <a:defRPr sz="2175" b="1">
                <a:solidFill>
                  <a:srgbClr val="7351C7"/>
                </a:solidFill>
                <a:latin typeface="DejaVu Sans"/>
                <a:ea typeface="DejaVu Sans"/>
                <a:cs typeface="DejaVu Sans"/>
              </a:defRPr>
            </a:lvl2pPr>
            <a:lvl3pPr algn="l">
              <a:defRPr sz="2175" b="1">
                <a:solidFill>
                  <a:srgbClr val="7351C7"/>
                </a:solidFill>
                <a:latin typeface="DejaVu Sans"/>
                <a:ea typeface="DejaVu Sans"/>
                <a:cs typeface="DejaVu Sans"/>
              </a:defRPr>
            </a:lvl3pPr>
            <a:lvl4pPr algn="l">
              <a:defRPr sz="2175" b="1">
                <a:solidFill>
                  <a:srgbClr val="7351C7"/>
                </a:solidFill>
                <a:latin typeface="DejaVu Sans"/>
                <a:ea typeface="DejaVu Sans"/>
                <a:cs typeface="DejaVu Sans"/>
              </a:defRPr>
            </a:lvl4pPr>
            <a:lvl5pPr algn="l">
              <a:defRPr sz="2175" b="1">
                <a:solidFill>
                  <a:srgbClr val="7351C7"/>
                </a:solidFill>
                <a:latin typeface="DejaVu Sans"/>
                <a:ea typeface="DejaVu Sans"/>
                <a:cs typeface="DejaVu Sans"/>
              </a:defRPr>
            </a:lvl5pPr>
            <a:lvl6pPr algn="l">
              <a:defRPr sz="2175" b="1">
                <a:solidFill>
                  <a:srgbClr val="7351C7"/>
                </a:solidFill>
                <a:latin typeface="DejaVu Sans"/>
                <a:ea typeface="DejaVu Sans"/>
                <a:cs typeface="DejaVu Sans"/>
              </a:defRPr>
            </a:lvl6pPr>
            <a:lvl7pPr algn="l">
              <a:defRPr sz="2175" b="1">
                <a:solidFill>
                  <a:srgbClr val="7351C7"/>
                </a:solidFill>
                <a:latin typeface="DejaVu Sans"/>
                <a:ea typeface="DejaVu Sans"/>
                <a:cs typeface="DejaVu Sans"/>
              </a:defRPr>
            </a:lvl7pPr>
            <a:lvl8pPr algn="l">
              <a:defRPr sz="2175" b="1">
                <a:solidFill>
                  <a:srgbClr val="7351C7"/>
                </a:solidFill>
                <a:latin typeface="DejaVu Sans"/>
                <a:ea typeface="DejaVu Sans"/>
                <a:cs typeface="DejaVu Sans"/>
              </a:defRPr>
            </a:lvl8pPr>
            <a:lvl9pPr algn="l">
              <a:defRPr sz="2175" b="1">
                <a:solidFill>
                  <a:srgbClr val="7351C7"/>
                </a:solidFill>
                <a:latin typeface="DejaVu Sans"/>
                <a:ea typeface="DejaVu Sans"/>
                <a:cs typeface="DejaVu Sans"/>
              </a:defRPr>
            </a:lvl9pPr>
          </a:lstStyle>
          <a:p xmlns:a="http://schemas.openxmlformats.org/drawingml/2006/main">
            <a:pPr algn="l">
              <a:defRPr sz="2175" b="1">
                <a:solidFill>
                  <a:srgbClr val="7351C7"/>
                </a:solidFill>
                <a:latin typeface="DejaVu Sans"/>
                <a:ea typeface="DejaVu Sans"/>
                <a:cs typeface="DejaVu Sans"/>
              </a:defRPr>
            </a:pPr>
            <a:r>
              <a:rPr sz="2175" b="1">
                <a:solidFill>
                  <a:srgbClr val="7351C7"/>
                </a:solidFill>
                <a:latin typeface="DejaVu Sans"/>
                <a:ea typeface="DejaVu Sans"/>
                <a:cs typeface="DejaVu Sans"/>
              </a:rPr>
              <a:t>A patch at the BEV edge</a:t>
            </a:r>
          </a:p>
        </p:txBody>
      </p:sp>
      <p:sp>
        <p:nvSpPr>
          <p:cNvPr id="9" name="shape-1307">
            <a:extLst xmlns:a="http://schemas.openxmlformats.org/drawingml/2006/main">
              <a:ext uri="{FF2B5EF4-FFF2-40B4-BE49-F238E27FC236}">
                <a16:creationId xmlns:a16="http://schemas.microsoft.com/office/drawing/2014/main" id="{47BCA0B9-3457-4491-9DC8-EED9DE34CF81}"/>
              </a:ext>
            </a:extLst>
          </p:cNvPr>
          <p:cNvSpPr>
            <a:spLocks xmlns:a="http://schemas.openxmlformats.org/drawingml/2006/main" noGrp="1"/>
          </p:cNvSpPr>
          <p:nvPr/>
        </p:nvSpPr>
        <p:spPr>
          <a:xfrm xmlns:a="http://schemas.openxmlformats.org/drawingml/2006/main" rot="0">
            <a:off x="7381875" y="2238375"/>
            <a:ext cx="2505075" cy="2505075"/>
          </a:xfrm>
          <a:prstGeom xmlns:a="http://schemas.openxmlformats.org/drawingml/2006/main" prst="rect">
            <a:avLst/>
          </a:prstGeom>
          <a:solidFill xmlns:a="http://schemas.openxmlformats.org/drawingml/2006/main">
            <a:srgbClr val="E5EBF2"/>
          </a:solidFill>
          <a:ln xmlns:a="http://schemas.openxmlformats.org/drawingml/2006/main" w="11430">
            <a:solidFill>
              <a:srgbClr val="CFD7E2"/>
            </a:solidFill>
            <a:prstDash val="solid"/>
          </a:ln>
        </p:spPr>
      </p:sp>
      <p:sp>
        <p:nvSpPr>
          <p:cNvPr id="10" name="path-1308">
            <a:extLst xmlns:a="http://schemas.openxmlformats.org/drawingml/2006/main">
              <a:ext uri="{FF2B5EF4-FFF2-40B4-BE49-F238E27FC236}">
                <a16:creationId xmlns:a16="http://schemas.microsoft.com/office/drawing/2014/main" id="{5D00A580-21B4-485B-A03E-367B228693C5}"/>
              </a:ext>
            </a:extLst>
          </p:cNvPr>
          <p:cNvSpPr>
            <a:spLocks xmlns:a="http://schemas.openxmlformats.org/drawingml/2006/main" noGrp="1"/>
          </p:cNvSpPr>
          <p:nvPr/>
        </p:nvSpPr>
        <p:spPr>
          <a:xfrm xmlns:a="http://schemas.openxmlformats.org/drawingml/2006/main">
            <a:off x="7799388" y="2238375"/>
            <a:ext cx="953" cy="2505075"/>
          </a:xfrm>
          <a:custGeom xmlns:a="http://schemas.openxmlformats.org/drawingml/2006/main">
            <a:pathLst>
              <a:path w="953" h="2505075">
                <a:moveTo>
                  <a:pt x="0" y="0"/>
                </a:moveTo>
                <a:lnTo>
                  <a:pt x="0" y="2505075"/>
                </a:lnTo>
              </a:path>
            </a:pathLst>
          </a:custGeom>
          <a:noFill xmlns:a="http://schemas.openxmlformats.org/drawingml/2006/main"/>
          <a:ln xmlns:a="http://schemas.openxmlformats.org/drawingml/2006/main" w="7620">
            <a:solidFill>
              <a:srgbClr val="CFD7E2"/>
            </a:solidFill>
            <a:prstDash val="solid"/>
          </a:ln>
        </p:spPr>
      </p:sp>
      <p:sp>
        <p:nvSpPr>
          <p:cNvPr id="11" name="path-1309">
            <a:extLst xmlns:a="http://schemas.openxmlformats.org/drawingml/2006/main">
              <a:ext uri="{FF2B5EF4-FFF2-40B4-BE49-F238E27FC236}">
                <a16:creationId xmlns:a16="http://schemas.microsoft.com/office/drawing/2014/main" id="{B3EC12C3-F01B-4591-8C80-2AC7773699F2}"/>
              </a:ext>
            </a:extLst>
          </p:cNvPr>
          <p:cNvSpPr>
            <a:spLocks xmlns:a="http://schemas.openxmlformats.org/drawingml/2006/main" noGrp="1"/>
          </p:cNvSpPr>
          <p:nvPr/>
        </p:nvSpPr>
        <p:spPr>
          <a:xfrm xmlns:a="http://schemas.openxmlformats.org/drawingml/2006/main">
            <a:off x="8216900" y="2238375"/>
            <a:ext cx="953" cy="2505075"/>
          </a:xfrm>
          <a:custGeom xmlns:a="http://schemas.openxmlformats.org/drawingml/2006/main">
            <a:pathLst>
              <a:path w="953" h="2505075">
                <a:moveTo>
                  <a:pt x="0" y="0"/>
                </a:moveTo>
                <a:lnTo>
                  <a:pt x="0" y="2505075"/>
                </a:lnTo>
              </a:path>
            </a:pathLst>
          </a:custGeom>
          <a:noFill xmlns:a="http://schemas.openxmlformats.org/drawingml/2006/main"/>
          <a:ln xmlns:a="http://schemas.openxmlformats.org/drawingml/2006/main" w="7620">
            <a:solidFill>
              <a:srgbClr val="CFD7E2"/>
            </a:solidFill>
            <a:prstDash val="solid"/>
          </a:ln>
        </p:spPr>
      </p:sp>
      <p:sp>
        <p:nvSpPr>
          <p:cNvPr id="12" name="path-1310">
            <a:extLst xmlns:a="http://schemas.openxmlformats.org/drawingml/2006/main">
              <a:ext uri="{FF2B5EF4-FFF2-40B4-BE49-F238E27FC236}">
                <a16:creationId xmlns:a16="http://schemas.microsoft.com/office/drawing/2014/main" id="{D864925E-4C89-4F05-BEBB-46CA1CF53E61}"/>
              </a:ext>
            </a:extLst>
          </p:cNvPr>
          <p:cNvSpPr>
            <a:spLocks xmlns:a="http://schemas.openxmlformats.org/drawingml/2006/main" noGrp="1"/>
          </p:cNvSpPr>
          <p:nvPr/>
        </p:nvSpPr>
        <p:spPr>
          <a:xfrm xmlns:a="http://schemas.openxmlformats.org/drawingml/2006/main">
            <a:off x="8634413" y="2238375"/>
            <a:ext cx="953" cy="2505075"/>
          </a:xfrm>
          <a:custGeom xmlns:a="http://schemas.openxmlformats.org/drawingml/2006/main">
            <a:pathLst>
              <a:path w="953" h="2505075">
                <a:moveTo>
                  <a:pt x="0" y="0"/>
                </a:moveTo>
                <a:lnTo>
                  <a:pt x="0" y="2505075"/>
                </a:lnTo>
              </a:path>
            </a:pathLst>
          </a:custGeom>
          <a:noFill xmlns:a="http://schemas.openxmlformats.org/drawingml/2006/main"/>
          <a:ln xmlns:a="http://schemas.openxmlformats.org/drawingml/2006/main" w="7620">
            <a:solidFill>
              <a:srgbClr val="CFD7E2"/>
            </a:solidFill>
            <a:prstDash val="solid"/>
          </a:ln>
        </p:spPr>
      </p:sp>
      <p:sp>
        <p:nvSpPr>
          <p:cNvPr id="13" name="path-1311">
            <a:extLst xmlns:a="http://schemas.openxmlformats.org/drawingml/2006/main">
              <a:ext uri="{FF2B5EF4-FFF2-40B4-BE49-F238E27FC236}">
                <a16:creationId xmlns:a16="http://schemas.microsoft.com/office/drawing/2014/main" id="{0EF4EDEC-D009-4EB5-8408-177B49BE75F9}"/>
              </a:ext>
            </a:extLst>
          </p:cNvPr>
          <p:cNvSpPr>
            <a:spLocks xmlns:a="http://schemas.openxmlformats.org/drawingml/2006/main" noGrp="1"/>
          </p:cNvSpPr>
          <p:nvPr/>
        </p:nvSpPr>
        <p:spPr>
          <a:xfrm xmlns:a="http://schemas.openxmlformats.org/drawingml/2006/main">
            <a:off x="9051925" y="2238375"/>
            <a:ext cx="953" cy="2505075"/>
          </a:xfrm>
          <a:custGeom xmlns:a="http://schemas.openxmlformats.org/drawingml/2006/main">
            <a:pathLst>
              <a:path w="953" h="2505075">
                <a:moveTo>
                  <a:pt x="0" y="0"/>
                </a:moveTo>
                <a:lnTo>
                  <a:pt x="0" y="2505075"/>
                </a:lnTo>
              </a:path>
            </a:pathLst>
          </a:custGeom>
          <a:noFill xmlns:a="http://schemas.openxmlformats.org/drawingml/2006/main"/>
          <a:ln xmlns:a="http://schemas.openxmlformats.org/drawingml/2006/main" w="7620">
            <a:solidFill>
              <a:srgbClr val="CFD7E2"/>
            </a:solidFill>
            <a:prstDash val="solid"/>
          </a:ln>
        </p:spPr>
      </p:sp>
      <p:sp>
        <p:nvSpPr>
          <p:cNvPr id="14" name="path-1312">
            <a:extLst xmlns:a="http://schemas.openxmlformats.org/drawingml/2006/main">
              <a:ext uri="{FF2B5EF4-FFF2-40B4-BE49-F238E27FC236}">
                <a16:creationId xmlns:a16="http://schemas.microsoft.com/office/drawing/2014/main" id="{C0C32F83-4F7D-4D30-A46F-BF62A7B66570}"/>
              </a:ext>
            </a:extLst>
          </p:cNvPr>
          <p:cNvSpPr>
            <a:spLocks xmlns:a="http://schemas.openxmlformats.org/drawingml/2006/main" noGrp="1"/>
          </p:cNvSpPr>
          <p:nvPr/>
        </p:nvSpPr>
        <p:spPr>
          <a:xfrm xmlns:a="http://schemas.openxmlformats.org/drawingml/2006/main">
            <a:off x="9469438" y="2238375"/>
            <a:ext cx="953" cy="2505075"/>
          </a:xfrm>
          <a:custGeom xmlns:a="http://schemas.openxmlformats.org/drawingml/2006/main">
            <a:pathLst>
              <a:path w="953" h="2505075">
                <a:moveTo>
                  <a:pt x="0" y="0"/>
                </a:moveTo>
                <a:lnTo>
                  <a:pt x="0" y="2505075"/>
                </a:lnTo>
              </a:path>
            </a:pathLst>
          </a:custGeom>
          <a:noFill xmlns:a="http://schemas.openxmlformats.org/drawingml/2006/main"/>
          <a:ln xmlns:a="http://schemas.openxmlformats.org/drawingml/2006/main" w="7620">
            <a:solidFill>
              <a:srgbClr val="CFD7E2"/>
            </a:solidFill>
            <a:prstDash val="solid"/>
          </a:ln>
        </p:spPr>
      </p:sp>
      <p:sp>
        <p:nvSpPr>
          <p:cNvPr id="15" name="path-1313">
            <a:extLst xmlns:a="http://schemas.openxmlformats.org/drawingml/2006/main">
              <a:ext uri="{FF2B5EF4-FFF2-40B4-BE49-F238E27FC236}">
                <a16:creationId xmlns:a16="http://schemas.microsoft.com/office/drawing/2014/main" id="{B0E2E57E-2768-42D4-85A0-F487601E6E1C}"/>
              </a:ext>
            </a:extLst>
          </p:cNvPr>
          <p:cNvSpPr>
            <a:spLocks xmlns:a="http://schemas.openxmlformats.org/drawingml/2006/main" noGrp="1"/>
          </p:cNvSpPr>
          <p:nvPr/>
        </p:nvSpPr>
        <p:spPr>
          <a:xfrm xmlns:a="http://schemas.openxmlformats.org/drawingml/2006/main">
            <a:off x="7381875" y="2655888"/>
            <a:ext cx="2505075" cy="953"/>
          </a:xfrm>
          <a:custGeom xmlns:a="http://schemas.openxmlformats.org/drawingml/2006/main">
            <a:pathLst>
              <a:path w="2505075" h="953">
                <a:moveTo>
                  <a:pt x="0" y="0"/>
                </a:moveTo>
                <a:lnTo>
                  <a:pt x="2505075" y="0"/>
                </a:lnTo>
              </a:path>
            </a:pathLst>
          </a:custGeom>
          <a:noFill xmlns:a="http://schemas.openxmlformats.org/drawingml/2006/main"/>
          <a:ln xmlns:a="http://schemas.openxmlformats.org/drawingml/2006/main" w="7620">
            <a:solidFill>
              <a:srgbClr val="CFD7E2"/>
            </a:solidFill>
            <a:prstDash val="solid"/>
          </a:ln>
        </p:spPr>
      </p:sp>
      <p:sp>
        <p:nvSpPr>
          <p:cNvPr id="16" name="path-1314">
            <a:extLst xmlns:a="http://schemas.openxmlformats.org/drawingml/2006/main">
              <a:ext uri="{FF2B5EF4-FFF2-40B4-BE49-F238E27FC236}">
                <a16:creationId xmlns:a16="http://schemas.microsoft.com/office/drawing/2014/main" id="{A1C29E76-2529-484E-970A-9D9DE8DC012F}"/>
              </a:ext>
            </a:extLst>
          </p:cNvPr>
          <p:cNvSpPr>
            <a:spLocks xmlns:a="http://schemas.openxmlformats.org/drawingml/2006/main" noGrp="1"/>
          </p:cNvSpPr>
          <p:nvPr/>
        </p:nvSpPr>
        <p:spPr>
          <a:xfrm xmlns:a="http://schemas.openxmlformats.org/drawingml/2006/main">
            <a:off x="7381875" y="3073400"/>
            <a:ext cx="2505075" cy="953"/>
          </a:xfrm>
          <a:custGeom xmlns:a="http://schemas.openxmlformats.org/drawingml/2006/main">
            <a:pathLst>
              <a:path w="2505075" h="953">
                <a:moveTo>
                  <a:pt x="0" y="0"/>
                </a:moveTo>
                <a:lnTo>
                  <a:pt x="2505075" y="0"/>
                </a:lnTo>
              </a:path>
            </a:pathLst>
          </a:custGeom>
          <a:noFill xmlns:a="http://schemas.openxmlformats.org/drawingml/2006/main"/>
          <a:ln xmlns:a="http://schemas.openxmlformats.org/drawingml/2006/main" w="7620">
            <a:solidFill>
              <a:srgbClr val="CFD7E2"/>
            </a:solidFill>
            <a:prstDash val="solid"/>
          </a:ln>
        </p:spPr>
      </p:sp>
      <p:sp>
        <p:nvSpPr>
          <p:cNvPr id="17" name="path-1315">
            <a:extLst xmlns:a="http://schemas.openxmlformats.org/drawingml/2006/main">
              <a:ext uri="{FF2B5EF4-FFF2-40B4-BE49-F238E27FC236}">
                <a16:creationId xmlns:a16="http://schemas.microsoft.com/office/drawing/2014/main" id="{15E12336-13E1-4871-8A03-F86C1DFDC60C}"/>
              </a:ext>
            </a:extLst>
          </p:cNvPr>
          <p:cNvSpPr>
            <a:spLocks xmlns:a="http://schemas.openxmlformats.org/drawingml/2006/main" noGrp="1"/>
          </p:cNvSpPr>
          <p:nvPr/>
        </p:nvSpPr>
        <p:spPr>
          <a:xfrm xmlns:a="http://schemas.openxmlformats.org/drawingml/2006/main">
            <a:off x="7381875" y="3490913"/>
            <a:ext cx="2505075" cy="953"/>
          </a:xfrm>
          <a:custGeom xmlns:a="http://schemas.openxmlformats.org/drawingml/2006/main">
            <a:pathLst>
              <a:path w="2505075" h="953">
                <a:moveTo>
                  <a:pt x="0" y="0"/>
                </a:moveTo>
                <a:lnTo>
                  <a:pt x="2505075" y="0"/>
                </a:lnTo>
              </a:path>
            </a:pathLst>
          </a:custGeom>
          <a:noFill xmlns:a="http://schemas.openxmlformats.org/drawingml/2006/main"/>
          <a:ln xmlns:a="http://schemas.openxmlformats.org/drawingml/2006/main" w="7620">
            <a:solidFill>
              <a:srgbClr val="CFD7E2"/>
            </a:solidFill>
            <a:prstDash val="solid"/>
          </a:ln>
        </p:spPr>
      </p:sp>
      <p:sp>
        <p:nvSpPr>
          <p:cNvPr id="18" name="path-1316">
            <a:extLst xmlns:a="http://schemas.openxmlformats.org/drawingml/2006/main">
              <a:ext uri="{FF2B5EF4-FFF2-40B4-BE49-F238E27FC236}">
                <a16:creationId xmlns:a16="http://schemas.microsoft.com/office/drawing/2014/main" id="{0A2D25F4-43A9-4571-AB28-F9C40C6EB95A}"/>
              </a:ext>
            </a:extLst>
          </p:cNvPr>
          <p:cNvSpPr>
            <a:spLocks xmlns:a="http://schemas.openxmlformats.org/drawingml/2006/main" noGrp="1"/>
          </p:cNvSpPr>
          <p:nvPr/>
        </p:nvSpPr>
        <p:spPr>
          <a:xfrm xmlns:a="http://schemas.openxmlformats.org/drawingml/2006/main">
            <a:off x="7381875" y="3908425"/>
            <a:ext cx="2505075" cy="953"/>
          </a:xfrm>
          <a:custGeom xmlns:a="http://schemas.openxmlformats.org/drawingml/2006/main">
            <a:pathLst>
              <a:path w="2505075" h="953">
                <a:moveTo>
                  <a:pt x="0" y="0"/>
                </a:moveTo>
                <a:lnTo>
                  <a:pt x="2505075" y="0"/>
                </a:lnTo>
              </a:path>
            </a:pathLst>
          </a:custGeom>
          <a:noFill xmlns:a="http://schemas.openxmlformats.org/drawingml/2006/main"/>
          <a:ln xmlns:a="http://schemas.openxmlformats.org/drawingml/2006/main" w="7620">
            <a:solidFill>
              <a:srgbClr val="CFD7E2"/>
            </a:solidFill>
            <a:prstDash val="solid"/>
          </a:ln>
        </p:spPr>
      </p:sp>
      <p:sp>
        <p:nvSpPr>
          <p:cNvPr id="19" name="path-1317">
            <a:extLst xmlns:a="http://schemas.openxmlformats.org/drawingml/2006/main">
              <a:ext uri="{FF2B5EF4-FFF2-40B4-BE49-F238E27FC236}">
                <a16:creationId xmlns:a16="http://schemas.microsoft.com/office/drawing/2014/main" id="{71BD64C4-146A-4AA9-B87E-D4D295A6881D}"/>
              </a:ext>
            </a:extLst>
          </p:cNvPr>
          <p:cNvSpPr>
            <a:spLocks xmlns:a="http://schemas.openxmlformats.org/drawingml/2006/main" noGrp="1"/>
          </p:cNvSpPr>
          <p:nvPr/>
        </p:nvSpPr>
        <p:spPr>
          <a:xfrm xmlns:a="http://schemas.openxmlformats.org/drawingml/2006/main">
            <a:off x="7381875" y="4325938"/>
            <a:ext cx="2505075" cy="953"/>
          </a:xfrm>
          <a:custGeom xmlns:a="http://schemas.openxmlformats.org/drawingml/2006/main">
            <a:pathLst>
              <a:path w="2505075" h="953">
                <a:moveTo>
                  <a:pt x="0" y="0"/>
                </a:moveTo>
                <a:lnTo>
                  <a:pt x="2505075" y="0"/>
                </a:lnTo>
              </a:path>
            </a:pathLst>
          </a:custGeom>
          <a:noFill xmlns:a="http://schemas.openxmlformats.org/drawingml/2006/main"/>
          <a:ln xmlns:a="http://schemas.openxmlformats.org/drawingml/2006/main" w="7620">
            <a:solidFill>
              <a:srgbClr val="CFD7E2"/>
            </a:solidFill>
            <a:prstDash val="solid"/>
          </a:ln>
        </p:spPr>
      </p:sp>
      <p:sp>
        <p:nvSpPr>
          <p:cNvPr id="20" name="shape-1318">
            <a:extLst xmlns:a="http://schemas.openxmlformats.org/drawingml/2006/main">
              <a:ext uri="{FF2B5EF4-FFF2-40B4-BE49-F238E27FC236}">
                <a16:creationId xmlns:a16="http://schemas.microsoft.com/office/drawing/2014/main" id="{69114B44-B863-44C8-B895-037F9AC34700}"/>
              </a:ext>
            </a:extLst>
          </p:cNvPr>
          <p:cNvSpPr>
            <a:spLocks xmlns:a="http://schemas.openxmlformats.org/drawingml/2006/main" noGrp="1"/>
          </p:cNvSpPr>
          <p:nvPr/>
        </p:nvSpPr>
        <p:spPr>
          <a:xfrm xmlns:a="http://schemas.openxmlformats.org/drawingml/2006/main" rot="0">
            <a:off x="9067800" y="2705100"/>
            <a:ext cx="95250" cy="95250"/>
          </a:xfrm>
          <a:prstGeom xmlns:a="http://schemas.openxmlformats.org/drawingml/2006/main" prst="ellipse">
            <a:avLst/>
          </a:prstGeom>
          <a:solidFill xmlns:a="http://schemas.openxmlformats.org/drawingml/2006/main">
            <a:srgbClr val="7351C7"/>
          </a:solidFill>
          <a:ln xmlns:a="http://schemas.openxmlformats.org/drawingml/2006/main" w="0">
            <a:noFill/>
            <a:prstDash val="solid"/>
          </a:ln>
        </p:spPr>
      </p:sp>
      <p:sp>
        <p:nvSpPr>
          <p:cNvPr id="21" name="shape-1319">
            <a:extLst xmlns:a="http://schemas.openxmlformats.org/drawingml/2006/main">
              <a:ext uri="{FF2B5EF4-FFF2-40B4-BE49-F238E27FC236}">
                <a16:creationId xmlns:a16="http://schemas.microsoft.com/office/drawing/2014/main" id="{AB1FD8DD-0D81-4040-A185-D1F496DB3597}"/>
              </a:ext>
            </a:extLst>
          </p:cNvPr>
          <p:cNvSpPr>
            <a:spLocks xmlns:a="http://schemas.openxmlformats.org/drawingml/2006/main" noGrp="1"/>
          </p:cNvSpPr>
          <p:nvPr/>
        </p:nvSpPr>
        <p:spPr>
          <a:xfrm xmlns:a="http://schemas.openxmlformats.org/drawingml/2006/main" rot="0">
            <a:off x="9439275" y="2705100"/>
            <a:ext cx="95250" cy="95250"/>
          </a:xfrm>
          <a:prstGeom xmlns:a="http://schemas.openxmlformats.org/drawingml/2006/main" prst="ellipse">
            <a:avLst/>
          </a:prstGeom>
          <a:solidFill xmlns:a="http://schemas.openxmlformats.org/drawingml/2006/main">
            <a:srgbClr val="7351C7"/>
          </a:solidFill>
          <a:ln xmlns:a="http://schemas.openxmlformats.org/drawingml/2006/main" w="0">
            <a:noFill/>
            <a:prstDash val="solid"/>
          </a:ln>
        </p:spPr>
      </p:sp>
      <p:sp>
        <p:nvSpPr>
          <p:cNvPr id="22" name="shape-1320">
            <a:extLst xmlns:a="http://schemas.openxmlformats.org/drawingml/2006/main">
              <a:ext uri="{FF2B5EF4-FFF2-40B4-BE49-F238E27FC236}">
                <a16:creationId xmlns:a16="http://schemas.microsoft.com/office/drawing/2014/main" id="{31B7A224-B41F-4774-8716-755817C07F41}"/>
              </a:ext>
            </a:extLst>
          </p:cNvPr>
          <p:cNvSpPr>
            <a:spLocks xmlns:a="http://schemas.openxmlformats.org/drawingml/2006/main" noGrp="1"/>
          </p:cNvSpPr>
          <p:nvPr/>
        </p:nvSpPr>
        <p:spPr>
          <a:xfrm xmlns:a="http://schemas.openxmlformats.org/drawingml/2006/main" rot="0">
            <a:off x="9810750" y="2705100"/>
            <a:ext cx="95250" cy="95250"/>
          </a:xfrm>
          <a:prstGeom xmlns:a="http://schemas.openxmlformats.org/drawingml/2006/main" prst="ellipse">
            <a:avLst/>
          </a:prstGeom>
          <a:solidFill xmlns:a="http://schemas.openxmlformats.org/drawingml/2006/main">
            <a:srgbClr val="7351C7"/>
          </a:solidFill>
          <a:ln xmlns:a="http://schemas.openxmlformats.org/drawingml/2006/main" w="0">
            <a:noFill/>
            <a:prstDash val="solid"/>
          </a:ln>
        </p:spPr>
      </p:sp>
      <p:sp>
        <p:nvSpPr>
          <p:cNvPr id="23" name="shape-1321">
            <a:extLst xmlns:a="http://schemas.openxmlformats.org/drawingml/2006/main">
              <a:ext uri="{FF2B5EF4-FFF2-40B4-BE49-F238E27FC236}">
                <a16:creationId xmlns:a16="http://schemas.microsoft.com/office/drawing/2014/main" id="{9B555C9D-29A3-41D3-81A2-DD1B4C3A682A}"/>
              </a:ext>
            </a:extLst>
          </p:cNvPr>
          <p:cNvSpPr>
            <a:spLocks xmlns:a="http://schemas.openxmlformats.org/drawingml/2006/main" noGrp="1"/>
          </p:cNvSpPr>
          <p:nvPr/>
        </p:nvSpPr>
        <p:spPr>
          <a:xfrm xmlns:a="http://schemas.openxmlformats.org/drawingml/2006/main" rot="0">
            <a:off x="10182225" y="2705100"/>
            <a:ext cx="95250" cy="95250"/>
          </a:xfrm>
          <a:prstGeom xmlns:a="http://schemas.openxmlformats.org/drawingml/2006/main" prst="ellipse">
            <a:avLst/>
          </a:prstGeom>
          <a:solidFill xmlns:a="http://schemas.openxmlformats.org/drawingml/2006/main">
            <a:srgbClr val="C8CDD5"/>
          </a:solidFill>
          <a:ln xmlns:a="http://schemas.openxmlformats.org/drawingml/2006/main" w="0">
            <a:noFill/>
            <a:prstDash val="solid"/>
          </a:ln>
        </p:spPr>
      </p:sp>
      <p:sp>
        <p:nvSpPr>
          <p:cNvPr id="24" name="shape-1322">
            <a:extLst xmlns:a="http://schemas.openxmlformats.org/drawingml/2006/main">
              <a:ext uri="{FF2B5EF4-FFF2-40B4-BE49-F238E27FC236}">
                <a16:creationId xmlns:a16="http://schemas.microsoft.com/office/drawing/2014/main" id="{4843C9ED-F49E-4811-8E72-3E5859A6DB01}"/>
              </a:ext>
            </a:extLst>
          </p:cNvPr>
          <p:cNvSpPr>
            <a:spLocks xmlns:a="http://schemas.openxmlformats.org/drawingml/2006/main" noGrp="1"/>
          </p:cNvSpPr>
          <p:nvPr/>
        </p:nvSpPr>
        <p:spPr>
          <a:xfrm xmlns:a="http://schemas.openxmlformats.org/drawingml/2006/main" rot="0">
            <a:off x="10553700" y="2705100"/>
            <a:ext cx="95250" cy="95250"/>
          </a:xfrm>
          <a:prstGeom xmlns:a="http://schemas.openxmlformats.org/drawingml/2006/main" prst="ellipse">
            <a:avLst/>
          </a:prstGeom>
          <a:solidFill xmlns:a="http://schemas.openxmlformats.org/drawingml/2006/main">
            <a:srgbClr val="C8CDD5"/>
          </a:solidFill>
          <a:ln xmlns:a="http://schemas.openxmlformats.org/drawingml/2006/main" w="0">
            <a:noFill/>
            <a:prstDash val="solid"/>
          </a:ln>
        </p:spPr>
      </p:sp>
      <p:sp>
        <p:nvSpPr>
          <p:cNvPr id="25" name="shape-1323">
            <a:extLst xmlns:a="http://schemas.openxmlformats.org/drawingml/2006/main">
              <a:ext uri="{FF2B5EF4-FFF2-40B4-BE49-F238E27FC236}">
                <a16:creationId xmlns:a16="http://schemas.microsoft.com/office/drawing/2014/main" id="{E4DBEEFB-919E-4EA6-9C78-F527CA25333B}"/>
              </a:ext>
            </a:extLst>
          </p:cNvPr>
          <p:cNvSpPr>
            <a:spLocks xmlns:a="http://schemas.openxmlformats.org/drawingml/2006/main" noGrp="1"/>
          </p:cNvSpPr>
          <p:nvPr/>
        </p:nvSpPr>
        <p:spPr>
          <a:xfrm xmlns:a="http://schemas.openxmlformats.org/drawingml/2006/main" rot="0">
            <a:off x="9067800" y="3076575"/>
            <a:ext cx="95250" cy="95250"/>
          </a:xfrm>
          <a:prstGeom xmlns:a="http://schemas.openxmlformats.org/drawingml/2006/main" prst="ellipse">
            <a:avLst/>
          </a:prstGeom>
          <a:solidFill xmlns:a="http://schemas.openxmlformats.org/drawingml/2006/main">
            <a:srgbClr val="7351C7"/>
          </a:solidFill>
          <a:ln xmlns:a="http://schemas.openxmlformats.org/drawingml/2006/main" w="0">
            <a:noFill/>
            <a:prstDash val="solid"/>
          </a:ln>
        </p:spPr>
      </p:sp>
      <p:sp>
        <p:nvSpPr>
          <p:cNvPr id="26" name="shape-1324">
            <a:extLst xmlns:a="http://schemas.openxmlformats.org/drawingml/2006/main">
              <a:ext uri="{FF2B5EF4-FFF2-40B4-BE49-F238E27FC236}">
                <a16:creationId xmlns:a16="http://schemas.microsoft.com/office/drawing/2014/main" id="{9410BCA2-AB2D-4527-ADF1-AE6F780C3F9E}"/>
              </a:ext>
            </a:extLst>
          </p:cNvPr>
          <p:cNvSpPr>
            <a:spLocks xmlns:a="http://schemas.openxmlformats.org/drawingml/2006/main" noGrp="1"/>
          </p:cNvSpPr>
          <p:nvPr/>
        </p:nvSpPr>
        <p:spPr>
          <a:xfrm xmlns:a="http://schemas.openxmlformats.org/drawingml/2006/main" rot="0">
            <a:off x="9439275" y="3076575"/>
            <a:ext cx="95250" cy="95250"/>
          </a:xfrm>
          <a:prstGeom xmlns:a="http://schemas.openxmlformats.org/drawingml/2006/main" prst="ellipse">
            <a:avLst/>
          </a:prstGeom>
          <a:solidFill xmlns:a="http://schemas.openxmlformats.org/drawingml/2006/main">
            <a:srgbClr val="7351C7"/>
          </a:solidFill>
          <a:ln xmlns:a="http://schemas.openxmlformats.org/drawingml/2006/main" w="0">
            <a:noFill/>
            <a:prstDash val="solid"/>
          </a:ln>
        </p:spPr>
      </p:sp>
      <p:sp>
        <p:nvSpPr>
          <p:cNvPr id="27" name="shape-1325">
            <a:extLst xmlns:a="http://schemas.openxmlformats.org/drawingml/2006/main">
              <a:ext uri="{FF2B5EF4-FFF2-40B4-BE49-F238E27FC236}">
                <a16:creationId xmlns:a16="http://schemas.microsoft.com/office/drawing/2014/main" id="{F62A3DF4-A74A-490A-B6D2-7AC237A01BA3}"/>
              </a:ext>
            </a:extLst>
          </p:cNvPr>
          <p:cNvSpPr>
            <a:spLocks xmlns:a="http://schemas.openxmlformats.org/drawingml/2006/main" noGrp="1"/>
          </p:cNvSpPr>
          <p:nvPr/>
        </p:nvSpPr>
        <p:spPr>
          <a:xfrm xmlns:a="http://schemas.openxmlformats.org/drawingml/2006/main" rot="0">
            <a:off x="9810750" y="3076575"/>
            <a:ext cx="95250" cy="95250"/>
          </a:xfrm>
          <a:prstGeom xmlns:a="http://schemas.openxmlformats.org/drawingml/2006/main" prst="ellipse">
            <a:avLst/>
          </a:prstGeom>
          <a:solidFill xmlns:a="http://schemas.openxmlformats.org/drawingml/2006/main">
            <a:srgbClr val="7351C7"/>
          </a:solidFill>
          <a:ln xmlns:a="http://schemas.openxmlformats.org/drawingml/2006/main" w="0">
            <a:noFill/>
            <a:prstDash val="solid"/>
          </a:ln>
        </p:spPr>
      </p:sp>
      <p:sp>
        <p:nvSpPr>
          <p:cNvPr id="28" name="shape-1326">
            <a:extLst xmlns:a="http://schemas.openxmlformats.org/drawingml/2006/main">
              <a:ext uri="{FF2B5EF4-FFF2-40B4-BE49-F238E27FC236}">
                <a16:creationId xmlns:a16="http://schemas.microsoft.com/office/drawing/2014/main" id="{92B3E6E8-3962-4A6F-A3BB-441AE3FC3E66}"/>
              </a:ext>
            </a:extLst>
          </p:cNvPr>
          <p:cNvSpPr>
            <a:spLocks xmlns:a="http://schemas.openxmlformats.org/drawingml/2006/main" noGrp="1"/>
          </p:cNvSpPr>
          <p:nvPr/>
        </p:nvSpPr>
        <p:spPr>
          <a:xfrm xmlns:a="http://schemas.openxmlformats.org/drawingml/2006/main" rot="0">
            <a:off x="10182225" y="3076575"/>
            <a:ext cx="95250" cy="95250"/>
          </a:xfrm>
          <a:prstGeom xmlns:a="http://schemas.openxmlformats.org/drawingml/2006/main" prst="ellipse">
            <a:avLst/>
          </a:prstGeom>
          <a:solidFill xmlns:a="http://schemas.openxmlformats.org/drawingml/2006/main">
            <a:srgbClr val="C8CDD5"/>
          </a:solidFill>
          <a:ln xmlns:a="http://schemas.openxmlformats.org/drawingml/2006/main" w="0">
            <a:noFill/>
            <a:prstDash val="solid"/>
          </a:ln>
        </p:spPr>
      </p:sp>
      <p:sp>
        <p:nvSpPr>
          <p:cNvPr id="29" name="shape-1327">
            <a:extLst xmlns:a="http://schemas.openxmlformats.org/drawingml/2006/main">
              <a:ext uri="{FF2B5EF4-FFF2-40B4-BE49-F238E27FC236}">
                <a16:creationId xmlns:a16="http://schemas.microsoft.com/office/drawing/2014/main" id="{08F751D1-1939-4324-9DD7-1B8D55CBF3D2}"/>
              </a:ext>
            </a:extLst>
          </p:cNvPr>
          <p:cNvSpPr>
            <a:spLocks xmlns:a="http://schemas.openxmlformats.org/drawingml/2006/main" noGrp="1"/>
          </p:cNvSpPr>
          <p:nvPr/>
        </p:nvSpPr>
        <p:spPr>
          <a:xfrm xmlns:a="http://schemas.openxmlformats.org/drawingml/2006/main" rot="0">
            <a:off x="10553700" y="3076575"/>
            <a:ext cx="95250" cy="95250"/>
          </a:xfrm>
          <a:prstGeom xmlns:a="http://schemas.openxmlformats.org/drawingml/2006/main" prst="ellipse">
            <a:avLst/>
          </a:prstGeom>
          <a:solidFill xmlns:a="http://schemas.openxmlformats.org/drawingml/2006/main">
            <a:srgbClr val="C8CDD5"/>
          </a:solidFill>
          <a:ln xmlns:a="http://schemas.openxmlformats.org/drawingml/2006/main" w="0">
            <a:noFill/>
            <a:prstDash val="solid"/>
          </a:ln>
        </p:spPr>
      </p:sp>
      <p:sp>
        <p:nvSpPr>
          <p:cNvPr id="30" name="shape-1328">
            <a:extLst xmlns:a="http://schemas.openxmlformats.org/drawingml/2006/main">
              <a:ext uri="{FF2B5EF4-FFF2-40B4-BE49-F238E27FC236}">
                <a16:creationId xmlns:a16="http://schemas.microsoft.com/office/drawing/2014/main" id="{ABD17363-D785-4375-9062-8A2CAFE5D98D}"/>
              </a:ext>
            </a:extLst>
          </p:cNvPr>
          <p:cNvSpPr>
            <a:spLocks xmlns:a="http://schemas.openxmlformats.org/drawingml/2006/main" noGrp="1"/>
          </p:cNvSpPr>
          <p:nvPr/>
        </p:nvSpPr>
        <p:spPr>
          <a:xfrm xmlns:a="http://schemas.openxmlformats.org/drawingml/2006/main" rot="0">
            <a:off x="9067800" y="3448050"/>
            <a:ext cx="95250" cy="95250"/>
          </a:xfrm>
          <a:prstGeom xmlns:a="http://schemas.openxmlformats.org/drawingml/2006/main" prst="ellipse">
            <a:avLst/>
          </a:prstGeom>
          <a:solidFill xmlns:a="http://schemas.openxmlformats.org/drawingml/2006/main">
            <a:srgbClr val="7351C7"/>
          </a:solidFill>
          <a:ln xmlns:a="http://schemas.openxmlformats.org/drawingml/2006/main" w="0">
            <a:noFill/>
            <a:prstDash val="solid"/>
          </a:ln>
        </p:spPr>
      </p:sp>
      <p:sp>
        <p:nvSpPr>
          <p:cNvPr id="31" name="shape-1329">
            <a:extLst xmlns:a="http://schemas.openxmlformats.org/drawingml/2006/main">
              <a:ext uri="{FF2B5EF4-FFF2-40B4-BE49-F238E27FC236}">
                <a16:creationId xmlns:a16="http://schemas.microsoft.com/office/drawing/2014/main" id="{81DBA7E0-FF5B-4F05-965B-CBEC70D30449}"/>
              </a:ext>
            </a:extLst>
          </p:cNvPr>
          <p:cNvSpPr>
            <a:spLocks xmlns:a="http://schemas.openxmlformats.org/drawingml/2006/main" noGrp="1"/>
          </p:cNvSpPr>
          <p:nvPr/>
        </p:nvSpPr>
        <p:spPr>
          <a:xfrm xmlns:a="http://schemas.openxmlformats.org/drawingml/2006/main" rot="0">
            <a:off x="9439275" y="3448050"/>
            <a:ext cx="95250" cy="95250"/>
          </a:xfrm>
          <a:prstGeom xmlns:a="http://schemas.openxmlformats.org/drawingml/2006/main" prst="ellipse">
            <a:avLst/>
          </a:prstGeom>
          <a:solidFill xmlns:a="http://schemas.openxmlformats.org/drawingml/2006/main">
            <a:srgbClr val="7351C7"/>
          </a:solidFill>
          <a:ln xmlns:a="http://schemas.openxmlformats.org/drawingml/2006/main" w="0">
            <a:noFill/>
            <a:prstDash val="solid"/>
          </a:ln>
        </p:spPr>
      </p:sp>
      <p:sp>
        <p:nvSpPr>
          <p:cNvPr id="32" name="shape-1330">
            <a:extLst xmlns:a="http://schemas.openxmlformats.org/drawingml/2006/main">
              <a:ext uri="{FF2B5EF4-FFF2-40B4-BE49-F238E27FC236}">
                <a16:creationId xmlns:a16="http://schemas.microsoft.com/office/drawing/2014/main" id="{A3679E1A-2B49-416C-B684-55A07FE651B0}"/>
              </a:ext>
            </a:extLst>
          </p:cNvPr>
          <p:cNvSpPr>
            <a:spLocks xmlns:a="http://schemas.openxmlformats.org/drawingml/2006/main" noGrp="1"/>
          </p:cNvSpPr>
          <p:nvPr/>
        </p:nvSpPr>
        <p:spPr>
          <a:xfrm xmlns:a="http://schemas.openxmlformats.org/drawingml/2006/main" rot="0">
            <a:off x="9810750" y="3448050"/>
            <a:ext cx="95250" cy="95250"/>
          </a:xfrm>
          <a:prstGeom xmlns:a="http://schemas.openxmlformats.org/drawingml/2006/main" prst="ellipse">
            <a:avLst/>
          </a:prstGeom>
          <a:solidFill xmlns:a="http://schemas.openxmlformats.org/drawingml/2006/main">
            <a:srgbClr val="7351C7"/>
          </a:solidFill>
          <a:ln xmlns:a="http://schemas.openxmlformats.org/drawingml/2006/main" w="0">
            <a:noFill/>
            <a:prstDash val="solid"/>
          </a:ln>
        </p:spPr>
      </p:sp>
      <p:sp>
        <p:nvSpPr>
          <p:cNvPr id="33" name="shape-1331">
            <a:extLst xmlns:a="http://schemas.openxmlformats.org/drawingml/2006/main">
              <a:ext uri="{FF2B5EF4-FFF2-40B4-BE49-F238E27FC236}">
                <a16:creationId xmlns:a16="http://schemas.microsoft.com/office/drawing/2014/main" id="{21AFC462-0E07-45F4-8D63-928FADA10153}"/>
              </a:ext>
            </a:extLst>
          </p:cNvPr>
          <p:cNvSpPr>
            <a:spLocks xmlns:a="http://schemas.openxmlformats.org/drawingml/2006/main" noGrp="1"/>
          </p:cNvSpPr>
          <p:nvPr/>
        </p:nvSpPr>
        <p:spPr>
          <a:xfrm xmlns:a="http://schemas.openxmlformats.org/drawingml/2006/main" rot="0">
            <a:off x="10182225" y="3448050"/>
            <a:ext cx="95250" cy="95250"/>
          </a:xfrm>
          <a:prstGeom xmlns:a="http://schemas.openxmlformats.org/drawingml/2006/main" prst="ellipse">
            <a:avLst/>
          </a:prstGeom>
          <a:solidFill xmlns:a="http://schemas.openxmlformats.org/drawingml/2006/main">
            <a:srgbClr val="C8CDD5"/>
          </a:solidFill>
          <a:ln xmlns:a="http://schemas.openxmlformats.org/drawingml/2006/main" w="0">
            <a:noFill/>
            <a:prstDash val="solid"/>
          </a:ln>
        </p:spPr>
      </p:sp>
      <p:sp>
        <p:nvSpPr>
          <p:cNvPr id="34" name="shape-1332">
            <a:extLst xmlns:a="http://schemas.openxmlformats.org/drawingml/2006/main">
              <a:ext uri="{FF2B5EF4-FFF2-40B4-BE49-F238E27FC236}">
                <a16:creationId xmlns:a16="http://schemas.microsoft.com/office/drawing/2014/main" id="{8208CFCF-8551-4DA9-82BE-E0D49F901B67}"/>
              </a:ext>
            </a:extLst>
          </p:cNvPr>
          <p:cNvSpPr>
            <a:spLocks xmlns:a="http://schemas.openxmlformats.org/drawingml/2006/main" noGrp="1"/>
          </p:cNvSpPr>
          <p:nvPr/>
        </p:nvSpPr>
        <p:spPr>
          <a:xfrm xmlns:a="http://schemas.openxmlformats.org/drawingml/2006/main" rot="0">
            <a:off x="10553700" y="3448050"/>
            <a:ext cx="95250" cy="95250"/>
          </a:xfrm>
          <a:prstGeom xmlns:a="http://schemas.openxmlformats.org/drawingml/2006/main" prst="ellipse">
            <a:avLst/>
          </a:prstGeom>
          <a:solidFill xmlns:a="http://schemas.openxmlformats.org/drawingml/2006/main">
            <a:srgbClr val="C8CDD5"/>
          </a:solidFill>
          <a:ln xmlns:a="http://schemas.openxmlformats.org/drawingml/2006/main" w="0">
            <a:noFill/>
            <a:prstDash val="solid"/>
          </a:ln>
        </p:spPr>
      </p:sp>
      <p:sp>
        <p:nvSpPr>
          <p:cNvPr id="35" name="shape-1333">
            <a:extLst xmlns:a="http://schemas.openxmlformats.org/drawingml/2006/main">
              <a:ext uri="{FF2B5EF4-FFF2-40B4-BE49-F238E27FC236}">
                <a16:creationId xmlns:a16="http://schemas.microsoft.com/office/drawing/2014/main" id="{20A84140-99A5-48B1-AAC2-50E8E066FB5F}"/>
              </a:ext>
            </a:extLst>
          </p:cNvPr>
          <p:cNvSpPr>
            <a:spLocks xmlns:a="http://schemas.openxmlformats.org/drawingml/2006/main" noGrp="1"/>
          </p:cNvSpPr>
          <p:nvPr/>
        </p:nvSpPr>
        <p:spPr>
          <a:xfrm xmlns:a="http://schemas.openxmlformats.org/drawingml/2006/main" rot="0">
            <a:off x="9067800" y="3819525"/>
            <a:ext cx="95250" cy="95250"/>
          </a:xfrm>
          <a:prstGeom xmlns:a="http://schemas.openxmlformats.org/drawingml/2006/main" prst="ellipse">
            <a:avLst/>
          </a:prstGeom>
          <a:solidFill xmlns:a="http://schemas.openxmlformats.org/drawingml/2006/main">
            <a:srgbClr val="7351C7"/>
          </a:solidFill>
          <a:ln xmlns:a="http://schemas.openxmlformats.org/drawingml/2006/main" w="0">
            <a:noFill/>
            <a:prstDash val="solid"/>
          </a:ln>
        </p:spPr>
      </p:sp>
      <p:sp>
        <p:nvSpPr>
          <p:cNvPr id="36" name="shape-1334">
            <a:extLst xmlns:a="http://schemas.openxmlformats.org/drawingml/2006/main">
              <a:ext uri="{FF2B5EF4-FFF2-40B4-BE49-F238E27FC236}">
                <a16:creationId xmlns:a16="http://schemas.microsoft.com/office/drawing/2014/main" id="{36805F05-D953-41DA-B90C-25088FB05662}"/>
              </a:ext>
            </a:extLst>
          </p:cNvPr>
          <p:cNvSpPr>
            <a:spLocks xmlns:a="http://schemas.openxmlformats.org/drawingml/2006/main" noGrp="1"/>
          </p:cNvSpPr>
          <p:nvPr/>
        </p:nvSpPr>
        <p:spPr>
          <a:xfrm xmlns:a="http://schemas.openxmlformats.org/drawingml/2006/main" rot="0">
            <a:off x="9439275" y="3819525"/>
            <a:ext cx="95250" cy="95250"/>
          </a:xfrm>
          <a:prstGeom xmlns:a="http://schemas.openxmlformats.org/drawingml/2006/main" prst="ellipse">
            <a:avLst/>
          </a:prstGeom>
          <a:solidFill xmlns:a="http://schemas.openxmlformats.org/drawingml/2006/main">
            <a:srgbClr val="7351C7"/>
          </a:solidFill>
          <a:ln xmlns:a="http://schemas.openxmlformats.org/drawingml/2006/main" w="0">
            <a:noFill/>
            <a:prstDash val="solid"/>
          </a:ln>
        </p:spPr>
      </p:sp>
      <p:sp>
        <p:nvSpPr>
          <p:cNvPr id="37" name="shape-1335">
            <a:extLst xmlns:a="http://schemas.openxmlformats.org/drawingml/2006/main">
              <a:ext uri="{FF2B5EF4-FFF2-40B4-BE49-F238E27FC236}">
                <a16:creationId xmlns:a16="http://schemas.microsoft.com/office/drawing/2014/main" id="{7B66EBCC-7392-4235-9693-D9199AE5D9C0}"/>
              </a:ext>
            </a:extLst>
          </p:cNvPr>
          <p:cNvSpPr>
            <a:spLocks xmlns:a="http://schemas.openxmlformats.org/drawingml/2006/main" noGrp="1"/>
          </p:cNvSpPr>
          <p:nvPr/>
        </p:nvSpPr>
        <p:spPr>
          <a:xfrm xmlns:a="http://schemas.openxmlformats.org/drawingml/2006/main" rot="0">
            <a:off x="9810750" y="3819525"/>
            <a:ext cx="95250" cy="95250"/>
          </a:xfrm>
          <a:prstGeom xmlns:a="http://schemas.openxmlformats.org/drawingml/2006/main" prst="ellipse">
            <a:avLst/>
          </a:prstGeom>
          <a:solidFill xmlns:a="http://schemas.openxmlformats.org/drawingml/2006/main">
            <a:srgbClr val="7351C7"/>
          </a:solidFill>
          <a:ln xmlns:a="http://schemas.openxmlformats.org/drawingml/2006/main" w="0">
            <a:noFill/>
            <a:prstDash val="solid"/>
          </a:ln>
        </p:spPr>
      </p:sp>
      <p:sp>
        <p:nvSpPr>
          <p:cNvPr id="38" name="shape-1336">
            <a:extLst xmlns:a="http://schemas.openxmlformats.org/drawingml/2006/main">
              <a:ext uri="{FF2B5EF4-FFF2-40B4-BE49-F238E27FC236}">
                <a16:creationId xmlns:a16="http://schemas.microsoft.com/office/drawing/2014/main" id="{0AD019F0-E679-4DC2-AABC-FAE37D0AA929}"/>
              </a:ext>
            </a:extLst>
          </p:cNvPr>
          <p:cNvSpPr>
            <a:spLocks xmlns:a="http://schemas.openxmlformats.org/drawingml/2006/main" noGrp="1"/>
          </p:cNvSpPr>
          <p:nvPr/>
        </p:nvSpPr>
        <p:spPr>
          <a:xfrm xmlns:a="http://schemas.openxmlformats.org/drawingml/2006/main" rot="0">
            <a:off x="10182225" y="3819525"/>
            <a:ext cx="95250" cy="95250"/>
          </a:xfrm>
          <a:prstGeom xmlns:a="http://schemas.openxmlformats.org/drawingml/2006/main" prst="ellipse">
            <a:avLst/>
          </a:prstGeom>
          <a:solidFill xmlns:a="http://schemas.openxmlformats.org/drawingml/2006/main">
            <a:srgbClr val="C8CDD5"/>
          </a:solidFill>
          <a:ln xmlns:a="http://schemas.openxmlformats.org/drawingml/2006/main" w="0">
            <a:noFill/>
            <a:prstDash val="solid"/>
          </a:ln>
        </p:spPr>
      </p:sp>
      <p:sp>
        <p:nvSpPr>
          <p:cNvPr id="39" name="shape-1337">
            <a:extLst xmlns:a="http://schemas.openxmlformats.org/drawingml/2006/main">
              <a:ext uri="{FF2B5EF4-FFF2-40B4-BE49-F238E27FC236}">
                <a16:creationId xmlns:a16="http://schemas.microsoft.com/office/drawing/2014/main" id="{319F612A-1F0F-46AC-B3A1-547B08971143}"/>
              </a:ext>
            </a:extLst>
          </p:cNvPr>
          <p:cNvSpPr>
            <a:spLocks xmlns:a="http://schemas.openxmlformats.org/drawingml/2006/main" noGrp="1"/>
          </p:cNvSpPr>
          <p:nvPr/>
        </p:nvSpPr>
        <p:spPr>
          <a:xfrm xmlns:a="http://schemas.openxmlformats.org/drawingml/2006/main" rot="0">
            <a:off x="10553700" y="3819525"/>
            <a:ext cx="95250" cy="95250"/>
          </a:xfrm>
          <a:prstGeom xmlns:a="http://schemas.openxmlformats.org/drawingml/2006/main" prst="ellipse">
            <a:avLst/>
          </a:prstGeom>
          <a:solidFill xmlns:a="http://schemas.openxmlformats.org/drawingml/2006/main">
            <a:srgbClr val="C8CDD5"/>
          </a:solidFill>
          <a:ln xmlns:a="http://schemas.openxmlformats.org/drawingml/2006/main" w="0">
            <a:noFill/>
            <a:prstDash val="solid"/>
          </a:ln>
        </p:spPr>
      </p:sp>
      <p:sp>
        <p:nvSpPr>
          <p:cNvPr id="40" name="shape-1338">
            <a:extLst xmlns:a="http://schemas.openxmlformats.org/drawingml/2006/main">
              <a:ext uri="{FF2B5EF4-FFF2-40B4-BE49-F238E27FC236}">
                <a16:creationId xmlns:a16="http://schemas.microsoft.com/office/drawing/2014/main" id="{EB02764B-CA79-442F-BE5F-305332BB4313}"/>
              </a:ext>
            </a:extLst>
          </p:cNvPr>
          <p:cNvSpPr>
            <a:spLocks xmlns:a="http://schemas.openxmlformats.org/drawingml/2006/main" noGrp="1"/>
          </p:cNvSpPr>
          <p:nvPr/>
        </p:nvSpPr>
        <p:spPr>
          <a:xfrm xmlns:a="http://schemas.openxmlformats.org/drawingml/2006/main" rot="0">
            <a:off x="9067800" y="4191000"/>
            <a:ext cx="95250" cy="95250"/>
          </a:xfrm>
          <a:prstGeom xmlns:a="http://schemas.openxmlformats.org/drawingml/2006/main" prst="ellipse">
            <a:avLst/>
          </a:prstGeom>
          <a:solidFill xmlns:a="http://schemas.openxmlformats.org/drawingml/2006/main">
            <a:srgbClr val="7351C7"/>
          </a:solidFill>
          <a:ln xmlns:a="http://schemas.openxmlformats.org/drawingml/2006/main" w="0">
            <a:noFill/>
            <a:prstDash val="solid"/>
          </a:ln>
        </p:spPr>
      </p:sp>
      <p:sp>
        <p:nvSpPr>
          <p:cNvPr id="41" name="shape-1339">
            <a:extLst xmlns:a="http://schemas.openxmlformats.org/drawingml/2006/main">
              <a:ext uri="{FF2B5EF4-FFF2-40B4-BE49-F238E27FC236}">
                <a16:creationId xmlns:a16="http://schemas.microsoft.com/office/drawing/2014/main" id="{BB420B98-C3D4-4FB7-B616-5AB120A9AC7F}"/>
              </a:ext>
            </a:extLst>
          </p:cNvPr>
          <p:cNvSpPr>
            <a:spLocks xmlns:a="http://schemas.openxmlformats.org/drawingml/2006/main" noGrp="1"/>
          </p:cNvSpPr>
          <p:nvPr/>
        </p:nvSpPr>
        <p:spPr>
          <a:xfrm xmlns:a="http://schemas.openxmlformats.org/drawingml/2006/main" rot="0">
            <a:off x="9439275" y="4191000"/>
            <a:ext cx="95250" cy="95250"/>
          </a:xfrm>
          <a:prstGeom xmlns:a="http://schemas.openxmlformats.org/drawingml/2006/main" prst="ellipse">
            <a:avLst/>
          </a:prstGeom>
          <a:solidFill xmlns:a="http://schemas.openxmlformats.org/drawingml/2006/main">
            <a:srgbClr val="7351C7"/>
          </a:solidFill>
          <a:ln xmlns:a="http://schemas.openxmlformats.org/drawingml/2006/main" w="0">
            <a:noFill/>
            <a:prstDash val="solid"/>
          </a:ln>
        </p:spPr>
      </p:sp>
      <p:sp>
        <p:nvSpPr>
          <p:cNvPr id="42" name="shape-1340">
            <a:extLst xmlns:a="http://schemas.openxmlformats.org/drawingml/2006/main">
              <a:ext uri="{FF2B5EF4-FFF2-40B4-BE49-F238E27FC236}">
                <a16:creationId xmlns:a16="http://schemas.microsoft.com/office/drawing/2014/main" id="{02E408EF-8213-40ED-8056-A84664769AD9}"/>
              </a:ext>
            </a:extLst>
          </p:cNvPr>
          <p:cNvSpPr>
            <a:spLocks xmlns:a="http://schemas.openxmlformats.org/drawingml/2006/main" noGrp="1"/>
          </p:cNvSpPr>
          <p:nvPr/>
        </p:nvSpPr>
        <p:spPr>
          <a:xfrm xmlns:a="http://schemas.openxmlformats.org/drawingml/2006/main" rot="0">
            <a:off x="9810750" y="4191000"/>
            <a:ext cx="95250" cy="95250"/>
          </a:xfrm>
          <a:prstGeom xmlns:a="http://schemas.openxmlformats.org/drawingml/2006/main" prst="ellipse">
            <a:avLst/>
          </a:prstGeom>
          <a:solidFill xmlns:a="http://schemas.openxmlformats.org/drawingml/2006/main">
            <a:srgbClr val="7351C7"/>
          </a:solidFill>
          <a:ln xmlns:a="http://schemas.openxmlformats.org/drawingml/2006/main" w="0">
            <a:noFill/>
            <a:prstDash val="solid"/>
          </a:ln>
        </p:spPr>
      </p:sp>
      <p:sp>
        <p:nvSpPr>
          <p:cNvPr id="43" name="shape-1341">
            <a:extLst xmlns:a="http://schemas.openxmlformats.org/drawingml/2006/main">
              <a:ext uri="{FF2B5EF4-FFF2-40B4-BE49-F238E27FC236}">
                <a16:creationId xmlns:a16="http://schemas.microsoft.com/office/drawing/2014/main" id="{780BEC9F-3EEA-442F-ABA2-7BCEB8A1E746}"/>
              </a:ext>
            </a:extLst>
          </p:cNvPr>
          <p:cNvSpPr>
            <a:spLocks xmlns:a="http://schemas.openxmlformats.org/drawingml/2006/main" noGrp="1"/>
          </p:cNvSpPr>
          <p:nvPr/>
        </p:nvSpPr>
        <p:spPr>
          <a:xfrm xmlns:a="http://schemas.openxmlformats.org/drawingml/2006/main" rot="0">
            <a:off x="10182225" y="4191000"/>
            <a:ext cx="95250" cy="95250"/>
          </a:xfrm>
          <a:prstGeom xmlns:a="http://schemas.openxmlformats.org/drawingml/2006/main" prst="ellipse">
            <a:avLst/>
          </a:prstGeom>
          <a:solidFill xmlns:a="http://schemas.openxmlformats.org/drawingml/2006/main">
            <a:srgbClr val="C8CDD5"/>
          </a:solidFill>
          <a:ln xmlns:a="http://schemas.openxmlformats.org/drawingml/2006/main" w="0">
            <a:noFill/>
            <a:prstDash val="solid"/>
          </a:ln>
        </p:spPr>
      </p:sp>
      <p:sp>
        <p:nvSpPr>
          <p:cNvPr id="44" name="shape-1342">
            <a:extLst xmlns:a="http://schemas.openxmlformats.org/drawingml/2006/main">
              <a:ext uri="{FF2B5EF4-FFF2-40B4-BE49-F238E27FC236}">
                <a16:creationId xmlns:a16="http://schemas.microsoft.com/office/drawing/2014/main" id="{B7044627-4041-43DE-85A1-9EA30CFB95E8}"/>
              </a:ext>
            </a:extLst>
          </p:cNvPr>
          <p:cNvSpPr>
            <a:spLocks xmlns:a="http://schemas.openxmlformats.org/drawingml/2006/main" noGrp="1"/>
          </p:cNvSpPr>
          <p:nvPr/>
        </p:nvSpPr>
        <p:spPr>
          <a:xfrm xmlns:a="http://schemas.openxmlformats.org/drawingml/2006/main" rot="0">
            <a:off x="10553700" y="4191000"/>
            <a:ext cx="95250" cy="95250"/>
          </a:xfrm>
          <a:prstGeom xmlns:a="http://schemas.openxmlformats.org/drawingml/2006/main" prst="ellipse">
            <a:avLst/>
          </a:prstGeom>
          <a:solidFill xmlns:a="http://schemas.openxmlformats.org/drawingml/2006/main">
            <a:srgbClr val="C8CDD5"/>
          </a:solidFill>
          <a:ln xmlns:a="http://schemas.openxmlformats.org/drawingml/2006/main" w="0">
            <a:noFill/>
            <a:prstDash val="solid"/>
          </a:ln>
        </p:spPr>
      </p:sp>
      <p:sp>
        <p:nvSpPr>
          <p:cNvPr id="45" name="path-1343">
            <a:extLst xmlns:a="http://schemas.openxmlformats.org/drawingml/2006/main">
              <a:ext uri="{FF2B5EF4-FFF2-40B4-BE49-F238E27FC236}">
                <a16:creationId xmlns:a16="http://schemas.microsoft.com/office/drawing/2014/main" id="{0CF3FD21-AA34-4D96-A0A8-B911916477C3}"/>
              </a:ext>
            </a:extLst>
          </p:cNvPr>
          <p:cNvSpPr>
            <a:spLocks xmlns:a="http://schemas.openxmlformats.org/drawingml/2006/main" noGrp="1"/>
          </p:cNvSpPr>
          <p:nvPr/>
        </p:nvSpPr>
        <p:spPr>
          <a:xfrm xmlns:a="http://schemas.openxmlformats.org/drawingml/2006/main">
            <a:off x="9886950" y="2085975"/>
            <a:ext cx="953" cy="2828925"/>
          </a:xfrm>
          <a:custGeom xmlns:a="http://schemas.openxmlformats.org/drawingml/2006/main">
            <a:pathLst>
              <a:path w="953" h="2828925">
                <a:moveTo>
                  <a:pt x="0" y="0"/>
                </a:moveTo>
                <a:lnTo>
                  <a:pt x="0" y="2828925"/>
                </a:lnTo>
              </a:path>
            </a:pathLst>
          </a:custGeom>
          <a:noFill xmlns:a="http://schemas.openxmlformats.org/drawingml/2006/main"/>
          <a:ln xmlns:a="http://schemas.openxmlformats.org/drawingml/2006/main" w="19050">
            <a:solidFill>
              <a:srgbClr val="16253B"/>
            </a:solidFill>
            <a:prstDash val="solid"/>
          </a:ln>
        </p:spPr>
      </p:sp>
      <p:sp>
        <p:nvSpPr>
          <p:cNvPr id="46" name="label-1344">
            <a:extLst xmlns:a="http://schemas.openxmlformats.org/drawingml/2006/main">
              <a:ext uri="{FF2B5EF4-FFF2-40B4-BE49-F238E27FC236}">
                <a16:creationId xmlns:a16="http://schemas.microsoft.com/office/drawing/2014/main" id="{AA3045E3-DD43-4273-9D2A-6F0DFA3A0B0A}"/>
              </a:ext>
            </a:extLst>
          </p:cNvPr>
          <p:cNvSpPr>
            <a:spLocks xmlns:a="http://schemas.openxmlformats.org/drawingml/2006/main" noGrp="1"/>
          </p:cNvSpPr>
          <p:nvPr/>
        </p:nvSpPr>
        <p:spPr>
          <a:xfrm xmlns:a="http://schemas.openxmlformats.org/drawingml/2006/main">
            <a:off x="10201275" y="4457700"/>
            <a:ext cx="142875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58677C"/>
                </a:solidFill>
                <a:latin typeface="DejaVu Sans"/>
                <a:ea typeface="DejaVu Sans"/>
                <a:cs typeface="DejaVu Sans"/>
              </a:defRPr>
            </a:defPPr>
            <a:lvl1pPr algn="l">
              <a:defRPr sz="1725" b="0">
                <a:solidFill>
                  <a:srgbClr val="58677C"/>
                </a:solidFill>
                <a:latin typeface="DejaVu Sans"/>
                <a:ea typeface="DejaVu Sans"/>
                <a:cs typeface="DejaVu Sans"/>
              </a:defRPr>
            </a:lvl1pPr>
            <a:lvl2pPr algn="l">
              <a:defRPr sz="1725" b="0">
                <a:solidFill>
                  <a:srgbClr val="58677C"/>
                </a:solidFill>
                <a:latin typeface="DejaVu Sans"/>
                <a:ea typeface="DejaVu Sans"/>
                <a:cs typeface="DejaVu Sans"/>
              </a:defRPr>
            </a:lvl2pPr>
            <a:lvl3pPr algn="l">
              <a:defRPr sz="1725" b="0">
                <a:solidFill>
                  <a:srgbClr val="58677C"/>
                </a:solidFill>
                <a:latin typeface="DejaVu Sans"/>
                <a:ea typeface="DejaVu Sans"/>
                <a:cs typeface="DejaVu Sans"/>
              </a:defRPr>
            </a:lvl3pPr>
            <a:lvl4pPr algn="l">
              <a:defRPr sz="1725" b="0">
                <a:solidFill>
                  <a:srgbClr val="58677C"/>
                </a:solidFill>
                <a:latin typeface="DejaVu Sans"/>
                <a:ea typeface="DejaVu Sans"/>
                <a:cs typeface="DejaVu Sans"/>
              </a:defRPr>
            </a:lvl4pPr>
            <a:lvl5pPr algn="l">
              <a:defRPr sz="1725" b="0">
                <a:solidFill>
                  <a:srgbClr val="58677C"/>
                </a:solidFill>
                <a:latin typeface="DejaVu Sans"/>
                <a:ea typeface="DejaVu Sans"/>
                <a:cs typeface="DejaVu Sans"/>
              </a:defRPr>
            </a:lvl5pPr>
            <a:lvl6pPr algn="l">
              <a:defRPr sz="1725" b="0">
                <a:solidFill>
                  <a:srgbClr val="58677C"/>
                </a:solidFill>
                <a:latin typeface="DejaVu Sans"/>
                <a:ea typeface="DejaVu Sans"/>
                <a:cs typeface="DejaVu Sans"/>
              </a:defRPr>
            </a:lvl6pPr>
            <a:lvl7pPr algn="l">
              <a:defRPr sz="1725" b="0">
                <a:solidFill>
                  <a:srgbClr val="58677C"/>
                </a:solidFill>
                <a:latin typeface="DejaVu Sans"/>
                <a:ea typeface="DejaVu Sans"/>
                <a:cs typeface="DejaVu Sans"/>
              </a:defRPr>
            </a:lvl7pPr>
            <a:lvl8pPr algn="l">
              <a:defRPr sz="1725" b="0">
                <a:solidFill>
                  <a:srgbClr val="58677C"/>
                </a:solidFill>
                <a:latin typeface="DejaVu Sans"/>
                <a:ea typeface="DejaVu Sans"/>
                <a:cs typeface="DejaVu Sans"/>
              </a:defRPr>
            </a:lvl8pPr>
            <a:lvl9pPr algn="l">
              <a:defRPr sz="1725" b="0">
                <a:solidFill>
                  <a:srgbClr val="58677C"/>
                </a:solidFill>
                <a:latin typeface="DejaVu Sans"/>
                <a:ea typeface="DejaVu Sans"/>
                <a:cs typeface="DejaVu Sans"/>
              </a:defRPr>
            </a:lvl9pPr>
          </a:lstStyle>
          <a:p xmlns:a="http://schemas.openxmlformats.org/drawingml/2006/main">
            <a:pPr algn="l">
              <a:defRPr sz="1725" b="0">
                <a:solidFill>
                  <a:srgbClr val="58677C"/>
                </a:solidFill>
                <a:latin typeface="DejaVu Sans"/>
                <a:ea typeface="DejaVu Sans"/>
                <a:cs typeface="DejaVu Sans"/>
              </a:defRPr>
            </a:pPr>
            <a:r>
              <a:rPr sz="1725" b="0">
                <a:solidFill>
                  <a:srgbClr val="58677C"/>
                </a:solidFill>
                <a:latin typeface="DejaVu Sans"/>
                <a:ea typeface="DejaVu Sans"/>
                <a:cs typeface="DejaVu Sans"/>
              </a:rPr>
              <a:t>Outside</a:t>
            </a:r>
          </a:p>
          <a:p xmlns:a="http://schemas.openxmlformats.org/drawingml/2006/main">
            <a:pPr algn="l">
              <a:defRPr sz="1725" b="0">
                <a:solidFill>
                  <a:srgbClr val="58677C"/>
                </a:solidFill>
                <a:latin typeface="DejaVu Sans"/>
                <a:ea typeface="DejaVu Sans"/>
                <a:cs typeface="DejaVu Sans"/>
              </a:defRPr>
            </a:pPr>
            <a:r>
              <a:rPr sz="1725" b="0">
                <a:solidFill>
                  <a:srgbClr val="58677C"/>
                </a:solidFill>
                <a:latin typeface="DejaVu Sans"/>
                <a:ea typeface="DejaVu Sans"/>
                <a:cs typeface="DejaVu Sans"/>
              </a:rPr>
              <a:t>BEV</a:t>
            </a:r>
          </a:p>
        </p:txBody>
      </p:sp>
      <p:sp>
        <p:nvSpPr>
          <p:cNvPr id="47" name="label-1345">
            <a:extLst xmlns:a="http://schemas.openxmlformats.org/drawingml/2006/main">
              <a:ext uri="{FF2B5EF4-FFF2-40B4-BE49-F238E27FC236}">
                <a16:creationId xmlns:a16="http://schemas.microsoft.com/office/drawing/2014/main" id="{51D7F3D0-D899-408D-9343-E1BDF2935C51}"/>
              </a:ext>
            </a:extLst>
          </p:cNvPr>
          <p:cNvSpPr>
            <a:spLocks xmlns:a="http://schemas.openxmlformats.org/drawingml/2006/main" noGrp="1"/>
          </p:cNvSpPr>
          <p:nvPr/>
        </p:nvSpPr>
        <p:spPr>
          <a:xfrm xmlns:a="http://schemas.openxmlformats.org/drawingml/2006/main">
            <a:off x="7210425" y="5257800"/>
            <a:ext cx="4467225"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7351C7"/>
                </a:solidFill>
                <a:latin typeface="DejaVu Sans"/>
                <a:ea typeface="DejaVu Sans"/>
                <a:cs typeface="DejaVu Sans"/>
              </a:defRPr>
            </a:defPPr>
            <a:lvl1pPr algn="l">
              <a:defRPr sz="1875" b="0">
                <a:solidFill>
                  <a:srgbClr val="7351C7"/>
                </a:solidFill>
                <a:latin typeface="DejaVu Sans"/>
                <a:ea typeface="DejaVu Sans"/>
                <a:cs typeface="DejaVu Sans"/>
              </a:defRPr>
            </a:lvl1pPr>
            <a:lvl2pPr algn="l">
              <a:defRPr sz="1875" b="0">
                <a:solidFill>
                  <a:srgbClr val="7351C7"/>
                </a:solidFill>
                <a:latin typeface="DejaVu Sans"/>
                <a:ea typeface="DejaVu Sans"/>
                <a:cs typeface="DejaVu Sans"/>
              </a:defRPr>
            </a:lvl2pPr>
            <a:lvl3pPr algn="l">
              <a:defRPr sz="1875" b="0">
                <a:solidFill>
                  <a:srgbClr val="7351C7"/>
                </a:solidFill>
                <a:latin typeface="DejaVu Sans"/>
                <a:ea typeface="DejaVu Sans"/>
                <a:cs typeface="DejaVu Sans"/>
              </a:defRPr>
            </a:lvl3pPr>
            <a:lvl4pPr algn="l">
              <a:defRPr sz="1875" b="0">
                <a:solidFill>
                  <a:srgbClr val="7351C7"/>
                </a:solidFill>
                <a:latin typeface="DejaVu Sans"/>
                <a:ea typeface="DejaVu Sans"/>
                <a:cs typeface="DejaVu Sans"/>
              </a:defRPr>
            </a:lvl4pPr>
            <a:lvl5pPr algn="l">
              <a:defRPr sz="1875" b="0">
                <a:solidFill>
                  <a:srgbClr val="7351C7"/>
                </a:solidFill>
                <a:latin typeface="DejaVu Sans"/>
                <a:ea typeface="DejaVu Sans"/>
                <a:cs typeface="DejaVu Sans"/>
              </a:defRPr>
            </a:lvl5pPr>
            <a:lvl6pPr algn="l">
              <a:defRPr sz="1875" b="0">
                <a:solidFill>
                  <a:srgbClr val="7351C7"/>
                </a:solidFill>
                <a:latin typeface="DejaVu Sans"/>
                <a:ea typeface="DejaVu Sans"/>
                <a:cs typeface="DejaVu Sans"/>
              </a:defRPr>
            </a:lvl6pPr>
            <a:lvl7pPr algn="l">
              <a:defRPr sz="1875" b="0">
                <a:solidFill>
                  <a:srgbClr val="7351C7"/>
                </a:solidFill>
                <a:latin typeface="DejaVu Sans"/>
                <a:ea typeface="DejaVu Sans"/>
                <a:cs typeface="DejaVu Sans"/>
              </a:defRPr>
            </a:lvl7pPr>
            <a:lvl8pPr algn="l">
              <a:defRPr sz="1875" b="0">
                <a:solidFill>
                  <a:srgbClr val="7351C7"/>
                </a:solidFill>
                <a:latin typeface="DejaVu Sans"/>
                <a:ea typeface="DejaVu Sans"/>
                <a:cs typeface="DejaVu Sans"/>
              </a:defRPr>
            </a:lvl8pPr>
            <a:lvl9pPr algn="l">
              <a:defRPr sz="1875" b="0">
                <a:solidFill>
                  <a:srgbClr val="7351C7"/>
                </a:solidFill>
                <a:latin typeface="DejaVu Sans"/>
                <a:ea typeface="DejaVu Sans"/>
                <a:cs typeface="DejaVu Sans"/>
              </a:defRPr>
            </a:lvl9pPr>
          </a:lstStyle>
          <a:p xmlns:a="http://schemas.openxmlformats.org/drawingml/2006/main">
            <a:pPr algn="l">
              <a:defRPr sz="1875" b="0">
                <a:solidFill>
                  <a:srgbClr val="7351C7"/>
                </a:solidFill>
                <a:latin typeface="DejaVu Sans"/>
                <a:ea typeface="DejaVu Sans"/>
                <a:cs typeface="DejaVu Sans"/>
              </a:defRPr>
            </a:pPr>
            <a:r>
              <a:rPr sz="1875" b="0">
                <a:solidFill>
                  <a:srgbClr val="7351C7"/>
                </a:solidFill>
                <a:latin typeface="DejaVu Sans"/>
                <a:ea typeface="DejaVu Sans"/>
                <a:cs typeface="DejaVu Sans"/>
              </a:rPr>
              <a:t>Zero padding dilutes the mean.</a:t>
            </a:r>
          </a:p>
          <a:p xmlns:a="http://schemas.openxmlformats.org/drawingml/2006/main">
            <a:pPr algn="l">
              <a:defRPr sz="1875" b="0">
                <a:solidFill>
                  <a:srgbClr val="7351C7"/>
                </a:solidFill>
                <a:latin typeface="DejaVu Sans"/>
                <a:ea typeface="DejaVu Sans"/>
                <a:cs typeface="DejaVu Sans"/>
              </a:defRPr>
            </a:pPr>
            <a:r>
              <a:rPr sz="1875" b="0">
                <a:solidFill>
                  <a:srgbClr val="7351C7"/>
                </a:solidFill>
                <a:latin typeface="DejaVu Sans"/>
                <a:ea typeface="DejaVu Sans"/>
                <a:cs typeface="DejaVu Sans"/>
              </a:rPr>
              <a:t>Test an average over valid samples.</a:t>
            </a:r>
          </a:p>
        </p:txBody>
      </p:sp>
    </p:spTree>
    <p:extLst>
      <p:ext uri="{BB962C8B-B14F-4D97-AF65-F5344CB8AC3E}">
        <p14:creationId xmlns:p14="http://schemas.microsoft.com/office/powerpoint/2010/main" val="2026475970"/>
      </p:ext>
    </p:extLst>
  </p:cSld>
</p:sld>
</file>

<file path=ppt/slides/slide23.xml><?xml version="1.0" encoding="utf-8"?>
<p:sld xmlns:p="http://schemas.openxmlformats.org/presentationml/2006/main">
  <p:cSld>
    <p:bg>
      <p:bgPr>
        <a:solidFill xmlns:a="http://schemas.openxmlformats.org/drawingml/2006/main">
          <a:srgbClr val="F8FAFD"/>
        </a:solidFill>
      </p:bgPr>
    </p:bg>
    <p:spTree>
      <p:nvGrpSpPr>
        <p:cNvPr id="1" name=""/>
        <p:cNvGrpSpPr/>
        <p:nvPr/>
      </p:nvGrpSpPr>
      <p:grpSpPr>
        <a:xfrm xmlns:a="http://schemas.openxmlformats.org/drawingml/2006/main"/>
      </p:grpSpPr>
      <p:sp>
        <p:nvSpPr>
          <p:cNvPr id="19" name="slide-title">
            <a:extLst xmlns:a="http://schemas.openxmlformats.org/drawingml/2006/main">
              <a:ext uri="{FF2B5EF4-FFF2-40B4-BE49-F238E27FC236}">
                <a16:creationId xmlns:a16="http://schemas.microsoft.com/office/drawing/2014/main" id="{74BC9343-720E-4365-8617-C48327828B59}"/>
              </a:ext>
            </a:extLst>
          </p:cNvPr>
          <p:cNvSpPr>
            <a:spLocks xmlns:a="http://schemas.openxmlformats.org/drawingml/2006/main" noGrp="1"/>
          </p:cNvSpPr>
          <p:nvPr/>
        </p:nvSpPr>
        <p:spPr>
          <a:xfrm xmlns:a="http://schemas.openxmlformats.org/drawingml/2006/main">
            <a:off x="533400" y="361950"/>
            <a:ext cx="1112520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6253B"/>
                </a:solidFill>
                <a:latin typeface="DejaVu Sans"/>
                <a:ea typeface="DejaVu Sans"/>
                <a:cs typeface="DejaVu Sans"/>
              </a:defRPr>
            </a:defPPr>
            <a:lvl1pPr algn="l">
              <a:defRPr sz="3300" b="1">
                <a:solidFill>
                  <a:srgbClr val="16253B"/>
                </a:solidFill>
                <a:latin typeface="DejaVu Sans"/>
                <a:ea typeface="DejaVu Sans"/>
                <a:cs typeface="DejaVu Sans"/>
              </a:defRPr>
            </a:lvl1pPr>
            <a:lvl2pPr algn="l">
              <a:defRPr sz="3300" b="1">
                <a:solidFill>
                  <a:srgbClr val="16253B"/>
                </a:solidFill>
                <a:latin typeface="DejaVu Sans"/>
                <a:ea typeface="DejaVu Sans"/>
                <a:cs typeface="DejaVu Sans"/>
              </a:defRPr>
            </a:lvl2pPr>
            <a:lvl3pPr algn="l">
              <a:defRPr sz="3300" b="1">
                <a:solidFill>
                  <a:srgbClr val="16253B"/>
                </a:solidFill>
                <a:latin typeface="DejaVu Sans"/>
                <a:ea typeface="DejaVu Sans"/>
                <a:cs typeface="DejaVu Sans"/>
              </a:defRPr>
            </a:lvl3pPr>
            <a:lvl4pPr algn="l">
              <a:defRPr sz="3300" b="1">
                <a:solidFill>
                  <a:srgbClr val="16253B"/>
                </a:solidFill>
                <a:latin typeface="DejaVu Sans"/>
                <a:ea typeface="DejaVu Sans"/>
                <a:cs typeface="DejaVu Sans"/>
              </a:defRPr>
            </a:lvl4pPr>
            <a:lvl5pPr algn="l">
              <a:defRPr sz="3300" b="1">
                <a:solidFill>
                  <a:srgbClr val="16253B"/>
                </a:solidFill>
                <a:latin typeface="DejaVu Sans"/>
                <a:ea typeface="DejaVu Sans"/>
                <a:cs typeface="DejaVu Sans"/>
              </a:defRPr>
            </a:lvl5pPr>
            <a:lvl6pPr algn="l">
              <a:defRPr sz="3300" b="1">
                <a:solidFill>
                  <a:srgbClr val="16253B"/>
                </a:solidFill>
                <a:latin typeface="DejaVu Sans"/>
                <a:ea typeface="DejaVu Sans"/>
                <a:cs typeface="DejaVu Sans"/>
              </a:defRPr>
            </a:lvl6pPr>
            <a:lvl7pPr algn="l">
              <a:defRPr sz="3300" b="1">
                <a:solidFill>
                  <a:srgbClr val="16253B"/>
                </a:solidFill>
                <a:latin typeface="DejaVu Sans"/>
                <a:ea typeface="DejaVu Sans"/>
                <a:cs typeface="DejaVu Sans"/>
              </a:defRPr>
            </a:lvl7pPr>
            <a:lvl8pPr algn="l">
              <a:defRPr sz="3300" b="1">
                <a:solidFill>
                  <a:srgbClr val="16253B"/>
                </a:solidFill>
                <a:latin typeface="DejaVu Sans"/>
                <a:ea typeface="DejaVu Sans"/>
                <a:cs typeface="DejaVu Sans"/>
              </a:defRPr>
            </a:lvl8pPr>
            <a:lvl9pPr algn="l">
              <a:defRPr sz="3300" b="1">
                <a:solidFill>
                  <a:srgbClr val="16253B"/>
                </a:solidFill>
                <a:latin typeface="DejaVu Sans"/>
                <a:ea typeface="DejaVu Sans"/>
                <a:cs typeface="DejaVu Sans"/>
              </a:defRPr>
            </a:lvl9pPr>
          </a:lstStyle>
          <a:p xmlns:a="http://schemas.openxmlformats.org/drawingml/2006/main">
            <a:pPr algn="l">
              <a:defRPr sz="3300" b="1">
                <a:solidFill>
                  <a:srgbClr val="16253B"/>
                </a:solidFill>
                <a:latin typeface="DejaVu Sans"/>
                <a:ea typeface="DejaVu Sans"/>
                <a:cs typeface="DejaVu Sans"/>
              </a:defRPr>
            </a:pPr>
            <a:r>
              <a:rPr sz="3300" b="1">
                <a:solidFill>
                  <a:srgbClr val="16253B"/>
                </a:solidFill>
                <a:latin typeface="DejaVu Sans"/>
                <a:ea typeface="DejaVu Sans"/>
                <a:cs typeface="DejaVu Sans"/>
              </a:rPr>
              <a:t>Implementation and evaluation sources</a:t>
            </a:r>
          </a:p>
        </p:txBody>
      </p:sp>
      <p:sp>
        <p:nvSpPr>
          <p:cNvPr id="2" name="label-1346">
            <a:extLst xmlns:a="http://schemas.openxmlformats.org/drawingml/2006/main">
              <a:ext uri="{FF2B5EF4-FFF2-40B4-BE49-F238E27FC236}">
                <a16:creationId xmlns:a16="http://schemas.microsoft.com/office/drawing/2014/main" id="{EFDD454B-6859-4B10-9B87-5EC482853F52}"/>
              </a:ext>
            </a:extLst>
          </p:cNvPr>
          <p:cNvSpPr>
            <a:spLocks xmlns:a="http://schemas.openxmlformats.org/drawingml/2006/main" noGrp="1"/>
          </p:cNvSpPr>
          <p:nvPr/>
        </p:nvSpPr>
        <p:spPr>
          <a:xfrm xmlns:a="http://schemas.openxmlformats.org/drawingml/2006/main">
            <a:off x="11144250" y="6467475"/>
            <a:ext cx="5143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1200" b="0">
                <a:solidFill>
                  <a:srgbClr val="58677C"/>
                </a:solidFill>
                <a:latin typeface="DejaVu Sans"/>
                <a:ea typeface="DejaVu Sans"/>
                <a:cs typeface="DejaVu Sans"/>
              </a:defRPr>
            </a:defPPr>
            <a:lvl1pPr algn="r">
              <a:defRPr sz="1200" b="0">
                <a:solidFill>
                  <a:srgbClr val="58677C"/>
                </a:solidFill>
                <a:latin typeface="DejaVu Sans"/>
                <a:ea typeface="DejaVu Sans"/>
                <a:cs typeface="DejaVu Sans"/>
              </a:defRPr>
            </a:lvl1pPr>
            <a:lvl2pPr algn="r">
              <a:defRPr sz="1200" b="0">
                <a:solidFill>
                  <a:srgbClr val="58677C"/>
                </a:solidFill>
                <a:latin typeface="DejaVu Sans"/>
                <a:ea typeface="DejaVu Sans"/>
                <a:cs typeface="DejaVu Sans"/>
              </a:defRPr>
            </a:lvl2pPr>
            <a:lvl3pPr algn="r">
              <a:defRPr sz="1200" b="0">
                <a:solidFill>
                  <a:srgbClr val="58677C"/>
                </a:solidFill>
                <a:latin typeface="DejaVu Sans"/>
                <a:ea typeface="DejaVu Sans"/>
                <a:cs typeface="DejaVu Sans"/>
              </a:defRPr>
            </a:lvl3pPr>
            <a:lvl4pPr algn="r">
              <a:defRPr sz="1200" b="0">
                <a:solidFill>
                  <a:srgbClr val="58677C"/>
                </a:solidFill>
                <a:latin typeface="DejaVu Sans"/>
                <a:ea typeface="DejaVu Sans"/>
                <a:cs typeface="DejaVu Sans"/>
              </a:defRPr>
            </a:lvl4pPr>
            <a:lvl5pPr algn="r">
              <a:defRPr sz="1200" b="0">
                <a:solidFill>
                  <a:srgbClr val="58677C"/>
                </a:solidFill>
                <a:latin typeface="DejaVu Sans"/>
                <a:ea typeface="DejaVu Sans"/>
                <a:cs typeface="DejaVu Sans"/>
              </a:defRPr>
            </a:lvl5pPr>
            <a:lvl6pPr algn="r">
              <a:defRPr sz="1200" b="0">
                <a:solidFill>
                  <a:srgbClr val="58677C"/>
                </a:solidFill>
                <a:latin typeface="DejaVu Sans"/>
                <a:ea typeface="DejaVu Sans"/>
                <a:cs typeface="DejaVu Sans"/>
              </a:defRPr>
            </a:lvl6pPr>
            <a:lvl7pPr algn="r">
              <a:defRPr sz="1200" b="0">
                <a:solidFill>
                  <a:srgbClr val="58677C"/>
                </a:solidFill>
                <a:latin typeface="DejaVu Sans"/>
                <a:ea typeface="DejaVu Sans"/>
                <a:cs typeface="DejaVu Sans"/>
              </a:defRPr>
            </a:lvl7pPr>
            <a:lvl8pPr algn="r">
              <a:defRPr sz="1200" b="0">
                <a:solidFill>
                  <a:srgbClr val="58677C"/>
                </a:solidFill>
                <a:latin typeface="DejaVu Sans"/>
                <a:ea typeface="DejaVu Sans"/>
                <a:cs typeface="DejaVu Sans"/>
              </a:defRPr>
            </a:lvl8pPr>
            <a:lvl9pPr algn="r">
              <a:defRPr sz="1200" b="0">
                <a:solidFill>
                  <a:srgbClr val="58677C"/>
                </a:solidFill>
                <a:latin typeface="DejaVu Sans"/>
                <a:ea typeface="DejaVu Sans"/>
                <a:cs typeface="DejaVu Sans"/>
              </a:defRPr>
            </a:lvl9pPr>
          </a:lstStyle>
          <a:p xmlns:a="http://schemas.openxmlformats.org/drawingml/2006/main">
            <a:pPr algn="r">
              <a:defRPr sz="1200" b="0">
                <a:solidFill>
                  <a:srgbClr val="58677C"/>
                </a:solidFill>
                <a:latin typeface="DejaVu Sans"/>
                <a:ea typeface="DejaVu Sans"/>
                <a:cs typeface="DejaVu Sans"/>
              </a:defRPr>
            </a:pPr>
            <a:r>
              <a:rPr sz="1200" b="0">
                <a:solidFill>
                  <a:srgbClr val="58677C"/>
                </a:solidFill>
                <a:latin typeface="DejaVu Sans"/>
                <a:ea typeface="DejaVu Sans"/>
                <a:cs typeface="DejaVu Sans"/>
              </a:rPr>
              <a:t>23</a:t>
            </a:r>
          </a:p>
        </p:txBody>
      </p:sp>
      <p:sp>
        <p:nvSpPr>
          <p:cNvPr id="3" name="label-1347">
            <a:extLst xmlns:a="http://schemas.openxmlformats.org/drawingml/2006/main">
              <a:ext uri="{FF2B5EF4-FFF2-40B4-BE49-F238E27FC236}">
                <a16:creationId xmlns:a16="http://schemas.microsoft.com/office/drawing/2014/main" id="{73037BCB-1F81-4A04-A97F-E4BC63A29E4F}"/>
              </a:ext>
            </a:extLst>
          </p:cNvPr>
          <p:cNvSpPr>
            <a:spLocks xmlns:a="http://schemas.openxmlformats.org/drawingml/2006/main" noGrp="1"/>
          </p:cNvSpPr>
          <p:nvPr/>
        </p:nvSpPr>
        <p:spPr>
          <a:xfrm xmlns:a="http://schemas.openxmlformats.org/drawingml/2006/main">
            <a:off x="533400" y="6477000"/>
            <a:ext cx="3810000" cy="200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58677C"/>
                </a:solidFill>
                <a:latin typeface="DejaVu Sans"/>
                <a:ea typeface="DejaVu Sans"/>
                <a:cs typeface="DejaVu Sans"/>
              </a:defRPr>
            </a:defPPr>
            <a:lvl1pPr algn="l">
              <a:defRPr sz="1125" b="0">
                <a:solidFill>
                  <a:srgbClr val="58677C"/>
                </a:solidFill>
                <a:latin typeface="DejaVu Sans"/>
                <a:ea typeface="DejaVu Sans"/>
                <a:cs typeface="DejaVu Sans"/>
              </a:defRPr>
            </a:lvl1pPr>
            <a:lvl2pPr algn="l">
              <a:defRPr sz="1125" b="0">
                <a:solidFill>
                  <a:srgbClr val="58677C"/>
                </a:solidFill>
                <a:latin typeface="DejaVu Sans"/>
                <a:ea typeface="DejaVu Sans"/>
                <a:cs typeface="DejaVu Sans"/>
              </a:defRPr>
            </a:lvl2pPr>
            <a:lvl3pPr algn="l">
              <a:defRPr sz="1125" b="0">
                <a:solidFill>
                  <a:srgbClr val="58677C"/>
                </a:solidFill>
                <a:latin typeface="DejaVu Sans"/>
                <a:ea typeface="DejaVu Sans"/>
                <a:cs typeface="DejaVu Sans"/>
              </a:defRPr>
            </a:lvl3pPr>
            <a:lvl4pPr algn="l">
              <a:defRPr sz="1125" b="0">
                <a:solidFill>
                  <a:srgbClr val="58677C"/>
                </a:solidFill>
                <a:latin typeface="DejaVu Sans"/>
                <a:ea typeface="DejaVu Sans"/>
                <a:cs typeface="DejaVu Sans"/>
              </a:defRPr>
            </a:lvl4pPr>
            <a:lvl5pPr algn="l">
              <a:defRPr sz="1125" b="0">
                <a:solidFill>
                  <a:srgbClr val="58677C"/>
                </a:solidFill>
                <a:latin typeface="DejaVu Sans"/>
                <a:ea typeface="DejaVu Sans"/>
                <a:cs typeface="DejaVu Sans"/>
              </a:defRPr>
            </a:lvl5pPr>
            <a:lvl6pPr algn="l">
              <a:defRPr sz="1125" b="0">
                <a:solidFill>
                  <a:srgbClr val="58677C"/>
                </a:solidFill>
                <a:latin typeface="DejaVu Sans"/>
                <a:ea typeface="DejaVu Sans"/>
                <a:cs typeface="DejaVu Sans"/>
              </a:defRPr>
            </a:lvl6pPr>
            <a:lvl7pPr algn="l">
              <a:defRPr sz="1125" b="0">
                <a:solidFill>
                  <a:srgbClr val="58677C"/>
                </a:solidFill>
                <a:latin typeface="DejaVu Sans"/>
                <a:ea typeface="DejaVu Sans"/>
                <a:cs typeface="DejaVu Sans"/>
              </a:defRPr>
            </a:lvl7pPr>
            <a:lvl8pPr algn="l">
              <a:defRPr sz="1125" b="0">
                <a:solidFill>
                  <a:srgbClr val="58677C"/>
                </a:solidFill>
                <a:latin typeface="DejaVu Sans"/>
                <a:ea typeface="DejaVu Sans"/>
                <a:cs typeface="DejaVu Sans"/>
              </a:defRPr>
            </a:lvl8pPr>
            <a:lvl9pPr algn="l">
              <a:defRPr sz="1125" b="0">
                <a:solidFill>
                  <a:srgbClr val="58677C"/>
                </a:solidFill>
                <a:latin typeface="DejaVu Sans"/>
                <a:ea typeface="DejaVu Sans"/>
                <a:cs typeface="DejaVu Sans"/>
              </a:defRPr>
            </a:lvl9pPr>
          </a:lstStyle>
          <a:p xmlns:a="http://schemas.openxmlformats.org/drawingml/2006/main">
            <a:pPr algn="l">
              <a:defRPr sz="1125" b="0">
                <a:solidFill>
                  <a:srgbClr val="58677C"/>
                </a:solidFill>
                <a:latin typeface="DejaVu Sans"/>
                <a:ea typeface="DejaVu Sans"/>
                <a:cs typeface="DejaVu Sans"/>
              </a:defRPr>
            </a:pPr>
            <a:r>
              <a:rPr sz="1125" b="0">
                <a:solidFill>
                  <a:srgbClr val="58677C"/>
                </a:solidFill>
                <a:latin typeface="DejaVu Sans"/>
                <a:ea typeface="DejaVu Sans"/>
                <a:cs typeface="DejaVu Sans"/>
              </a:rPr>
              <a:t>TECHNICAL BACKUP</a:t>
            </a:r>
          </a:p>
        </p:txBody>
      </p:sp>
      <p:sp>
        <p:nvSpPr>
          <p:cNvPr id="4" name="label-1348">
            <a:extLst xmlns:a="http://schemas.openxmlformats.org/drawingml/2006/main">
              <a:ext uri="{FF2B5EF4-FFF2-40B4-BE49-F238E27FC236}">
                <a16:creationId xmlns:a16="http://schemas.microsoft.com/office/drawing/2014/main" id="{E94D4BAD-FE81-49F1-A23C-51674B3C9BD6}"/>
              </a:ext>
            </a:extLst>
          </p:cNvPr>
          <p:cNvSpPr>
            <a:spLocks xmlns:a="http://schemas.openxmlformats.org/drawingml/2006/main" noGrp="1"/>
          </p:cNvSpPr>
          <p:nvPr/>
        </p:nvSpPr>
        <p:spPr>
          <a:xfrm xmlns:a="http://schemas.openxmlformats.org/drawingml/2006/main">
            <a:off x="533400" y="1457325"/>
            <a:ext cx="29908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7351C7"/>
                </a:solidFill>
                <a:latin typeface="DejaVu Sans"/>
                <a:ea typeface="DejaVu Sans"/>
                <a:cs typeface="DejaVu Sans"/>
              </a:defRPr>
            </a:defPPr>
            <a:lvl1pPr algn="l">
              <a:defRPr sz="2100" b="1">
                <a:solidFill>
                  <a:srgbClr val="7351C7"/>
                </a:solidFill>
                <a:latin typeface="DejaVu Sans"/>
                <a:ea typeface="DejaVu Sans"/>
                <a:cs typeface="DejaVu Sans"/>
              </a:defRPr>
            </a:lvl1pPr>
            <a:lvl2pPr algn="l">
              <a:defRPr sz="2100" b="1">
                <a:solidFill>
                  <a:srgbClr val="7351C7"/>
                </a:solidFill>
                <a:latin typeface="DejaVu Sans"/>
                <a:ea typeface="DejaVu Sans"/>
                <a:cs typeface="DejaVu Sans"/>
              </a:defRPr>
            </a:lvl2pPr>
            <a:lvl3pPr algn="l">
              <a:defRPr sz="2100" b="1">
                <a:solidFill>
                  <a:srgbClr val="7351C7"/>
                </a:solidFill>
                <a:latin typeface="DejaVu Sans"/>
                <a:ea typeface="DejaVu Sans"/>
                <a:cs typeface="DejaVu Sans"/>
              </a:defRPr>
            </a:lvl3pPr>
            <a:lvl4pPr algn="l">
              <a:defRPr sz="2100" b="1">
                <a:solidFill>
                  <a:srgbClr val="7351C7"/>
                </a:solidFill>
                <a:latin typeface="DejaVu Sans"/>
                <a:ea typeface="DejaVu Sans"/>
                <a:cs typeface="DejaVu Sans"/>
              </a:defRPr>
            </a:lvl4pPr>
            <a:lvl5pPr algn="l">
              <a:defRPr sz="2100" b="1">
                <a:solidFill>
                  <a:srgbClr val="7351C7"/>
                </a:solidFill>
                <a:latin typeface="DejaVu Sans"/>
                <a:ea typeface="DejaVu Sans"/>
                <a:cs typeface="DejaVu Sans"/>
              </a:defRPr>
            </a:lvl5pPr>
            <a:lvl6pPr algn="l">
              <a:defRPr sz="2100" b="1">
                <a:solidFill>
                  <a:srgbClr val="7351C7"/>
                </a:solidFill>
                <a:latin typeface="DejaVu Sans"/>
                <a:ea typeface="DejaVu Sans"/>
                <a:cs typeface="DejaVu Sans"/>
              </a:defRPr>
            </a:lvl6pPr>
            <a:lvl7pPr algn="l">
              <a:defRPr sz="2100" b="1">
                <a:solidFill>
                  <a:srgbClr val="7351C7"/>
                </a:solidFill>
                <a:latin typeface="DejaVu Sans"/>
                <a:ea typeface="DejaVu Sans"/>
                <a:cs typeface="DejaVu Sans"/>
              </a:defRPr>
            </a:lvl7pPr>
            <a:lvl8pPr algn="l">
              <a:defRPr sz="2100" b="1">
                <a:solidFill>
                  <a:srgbClr val="7351C7"/>
                </a:solidFill>
                <a:latin typeface="DejaVu Sans"/>
                <a:ea typeface="DejaVu Sans"/>
                <a:cs typeface="DejaVu Sans"/>
              </a:defRPr>
            </a:lvl8pPr>
            <a:lvl9pPr algn="l">
              <a:defRPr sz="2100" b="1">
                <a:solidFill>
                  <a:srgbClr val="7351C7"/>
                </a:solidFill>
                <a:latin typeface="DejaVu Sans"/>
                <a:ea typeface="DejaVu Sans"/>
                <a:cs typeface="DejaVu Sans"/>
              </a:defRPr>
            </a:lvl9pPr>
          </a:lstStyle>
          <a:p xmlns:a="http://schemas.openxmlformats.org/drawingml/2006/main">
            <a:pPr algn="l">
              <a:defRPr sz="2100" b="1">
                <a:solidFill>
                  <a:srgbClr val="7351C7"/>
                </a:solidFill>
                <a:latin typeface="DejaVu Sans"/>
                <a:ea typeface="DejaVu Sans"/>
                <a:cs typeface="DejaVu Sans"/>
              </a:defRPr>
            </a:pPr>
            <a:r>
              <a:rPr sz="2100" b="1">
                <a:solidFill>
                  <a:srgbClr val="7351C7"/>
                </a:solidFill>
                <a:latin typeface="DejaVu Sans"/>
                <a:ea typeface="DejaVu Sans"/>
                <a:cs typeface="DejaVu Sans"/>
              </a:rPr>
              <a:t>Custom modules</a:t>
            </a:r>
          </a:p>
        </p:txBody>
      </p:sp>
      <p:sp>
        <p:nvSpPr>
          <p:cNvPr id="5" name="label-1349">
            <a:extLst xmlns:a="http://schemas.openxmlformats.org/drawingml/2006/main">
              <a:ext uri="{FF2B5EF4-FFF2-40B4-BE49-F238E27FC236}">
                <a16:creationId xmlns:a16="http://schemas.microsoft.com/office/drawing/2014/main" id="{95DB0568-F8AE-415C-B360-4F66A555C9BB}"/>
              </a:ext>
            </a:extLst>
          </p:cNvPr>
          <p:cNvSpPr>
            <a:spLocks xmlns:a="http://schemas.openxmlformats.org/drawingml/2006/main" noGrp="1"/>
          </p:cNvSpPr>
          <p:nvPr/>
        </p:nvSpPr>
        <p:spPr>
          <a:xfrm xmlns:a="http://schemas.openxmlformats.org/drawingml/2006/main">
            <a:off x="3724275" y="1457325"/>
            <a:ext cx="79343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6253B"/>
                </a:solidFill>
                <a:latin typeface="DejaVu Sans"/>
                <a:ea typeface="DejaVu Sans"/>
                <a:cs typeface="DejaVu Sans"/>
              </a:defRPr>
            </a:defPPr>
            <a:lvl1pPr algn="l">
              <a:defRPr sz="1875" b="0">
                <a:solidFill>
                  <a:srgbClr val="16253B"/>
                </a:solidFill>
                <a:latin typeface="DejaVu Sans"/>
                <a:ea typeface="DejaVu Sans"/>
                <a:cs typeface="DejaVu Sans"/>
              </a:defRPr>
            </a:lvl1pPr>
            <a:lvl2pPr algn="l">
              <a:defRPr sz="1875" b="0">
                <a:solidFill>
                  <a:srgbClr val="16253B"/>
                </a:solidFill>
                <a:latin typeface="DejaVu Sans"/>
                <a:ea typeface="DejaVu Sans"/>
                <a:cs typeface="DejaVu Sans"/>
              </a:defRPr>
            </a:lvl2pPr>
            <a:lvl3pPr algn="l">
              <a:defRPr sz="1875" b="0">
                <a:solidFill>
                  <a:srgbClr val="16253B"/>
                </a:solidFill>
                <a:latin typeface="DejaVu Sans"/>
                <a:ea typeface="DejaVu Sans"/>
                <a:cs typeface="DejaVu Sans"/>
              </a:defRPr>
            </a:lvl3pPr>
            <a:lvl4pPr algn="l">
              <a:defRPr sz="1875" b="0">
                <a:solidFill>
                  <a:srgbClr val="16253B"/>
                </a:solidFill>
                <a:latin typeface="DejaVu Sans"/>
                <a:ea typeface="DejaVu Sans"/>
                <a:cs typeface="DejaVu Sans"/>
              </a:defRPr>
            </a:lvl4pPr>
            <a:lvl5pPr algn="l">
              <a:defRPr sz="1875" b="0">
                <a:solidFill>
                  <a:srgbClr val="16253B"/>
                </a:solidFill>
                <a:latin typeface="DejaVu Sans"/>
                <a:ea typeface="DejaVu Sans"/>
                <a:cs typeface="DejaVu Sans"/>
              </a:defRPr>
            </a:lvl5pPr>
            <a:lvl6pPr algn="l">
              <a:defRPr sz="1875" b="0">
                <a:solidFill>
                  <a:srgbClr val="16253B"/>
                </a:solidFill>
                <a:latin typeface="DejaVu Sans"/>
                <a:ea typeface="DejaVu Sans"/>
                <a:cs typeface="DejaVu Sans"/>
              </a:defRPr>
            </a:lvl6pPr>
            <a:lvl7pPr algn="l">
              <a:defRPr sz="1875" b="0">
                <a:solidFill>
                  <a:srgbClr val="16253B"/>
                </a:solidFill>
                <a:latin typeface="DejaVu Sans"/>
                <a:ea typeface="DejaVu Sans"/>
                <a:cs typeface="DejaVu Sans"/>
              </a:defRPr>
            </a:lvl7pPr>
            <a:lvl8pPr algn="l">
              <a:defRPr sz="1875" b="0">
                <a:solidFill>
                  <a:srgbClr val="16253B"/>
                </a:solidFill>
                <a:latin typeface="DejaVu Sans"/>
                <a:ea typeface="DejaVu Sans"/>
                <a:cs typeface="DejaVu Sans"/>
              </a:defRPr>
            </a:lvl8pPr>
            <a:lvl9pPr algn="l">
              <a:defRPr sz="1875" b="0">
                <a:solidFill>
                  <a:srgbClr val="16253B"/>
                </a:solidFill>
                <a:latin typeface="DejaVu Sans"/>
                <a:ea typeface="DejaVu Sans"/>
                <a:cs typeface="DejaVu Sans"/>
              </a:defRPr>
            </a:lvl9pPr>
          </a:lstStyle>
          <a:p xmlns:a="http://schemas.openxmlformats.org/drawingml/2006/main">
            <a:pPr algn="l">
              <a:defRPr sz="1875" b="0">
                <a:solidFill>
                  <a:srgbClr val="16253B"/>
                </a:solidFill>
                <a:latin typeface="DejaVu Sans"/>
                <a:ea typeface="DejaVu Sans"/>
                <a:cs typeface="DejaVu Sans"/>
              </a:defRPr>
            </a:pPr>
            <a:r>
              <a:rPr sz="1875" b="0">
                <a:solidFill>
                  <a:srgbClr val="16253B"/>
                </a:solidFill>
                <a:latin typeface="DejaVu Sans"/>
                <a:ea typeface="DejaVu Sans"/>
                <a:cs typeface="DejaVu Sans"/>
              </a:rPr>
              <a:t>ReliabilityAwareFuser and ObjectRefineTransFusionHead</a:t>
            </a:r>
          </a:p>
        </p:txBody>
      </p:sp>
      <p:sp>
        <p:nvSpPr>
          <p:cNvPr id="6" name="label-1350">
            <a:extLst xmlns:a="http://schemas.openxmlformats.org/drawingml/2006/main">
              <a:ext uri="{FF2B5EF4-FFF2-40B4-BE49-F238E27FC236}">
                <a16:creationId xmlns:a16="http://schemas.microsoft.com/office/drawing/2014/main" id="{CAD85A23-B52F-4409-8A9A-3864CF095B73}"/>
              </a:ext>
            </a:extLst>
          </p:cNvPr>
          <p:cNvSpPr>
            <a:spLocks xmlns:a="http://schemas.openxmlformats.org/drawingml/2006/main" noGrp="1"/>
          </p:cNvSpPr>
          <p:nvPr/>
        </p:nvSpPr>
        <p:spPr>
          <a:xfrm xmlns:a="http://schemas.openxmlformats.org/drawingml/2006/main">
            <a:off x="3724275" y="1885950"/>
            <a:ext cx="79343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8677C"/>
                </a:solidFill>
                <a:latin typeface="DejaVu Sans"/>
                <a:ea typeface="DejaVu Sans"/>
                <a:cs typeface="DejaVu Sans"/>
              </a:defRPr>
            </a:defPPr>
            <a:lvl1pPr algn="l">
              <a:defRPr sz="1650" b="0">
                <a:solidFill>
                  <a:srgbClr val="58677C"/>
                </a:solidFill>
                <a:latin typeface="DejaVu Sans"/>
                <a:ea typeface="DejaVu Sans"/>
                <a:cs typeface="DejaVu Sans"/>
              </a:defRPr>
            </a:lvl1pPr>
            <a:lvl2pPr algn="l">
              <a:defRPr sz="1650" b="0">
                <a:solidFill>
                  <a:srgbClr val="58677C"/>
                </a:solidFill>
                <a:latin typeface="DejaVu Sans"/>
                <a:ea typeface="DejaVu Sans"/>
                <a:cs typeface="DejaVu Sans"/>
              </a:defRPr>
            </a:lvl2pPr>
            <a:lvl3pPr algn="l">
              <a:defRPr sz="1650" b="0">
                <a:solidFill>
                  <a:srgbClr val="58677C"/>
                </a:solidFill>
                <a:latin typeface="DejaVu Sans"/>
                <a:ea typeface="DejaVu Sans"/>
                <a:cs typeface="DejaVu Sans"/>
              </a:defRPr>
            </a:lvl3pPr>
            <a:lvl4pPr algn="l">
              <a:defRPr sz="1650" b="0">
                <a:solidFill>
                  <a:srgbClr val="58677C"/>
                </a:solidFill>
                <a:latin typeface="DejaVu Sans"/>
                <a:ea typeface="DejaVu Sans"/>
                <a:cs typeface="DejaVu Sans"/>
              </a:defRPr>
            </a:lvl4pPr>
            <a:lvl5pPr algn="l">
              <a:defRPr sz="1650" b="0">
                <a:solidFill>
                  <a:srgbClr val="58677C"/>
                </a:solidFill>
                <a:latin typeface="DejaVu Sans"/>
                <a:ea typeface="DejaVu Sans"/>
                <a:cs typeface="DejaVu Sans"/>
              </a:defRPr>
            </a:lvl5pPr>
            <a:lvl6pPr algn="l">
              <a:defRPr sz="1650" b="0">
                <a:solidFill>
                  <a:srgbClr val="58677C"/>
                </a:solidFill>
                <a:latin typeface="DejaVu Sans"/>
                <a:ea typeface="DejaVu Sans"/>
                <a:cs typeface="DejaVu Sans"/>
              </a:defRPr>
            </a:lvl6pPr>
            <a:lvl7pPr algn="l">
              <a:defRPr sz="1650" b="0">
                <a:solidFill>
                  <a:srgbClr val="58677C"/>
                </a:solidFill>
                <a:latin typeface="DejaVu Sans"/>
                <a:ea typeface="DejaVu Sans"/>
                <a:cs typeface="DejaVu Sans"/>
              </a:defRPr>
            </a:lvl7pPr>
            <a:lvl8pPr algn="l">
              <a:defRPr sz="1650" b="0">
                <a:solidFill>
                  <a:srgbClr val="58677C"/>
                </a:solidFill>
                <a:latin typeface="DejaVu Sans"/>
                <a:ea typeface="DejaVu Sans"/>
                <a:cs typeface="DejaVu Sans"/>
              </a:defRPr>
            </a:lvl8pPr>
            <a:lvl9pPr algn="l">
              <a:defRPr sz="1650" b="0">
                <a:solidFill>
                  <a:srgbClr val="58677C"/>
                </a:solidFill>
                <a:latin typeface="DejaVu Sans"/>
                <a:ea typeface="DejaVu Sans"/>
                <a:cs typeface="DejaVu Sans"/>
              </a:defRPr>
            </a:lvl9pPr>
          </a:lstStyle>
          <a:p xmlns:a="http://schemas.openxmlformats.org/drawingml/2006/main">
            <a:pPr algn="l">
              <a:defRPr sz="1650" b="0">
                <a:solidFill>
                  <a:srgbClr val="58677C"/>
                </a:solidFill>
                <a:latin typeface="DejaVu Sans"/>
                <a:ea typeface="DejaVu Sans"/>
                <a:cs typeface="DejaVu Sans"/>
              </a:defRPr>
            </a:pPr>
            <a:r>
              <a:rPr sz="1650" b="0">
                <a:solidFill>
                  <a:srgbClr val="58677C"/>
                </a:solidFill>
                <a:latin typeface="DejaVu Sans"/>
                <a:ea typeface="DejaVu Sans"/>
                <a:cs typeface="DejaVu Sans"/>
              </a:rPr>
              <a:t>Ulteraa/research-projects → bevfusion-reliable-refinement</a:t>
            </a:r>
          </a:p>
        </p:txBody>
      </p:sp>
      <p:sp>
        <p:nvSpPr>
          <p:cNvPr id="7" name="path-1351">
            <a:extLst xmlns:a="http://schemas.openxmlformats.org/drawingml/2006/main">
              <a:ext uri="{FF2B5EF4-FFF2-40B4-BE49-F238E27FC236}">
                <a16:creationId xmlns:a16="http://schemas.microsoft.com/office/drawing/2014/main" id="{69A134A3-CE0E-4275-B5C2-7E2BCC7E3F35}"/>
              </a:ext>
            </a:extLst>
          </p:cNvPr>
          <p:cNvSpPr>
            <a:spLocks xmlns:a="http://schemas.openxmlformats.org/drawingml/2006/main" noGrp="1"/>
          </p:cNvSpPr>
          <p:nvPr/>
        </p:nvSpPr>
        <p:spPr>
          <a:xfrm xmlns:a="http://schemas.openxmlformats.org/drawingml/2006/main">
            <a:off x="533400" y="2352675"/>
            <a:ext cx="11125200" cy="953"/>
          </a:xfrm>
          <a:custGeom xmlns:a="http://schemas.openxmlformats.org/drawingml/2006/main">
            <a:pathLst>
              <a:path w="11125200" h="953">
                <a:moveTo>
                  <a:pt x="0" y="0"/>
                </a:moveTo>
                <a:lnTo>
                  <a:pt x="11125200" y="0"/>
                </a:lnTo>
              </a:path>
            </a:pathLst>
          </a:custGeom>
          <a:noFill xmlns:a="http://schemas.openxmlformats.org/drawingml/2006/main"/>
          <a:ln xmlns:a="http://schemas.openxmlformats.org/drawingml/2006/main" w="9525">
            <a:solidFill>
              <a:srgbClr val="CFD7E2"/>
            </a:solidFill>
            <a:prstDash val="solid"/>
          </a:ln>
        </p:spPr>
      </p:sp>
      <p:sp>
        <p:nvSpPr>
          <p:cNvPr id="8" name="label-1352">
            <a:extLst xmlns:a="http://schemas.openxmlformats.org/drawingml/2006/main">
              <a:ext uri="{FF2B5EF4-FFF2-40B4-BE49-F238E27FC236}">
                <a16:creationId xmlns:a16="http://schemas.microsoft.com/office/drawing/2014/main" id="{8CD9668F-E0F7-4AB5-B9A7-8DBA9FF5821D}"/>
              </a:ext>
            </a:extLst>
          </p:cNvPr>
          <p:cNvSpPr>
            <a:spLocks xmlns:a="http://schemas.openxmlformats.org/drawingml/2006/main" noGrp="1"/>
          </p:cNvSpPr>
          <p:nvPr/>
        </p:nvSpPr>
        <p:spPr>
          <a:xfrm xmlns:a="http://schemas.openxmlformats.org/drawingml/2006/main">
            <a:off x="533400" y="2571750"/>
            <a:ext cx="29908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6253B"/>
                </a:solidFill>
                <a:latin typeface="DejaVu Sans"/>
                <a:ea typeface="DejaVu Sans"/>
                <a:cs typeface="DejaVu Sans"/>
              </a:defRPr>
            </a:defPPr>
            <a:lvl1pPr algn="l">
              <a:defRPr sz="2100" b="1">
                <a:solidFill>
                  <a:srgbClr val="16253B"/>
                </a:solidFill>
                <a:latin typeface="DejaVu Sans"/>
                <a:ea typeface="DejaVu Sans"/>
                <a:cs typeface="DejaVu Sans"/>
              </a:defRPr>
            </a:lvl1pPr>
            <a:lvl2pPr algn="l">
              <a:defRPr sz="2100" b="1">
                <a:solidFill>
                  <a:srgbClr val="16253B"/>
                </a:solidFill>
                <a:latin typeface="DejaVu Sans"/>
                <a:ea typeface="DejaVu Sans"/>
                <a:cs typeface="DejaVu Sans"/>
              </a:defRPr>
            </a:lvl2pPr>
            <a:lvl3pPr algn="l">
              <a:defRPr sz="2100" b="1">
                <a:solidFill>
                  <a:srgbClr val="16253B"/>
                </a:solidFill>
                <a:latin typeface="DejaVu Sans"/>
                <a:ea typeface="DejaVu Sans"/>
                <a:cs typeface="DejaVu Sans"/>
              </a:defRPr>
            </a:lvl3pPr>
            <a:lvl4pPr algn="l">
              <a:defRPr sz="2100" b="1">
                <a:solidFill>
                  <a:srgbClr val="16253B"/>
                </a:solidFill>
                <a:latin typeface="DejaVu Sans"/>
                <a:ea typeface="DejaVu Sans"/>
                <a:cs typeface="DejaVu Sans"/>
              </a:defRPr>
            </a:lvl4pPr>
            <a:lvl5pPr algn="l">
              <a:defRPr sz="2100" b="1">
                <a:solidFill>
                  <a:srgbClr val="16253B"/>
                </a:solidFill>
                <a:latin typeface="DejaVu Sans"/>
                <a:ea typeface="DejaVu Sans"/>
                <a:cs typeface="DejaVu Sans"/>
              </a:defRPr>
            </a:lvl5pPr>
            <a:lvl6pPr algn="l">
              <a:defRPr sz="2100" b="1">
                <a:solidFill>
                  <a:srgbClr val="16253B"/>
                </a:solidFill>
                <a:latin typeface="DejaVu Sans"/>
                <a:ea typeface="DejaVu Sans"/>
                <a:cs typeface="DejaVu Sans"/>
              </a:defRPr>
            </a:lvl6pPr>
            <a:lvl7pPr algn="l">
              <a:defRPr sz="2100" b="1">
                <a:solidFill>
                  <a:srgbClr val="16253B"/>
                </a:solidFill>
                <a:latin typeface="DejaVu Sans"/>
                <a:ea typeface="DejaVu Sans"/>
                <a:cs typeface="DejaVu Sans"/>
              </a:defRPr>
            </a:lvl7pPr>
            <a:lvl8pPr algn="l">
              <a:defRPr sz="2100" b="1">
                <a:solidFill>
                  <a:srgbClr val="16253B"/>
                </a:solidFill>
                <a:latin typeface="DejaVu Sans"/>
                <a:ea typeface="DejaVu Sans"/>
                <a:cs typeface="DejaVu Sans"/>
              </a:defRPr>
            </a:lvl8pPr>
            <a:lvl9pPr algn="l">
              <a:defRPr sz="2100" b="1">
                <a:solidFill>
                  <a:srgbClr val="16253B"/>
                </a:solidFill>
                <a:latin typeface="DejaVu Sans"/>
                <a:ea typeface="DejaVu Sans"/>
                <a:cs typeface="DejaVu Sans"/>
              </a:defRPr>
            </a:lvl9pPr>
          </a:lstStyle>
          <a:p xmlns:a="http://schemas.openxmlformats.org/drawingml/2006/main">
            <a:pPr algn="l">
              <a:defRPr sz="2100" b="1">
                <a:solidFill>
                  <a:srgbClr val="16253B"/>
                </a:solidFill>
                <a:latin typeface="DejaVu Sans"/>
                <a:ea typeface="DejaVu Sans"/>
                <a:cs typeface="DejaVu Sans"/>
              </a:defRPr>
            </a:pPr>
            <a:r>
              <a:rPr sz="2100" b="1">
                <a:solidFill>
                  <a:srgbClr val="16253B"/>
                </a:solidFill>
                <a:latin typeface="DejaVu Sans"/>
                <a:ea typeface="DejaVu Sans"/>
                <a:cs typeface="DejaVu Sans"/>
              </a:rPr>
              <a:t>Baseline network</a:t>
            </a:r>
          </a:p>
        </p:txBody>
      </p:sp>
      <p:sp>
        <p:nvSpPr>
          <p:cNvPr id="9" name="label-1353">
            <a:extLst xmlns:a="http://schemas.openxmlformats.org/drawingml/2006/main">
              <a:ext uri="{FF2B5EF4-FFF2-40B4-BE49-F238E27FC236}">
                <a16:creationId xmlns:a16="http://schemas.microsoft.com/office/drawing/2014/main" id="{9CC6C87D-BF10-437A-916B-9B4708C498F6}"/>
              </a:ext>
            </a:extLst>
          </p:cNvPr>
          <p:cNvSpPr>
            <a:spLocks xmlns:a="http://schemas.openxmlformats.org/drawingml/2006/main" noGrp="1"/>
          </p:cNvSpPr>
          <p:nvPr/>
        </p:nvSpPr>
        <p:spPr>
          <a:xfrm xmlns:a="http://schemas.openxmlformats.org/drawingml/2006/main">
            <a:off x="3724275" y="2571750"/>
            <a:ext cx="79343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6253B"/>
                </a:solidFill>
                <a:latin typeface="DejaVu Sans"/>
                <a:ea typeface="DejaVu Sans"/>
                <a:cs typeface="DejaVu Sans"/>
              </a:defRPr>
            </a:defPPr>
            <a:lvl1pPr algn="l">
              <a:defRPr sz="1875" b="0">
                <a:solidFill>
                  <a:srgbClr val="16253B"/>
                </a:solidFill>
                <a:latin typeface="DejaVu Sans"/>
                <a:ea typeface="DejaVu Sans"/>
                <a:cs typeface="DejaVu Sans"/>
              </a:defRPr>
            </a:lvl1pPr>
            <a:lvl2pPr algn="l">
              <a:defRPr sz="1875" b="0">
                <a:solidFill>
                  <a:srgbClr val="16253B"/>
                </a:solidFill>
                <a:latin typeface="DejaVu Sans"/>
                <a:ea typeface="DejaVu Sans"/>
                <a:cs typeface="DejaVu Sans"/>
              </a:defRPr>
            </a:lvl2pPr>
            <a:lvl3pPr algn="l">
              <a:defRPr sz="1875" b="0">
                <a:solidFill>
                  <a:srgbClr val="16253B"/>
                </a:solidFill>
                <a:latin typeface="DejaVu Sans"/>
                <a:ea typeface="DejaVu Sans"/>
                <a:cs typeface="DejaVu Sans"/>
              </a:defRPr>
            </a:lvl3pPr>
            <a:lvl4pPr algn="l">
              <a:defRPr sz="1875" b="0">
                <a:solidFill>
                  <a:srgbClr val="16253B"/>
                </a:solidFill>
                <a:latin typeface="DejaVu Sans"/>
                <a:ea typeface="DejaVu Sans"/>
                <a:cs typeface="DejaVu Sans"/>
              </a:defRPr>
            </a:lvl4pPr>
            <a:lvl5pPr algn="l">
              <a:defRPr sz="1875" b="0">
                <a:solidFill>
                  <a:srgbClr val="16253B"/>
                </a:solidFill>
                <a:latin typeface="DejaVu Sans"/>
                <a:ea typeface="DejaVu Sans"/>
                <a:cs typeface="DejaVu Sans"/>
              </a:defRPr>
            </a:lvl5pPr>
            <a:lvl6pPr algn="l">
              <a:defRPr sz="1875" b="0">
                <a:solidFill>
                  <a:srgbClr val="16253B"/>
                </a:solidFill>
                <a:latin typeface="DejaVu Sans"/>
                <a:ea typeface="DejaVu Sans"/>
                <a:cs typeface="DejaVu Sans"/>
              </a:defRPr>
            </a:lvl6pPr>
            <a:lvl7pPr algn="l">
              <a:defRPr sz="1875" b="0">
                <a:solidFill>
                  <a:srgbClr val="16253B"/>
                </a:solidFill>
                <a:latin typeface="DejaVu Sans"/>
                <a:ea typeface="DejaVu Sans"/>
                <a:cs typeface="DejaVu Sans"/>
              </a:defRPr>
            </a:lvl7pPr>
            <a:lvl8pPr algn="l">
              <a:defRPr sz="1875" b="0">
                <a:solidFill>
                  <a:srgbClr val="16253B"/>
                </a:solidFill>
                <a:latin typeface="DejaVu Sans"/>
                <a:ea typeface="DejaVu Sans"/>
                <a:cs typeface="DejaVu Sans"/>
              </a:defRPr>
            </a:lvl8pPr>
            <a:lvl9pPr algn="l">
              <a:defRPr sz="1875" b="0">
                <a:solidFill>
                  <a:srgbClr val="16253B"/>
                </a:solidFill>
                <a:latin typeface="DejaVu Sans"/>
                <a:ea typeface="DejaVu Sans"/>
                <a:cs typeface="DejaVu Sans"/>
              </a:defRPr>
            </a:lvl9pPr>
          </a:lstStyle>
          <a:p xmlns:a="http://schemas.openxmlformats.org/drawingml/2006/main">
            <a:pPr algn="l">
              <a:defRPr sz="1875" b="0">
                <a:solidFill>
                  <a:srgbClr val="16253B"/>
                </a:solidFill>
                <a:latin typeface="DejaVu Sans"/>
                <a:ea typeface="DejaVu Sans"/>
                <a:cs typeface="DejaVu Sans"/>
              </a:defRPr>
            </a:pPr>
            <a:r>
              <a:rPr sz="1875" b="0">
                <a:solidFill>
                  <a:srgbClr val="16253B"/>
                </a:solidFill>
                <a:latin typeface="DejaVu Sans"/>
                <a:ea typeface="DejaVu Sans"/>
                <a:cs typeface="DejaVu Sans"/>
              </a:rPr>
              <a:t>Swin-T, DepthLSS, sparse encoder and TransFusion config</a:t>
            </a:r>
          </a:p>
        </p:txBody>
      </p:sp>
      <p:sp>
        <p:nvSpPr>
          <p:cNvPr id="10" name="label-1354">
            <a:extLst xmlns:a="http://schemas.openxmlformats.org/drawingml/2006/main">
              <a:ext uri="{FF2B5EF4-FFF2-40B4-BE49-F238E27FC236}">
                <a16:creationId xmlns:a16="http://schemas.microsoft.com/office/drawing/2014/main" id="{1B3EBBD7-F14F-4088-B30B-43D0D58D82C4}"/>
              </a:ext>
            </a:extLst>
          </p:cNvPr>
          <p:cNvSpPr>
            <a:spLocks xmlns:a="http://schemas.openxmlformats.org/drawingml/2006/main" noGrp="1"/>
          </p:cNvSpPr>
          <p:nvPr/>
        </p:nvSpPr>
        <p:spPr>
          <a:xfrm xmlns:a="http://schemas.openxmlformats.org/drawingml/2006/main">
            <a:off x="3724275" y="3000375"/>
            <a:ext cx="79343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8677C"/>
                </a:solidFill>
                <a:latin typeface="DejaVu Sans"/>
                <a:ea typeface="DejaVu Sans"/>
                <a:cs typeface="DejaVu Sans"/>
              </a:defRPr>
            </a:defPPr>
            <a:lvl1pPr algn="l">
              <a:defRPr sz="1650" b="0">
                <a:solidFill>
                  <a:srgbClr val="58677C"/>
                </a:solidFill>
                <a:latin typeface="DejaVu Sans"/>
                <a:ea typeface="DejaVu Sans"/>
                <a:cs typeface="DejaVu Sans"/>
              </a:defRPr>
            </a:lvl1pPr>
            <a:lvl2pPr algn="l">
              <a:defRPr sz="1650" b="0">
                <a:solidFill>
                  <a:srgbClr val="58677C"/>
                </a:solidFill>
                <a:latin typeface="DejaVu Sans"/>
                <a:ea typeface="DejaVu Sans"/>
                <a:cs typeface="DejaVu Sans"/>
              </a:defRPr>
            </a:lvl2pPr>
            <a:lvl3pPr algn="l">
              <a:defRPr sz="1650" b="0">
                <a:solidFill>
                  <a:srgbClr val="58677C"/>
                </a:solidFill>
                <a:latin typeface="DejaVu Sans"/>
                <a:ea typeface="DejaVu Sans"/>
                <a:cs typeface="DejaVu Sans"/>
              </a:defRPr>
            </a:lvl3pPr>
            <a:lvl4pPr algn="l">
              <a:defRPr sz="1650" b="0">
                <a:solidFill>
                  <a:srgbClr val="58677C"/>
                </a:solidFill>
                <a:latin typeface="DejaVu Sans"/>
                <a:ea typeface="DejaVu Sans"/>
                <a:cs typeface="DejaVu Sans"/>
              </a:defRPr>
            </a:lvl4pPr>
            <a:lvl5pPr algn="l">
              <a:defRPr sz="1650" b="0">
                <a:solidFill>
                  <a:srgbClr val="58677C"/>
                </a:solidFill>
                <a:latin typeface="DejaVu Sans"/>
                <a:ea typeface="DejaVu Sans"/>
                <a:cs typeface="DejaVu Sans"/>
              </a:defRPr>
            </a:lvl5pPr>
            <a:lvl6pPr algn="l">
              <a:defRPr sz="1650" b="0">
                <a:solidFill>
                  <a:srgbClr val="58677C"/>
                </a:solidFill>
                <a:latin typeface="DejaVu Sans"/>
                <a:ea typeface="DejaVu Sans"/>
                <a:cs typeface="DejaVu Sans"/>
              </a:defRPr>
            </a:lvl6pPr>
            <a:lvl7pPr algn="l">
              <a:defRPr sz="1650" b="0">
                <a:solidFill>
                  <a:srgbClr val="58677C"/>
                </a:solidFill>
                <a:latin typeface="DejaVu Sans"/>
                <a:ea typeface="DejaVu Sans"/>
                <a:cs typeface="DejaVu Sans"/>
              </a:defRPr>
            </a:lvl7pPr>
            <a:lvl8pPr algn="l">
              <a:defRPr sz="1650" b="0">
                <a:solidFill>
                  <a:srgbClr val="58677C"/>
                </a:solidFill>
                <a:latin typeface="DejaVu Sans"/>
                <a:ea typeface="DejaVu Sans"/>
                <a:cs typeface="DejaVu Sans"/>
              </a:defRPr>
            </a:lvl8pPr>
            <a:lvl9pPr algn="l">
              <a:defRPr sz="1650" b="0">
                <a:solidFill>
                  <a:srgbClr val="58677C"/>
                </a:solidFill>
                <a:latin typeface="DejaVu Sans"/>
                <a:ea typeface="DejaVu Sans"/>
                <a:cs typeface="DejaVu Sans"/>
              </a:defRPr>
            </a:lvl9pPr>
          </a:lstStyle>
          <a:p xmlns:a="http://schemas.openxmlformats.org/drawingml/2006/main">
            <a:pPr algn="l">
              <a:defRPr sz="1650" b="0">
                <a:solidFill>
                  <a:srgbClr val="58677C"/>
                </a:solidFill>
                <a:latin typeface="DejaVu Sans"/>
                <a:ea typeface="DejaVu Sans"/>
                <a:cs typeface="DejaVu Sans"/>
              </a:defRPr>
            </a:pPr>
            <a:r>
              <a:rPr sz="1650" b="0">
                <a:solidFill>
                  <a:srgbClr val="58677C"/>
                </a:solidFill>
                <a:latin typeface="DejaVu Sans"/>
                <a:ea typeface="DejaVu Sans"/>
                <a:cs typeface="DejaVu Sans"/>
              </a:rPr>
              <a:t>MMDetection3D v1.4.0 → projects/BEVFusion</a:t>
            </a:r>
          </a:p>
        </p:txBody>
      </p:sp>
      <p:sp>
        <p:nvSpPr>
          <p:cNvPr id="11" name="path-1355">
            <a:extLst xmlns:a="http://schemas.openxmlformats.org/drawingml/2006/main">
              <a:ext uri="{FF2B5EF4-FFF2-40B4-BE49-F238E27FC236}">
                <a16:creationId xmlns:a16="http://schemas.microsoft.com/office/drawing/2014/main" id="{DC2FB87D-59BF-4EDE-911C-5847009C72A7}"/>
              </a:ext>
            </a:extLst>
          </p:cNvPr>
          <p:cNvSpPr>
            <a:spLocks xmlns:a="http://schemas.openxmlformats.org/drawingml/2006/main" noGrp="1"/>
          </p:cNvSpPr>
          <p:nvPr/>
        </p:nvSpPr>
        <p:spPr>
          <a:xfrm xmlns:a="http://schemas.openxmlformats.org/drawingml/2006/main">
            <a:off x="533400" y="3467100"/>
            <a:ext cx="11125200" cy="953"/>
          </a:xfrm>
          <a:custGeom xmlns:a="http://schemas.openxmlformats.org/drawingml/2006/main">
            <a:pathLst>
              <a:path w="11125200" h="953">
                <a:moveTo>
                  <a:pt x="0" y="0"/>
                </a:moveTo>
                <a:lnTo>
                  <a:pt x="11125200" y="0"/>
                </a:lnTo>
              </a:path>
            </a:pathLst>
          </a:custGeom>
          <a:noFill xmlns:a="http://schemas.openxmlformats.org/drawingml/2006/main"/>
          <a:ln xmlns:a="http://schemas.openxmlformats.org/drawingml/2006/main" w="9525">
            <a:solidFill>
              <a:srgbClr val="CFD7E2"/>
            </a:solidFill>
            <a:prstDash val="solid"/>
          </a:ln>
        </p:spPr>
      </p:sp>
      <p:sp>
        <p:nvSpPr>
          <p:cNvPr id="12" name="label-1356">
            <a:extLst xmlns:a="http://schemas.openxmlformats.org/drawingml/2006/main">
              <a:ext uri="{FF2B5EF4-FFF2-40B4-BE49-F238E27FC236}">
                <a16:creationId xmlns:a16="http://schemas.microsoft.com/office/drawing/2014/main" id="{16AE65BF-AB3A-4F31-9948-AECE39489FFE}"/>
              </a:ext>
            </a:extLst>
          </p:cNvPr>
          <p:cNvSpPr>
            <a:spLocks xmlns:a="http://schemas.openxmlformats.org/drawingml/2006/main" noGrp="1"/>
          </p:cNvSpPr>
          <p:nvPr/>
        </p:nvSpPr>
        <p:spPr>
          <a:xfrm xmlns:a="http://schemas.openxmlformats.org/drawingml/2006/main">
            <a:off x="533400" y="3686175"/>
            <a:ext cx="29908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6253B"/>
                </a:solidFill>
                <a:latin typeface="DejaVu Sans"/>
                <a:ea typeface="DejaVu Sans"/>
                <a:cs typeface="DejaVu Sans"/>
              </a:defRPr>
            </a:defPPr>
            <a:lvl1pPr algn="l">
              <a:defRPr sz="2100" b="1">
                <a:solidFill>
                  <a:srgbClr val="16253B"/>
                </a:solidFill>
                <a:latin typeface="DejaVu Sans"/>
                <a:ea typeface="DejaVu Sans"/>
                <a:cs typeface="DejaVu Sans"/>
              </a:defRPr>
            </a:lvl1pPr>
            <a:lvl2pPr algn="l">
              <a:defRPr sz="2100" b="1">
                <a:solidFill>
                  <a:srgbClr val="16253B"/>
                </a:solidFill>
                <a:latin typeface="DejaVu Sans"/>
                <a:ea typeface="DejaVu Sans"/>
                <a:cs typeface="DejaVu Sans"/>
              </a:defRPr>
            </a:lvl2pPr>
            <a:lvl3pPr algn="l">
              <a:defRPr sz="2100" b="1">
                <a:solidFill>
                  <a:srgbClr val="16253B"/>
                </a:solidFill>
                <a:latin typeface="DejaVu Sans"/>
                <a:ea typeface="DejaVu Sans"/>
                <a:cs typeface="DejaVu Sans"/>
              </a:defRPr>
            </a:lvl3pPr>
            <a:lvl4pPr algn="l">
              <a:defRPr sz="2100" b="1">
                <a:solidFill>
                  <a:srgbClr val="16253B"/>
                </a:solidFill>
                <a:latin typeface="DejaVu Sans"/>
                <a:ea typeface="DejaVu Sans"/>
                <a:cs typeface="DejaVu Sans"/>
              </a:defRPr>
            </a:lvl4pPr>
            <a:lvl5pPr algn="l">
              <a:defRPr sz="2100" b="1">
                <a:solidFill>
                  <a:srgbClr val="16253B"/>
                </a:solidFill>
                <a:latin typeface="DejaVu Sans"/>
                <a:ea typeface="DejaVu Sans"/>
                <a:cs typeface="DejaVu Sans"/>
              </a:defRPr>
            </a:lvl5pPr>
            <a:lvl6pPr algn="l">
              <a:defRPr sz="2100" b="1">
                <a:solidFill>
                  <a:srgbClr val="16253B"/>
                </a:solidFill>
                <a:latin typeface="DejaVu Sans"/>
                <a:ea typeface="DejaVu Sans"/>
                <a:cs typeface="DejaVu Sans"/>
              </a:defRPr>
            </a:lvl6pPr>
            <a:lvl7pPr algn="l">
              <a:defRPr sz="2100" b="1">
                <a:solidFill>
                  <a:srgbClr val="16253B"/>
                </a:solidFill>
                <a:latin typeface="DejaVu Sans"/>
                <a:ea typeface="DejaVu Sans"/>
                <a:cs typeface="DejaVu Sans"/>
              </a:defRPr>
            </a:lvl7pPr>
            <a:lvl8pPr algn="l">
              <a:defRPr sz="2100" b="1">
                <a:solidFill>
                  <a:srgbClr val="16253B"/>
                </a:solidFill>
                <a:latin typeface="DejaVu Sans"/>
                <a:ea typeface="DejaVu Sans"/>
                <a:cs typeface="DejaVu Sans"/>
              </a:defRPr>
            </a:lvl8pPr>
            <a:lvl9pPr algn="l">
              <a:defRPr sz="2100" b="1">
                <a:solidFill>
                  <a:srgbClr val="16253B"/>
                </a:solidFill>
                <a:latin typeface="DejaVu Sans"/>
                <a:ea typeface="DejaVu Sans"/>
                <a:cs typeface="DejaVu Sans"/>
              </a:defRPr>
            </a:lvl9pPr>
          </a:lstStyle>
          <a:p xmlns:a="http://schemas.openxmlformats.org/drawingml/2006/main">
            <a:pPr algn="l">
              <a:defRPr sz="2100" b="1">
                <a:solidFill>
                  <a:srgbClr val="16253B"/>
                </a:solidFill>
                <a:latin typeface="DejaVu Sans"/>
                <a:ea typeface="DejaVu Sans"/>
                <a:cs typeface="DejaVu Sans"/>
              </a:defRPr>
            </a:pPr>
            <a:r>
              <a:rPr sz="2100" b="1">
                <a:solidFill>
                  <a:srgbClr val="16253B"/>
                </a:solidFill>
                <a:latin typeface="DejaVu Sans"/>
                <a:ea typeface="DejaVu Sans"/>
                <a:cs typeface="DejaVu Sans"/>
              </a:rPr>
              <a:t>Experiment record</a:t>
            </a:r>
          </a:p>
        </p:txBody>
      </p:sp>
      <p:sp>
        <p:nvSpPr>
          <p:cNvPr id="13" name="label-1357">
            <a:extLst xmlns:a="http://schemas.openxmlformats.org/drawingml/2006/main">
              <a:ext uri="{FF2B5EF4-FFF2-40B4-BE49-F238E27FC236}">
                <a16:creationId xmlns:a16="http://schemas.microsoft.com/office/drawing/2014/main" id="{AF90A4D3-3D52-4B35-91AA-73A88B0FBDBC}"/>
              </a:ext>
            </a:extLst>
          </p:cNvPr>
          <p:cNvSpPr>
            <a:spLocks xmlns:a="http://schemas.openxmlformats.org/drawingml/2006/main" noGrp="1"/>
          </p:cNvSpPr>
          <p:nvPr/>
        </p:nvSpPr>
        <p:spPr>
          <a:xfrm xmlns:a="http://schemas.openxmlformats.org/drawingml/2006/main">
            <a:off x="3724275" y="3686175"/>
            <a:ext cx="79343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6253B"/>
                </a:solidFill>
                <a:latin typeface="DejaVu Sans"/>
                <a:ea typeface="DejaVu Sans"/>
                <a:cs typeface="DejaVu Sans"/>
              </a:defRPr>
            </a:defPPr>
            <a:lvl1pPr algn="l">
              <a:defRPr sz="1875" b="0">
                <a:solidFill>
                  <a:srgbClr val="16253B"/>
                </a:solidFill>
                <a:latin typeface="DejaVu Sans"/>
                <a:ea typeface="DejaVu Sans"/>
                <a:cs typeface="DejaVu Sans"/>
              </a:defRPr>
            </a:lvl1pPr>
            <a:lvl2pPr algn="l">
              <a:defRPr sz="1875" b="0">
                <a:solidFill>
                  <a:srgbClr val="16253B"/>
                </a:solidFill>
                <a:latin typeface="DejaVu Sans"/>
                <a:ea typeface="DejaVu Sans"/>
                <a:cs typeface="DejaVu Sans"/>
              </a:defRPr>
            </a:lvl2pPr>
            <a:lvl3pPr algn="l">
              <a:defRPr sz="1875" b="0">
                <a:solidFill>
                  <a:srgbClr val="16253B"/>
                </a:solidFill>
                <a:latin typeface="DejaVu Sans"/>
                <a:ea typeface="DejaVu Sans"/>
                <a:cs typeface="DejaVu Sans"/>
              </a:defRPr>
            </a:lvl3pPr>
            <a:lvl4pPr algn="l">
              <a:defRPr sz="1875" b="0">
                <a:solidFill>
                  <a:srgbClr val="16253B"/>
                </a:solidFill>
                <a:latin typeface="DejaVu Sans"/>
                <a:ea typeface="DejaVu Sans"/>
                <a:cs typeface="DejaVu Sans"/>
              </a:defRPr>
            </a:lvl4pPr>
            <a:lvl5pPr algn="l">
              <a:defRPr sz="1875" b="0">
                <a:solidFill>
                  <a:srgbClr val="16253B"/>
                </a:solidFill>
                <a:latin typeface="DejaVu Sans"/>
                <a:ea typeface="DejaVu Sans"/>
                <a:cs typeface="DejaVu Sans"/>
              </a:defRPr>
            </a:lvl5pPr>
            <a:lvl6pPr algn="l">
              <a:defRPr sz="1875" b="0">
                <a:solidFill>
                  <a:srgbClr val="16253B"/>
                </a:solidFill>
                <a:latin typeface="DejaVu Sans"/>
                <a:ea typeface="DejaVu Sans"/>
                <a:cs typeface="DejaVu Sans"/>
              </a:defRPr>
            </a:lvl6pPr>
            <a:lvl7pPr algn="l">
              <a:defRPr sz="1875" b="0">
                <a:solidFill>
                  <a:srgbClr val="16253B"/>
                </a:solidFill>
                <a:latin typeface="DejaVu Sans"/>
                <a:ea typeface="DejaVu Sans"/>
                <a:cs typeface="DejaVu Sans"/>
              </a:defRPr>
            </a:lvl7pPr>
            <a:lvl8pPr algn="l">
              <a:defRPr sz="1875" b="0">
                <a:solidFill>
                  <a:srgbClr val="16253B"/>
                </a:solidFill>
                <a:latin typeface="DejaVu Sans"/>
                <a:ea typeface="DejaVu Sans"/>
                <a:cs typeface="DejaVu Sans"/>
              </a:defRPr>
            </a:lvl8pPr>
            <a:lvl9pPr algn="l">
              <a:defRPr sz="1875" b="0">
                <a:solidFill>
                  <a:srgbClr val="16253B"/>
                </a:solidFill>
                <a:latin typeface="DejaVu Sans"/>
                <a:ea typeface="DejaVu Sans"/>
                <a:cs typeface="DejaVu Sans"/>
              </a:defRPr>
            </a:lvl9pPr>
          </a:lstStyle>
          <a:p xmlns:a="http://schemas.openxmlformats.org/drawingml/2006/main">
            <a:pPr algn="l">
              <a:defRPr sz="1875" b="0">
                <a:solidFill>
                  <a:srgbClr val="16253B"/>
                </a:solidFill>
                <a:latin typeface="DejaVu Sans"/>
                <a:ea typeface="DejaVu Sans"/>
                <a:cs typeface="DejaVu Sans"/>
              </a:defRPr>
            </a:pPr>
            <a:r>
              <a:rPr sz="1875" b="0">
                <a:solidFill>
                  <a:srgbClr val="16253B"/>
                </a:solidFill>
                <a:latin typeface="DejaVu Sans"/>
                <a:ea typeface="DejaVu Sans"/>
                <a:cs typeface="DejaVu Sans"/>
              </a:rPr>
              <a:t>Recorded baseline and gate metrics, mini configuration</a:t>
            </a:r>
          </a:p>
        </p:txBody>
      </p:sp>
      <p:sp>
        <p:nvSpPr>
          <p:cNvPr id="14" name="label-1358">
            <a:extLst xmlns:a="http://schemas.openxmlformats.org/drawingml/2006/main">
              <a:ext uri="{FF2B5EF4-FFF2-40B4-BE49-F238E27FC236}">
                <a16:creationId xmlns:a16="http://schemas.microsoft.com/office/drawing/2014/main" id="{D409CBDB-1CE4-4CF3-92DA-C2EBED9A47B8}"/>
              </a:ext>
            </a:extLst>
          </p:cNvPr>
          <p:cNvSpPr>
            <a:spLocks xmlns:a="http://schemas.openxmlformats.org/drawingml/2006/main" noGrp="1"/>
          </p:cNvSpPr>
          <p:nvPr/>
        </p:nvSpPr>
        <p:spPr>
          <a:xfrm xmlns:a="http://schemas.openxmlformats.org/drawingml/2006/main">
            <a:off x="3724275" y="4114800"/>
            <a:ext cx="79343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8677C"/>
                </a:solidFill>
                <a:latin typeface="DejaVu Sans"/>
                <a:ea typeface="DejaVu Sans"/>
                <a:cs typeface="DejaVu Sans"/>
              </a:defRPr>
            </a:defPPr>
            <a:lvl1pPr algn="l">
              <a:defRPr sz="1650" b="0">
                <a:solidFill>
                  <a:srgbClr val="58677C"/>
                </a:solidFill>
                <a:latin typeface="DejaVu Sans"/>
                <a:ea typeface="DejaVu Sans"/>
                <a:cs typeface="DejaVu Sans"/>
              </a:defRPr>
            </a:lvl1pPr>
            <a:lvl2pPr algn="l">
              <a:defRPr sz="1650" b="0">
                <a:solidFill>
                  <a:srgbClr val="58677C"/>
                </a:solidFill>
                <a:latin typeface="DejaVu Sans"/>
                <a:ea typeface="DejaVu Sans"/>
                <a:cs typeface="DejaVu Sans"/>
              </a:defRPr>
            </a:lvl2pPr>
            <a:lvl3pPr algn="l">
              <a:defRPr sz="1650" b="0">
                <a:solidFill>
                  <a:srgbClr val="58677C"/>
                </a:solidFill>
                <a:latin typeface="DejaVu Sans"/>
                <a:ea typeface="DejaVu Sans"/>
                <a:cs typeface="DejaVu Sans"/>
              </a:defRPr>
            </a:lvl3pPr>
            <a:lvl4pPr algn="l">
              <a:defRPr sz="1650" b="0">
                <a:solidFill>
                  <a:srgbClr val="58677C"/>
                </a:solidFill>
                <a:latin typeface="DejaVu Sans"/>
                <a:ea typeface="DejaVu Sans"/>
                <a:cs typeface="DejaVu Sans"/>
              </a:defRPr>
            </a:lvl4pPr>
            <a:lvl5pPr algn="l">
              <a:defRPr sz="1650" b="0">
                <a:solidFill>
                  <a:srgbClr val="58677C"/>
                </a:solidFill>
                <a:latin typeface="DejaVu Sans"/>
                <a:ea typeface="DejaVu Sans"/>
                <a:cs typeface="DejaVu Sans"/>
              </a:defRPr>
            </a:lvl5pPr>
            <a:lvl6pPr algn="l">
              <a:defRPr sz="1650" b="0">
                <a:solidFill>
                  <a:srgbClr val="58677C"/>
                </a:solidFill>
                <a:latin typeface="DejaVu Sans"/>
                <a:ea typeface="DejaVu Sans"/>
                <a:cs typeface="DejaVu Sans"/>
              </a:defRPr>
            </a:lvl6pPr>
            <a:lvl7pPr algn="l">
              <a:defRPr sz="1650" b="0">
                <a:solidFill>
                  <a:srgbClr val="58677C"/>
                </a:solidFill>
                <a:latin typeface="DejaVu Sans"/>
                <a:ea typeface="DejaVu Sans"/>
                <a:cs typeface="DejaVu Sans"/>
              </a:defRPr>
            </a:lvl7pPr>
            <a:lvl8pPr algn="l">
              <a:defRPr sz="1650" b="0">
                <a:solidFill>
                  <a:srgbClr val="58677C"/>
                </a:solidFill>
                <a:latin typeface="DejaVu Sans"/>
                <a:ea typeface="DejaVu Sans"/>
                <a:cs typeface="DejaVu Sans"/>
              </a:defRPr>
            </a:lvl8pPr>
            <a:lvl9pPr algn="l">
              <a:defRPr sz="1650" b="0">
                <a:solidFill>
                  <a:srgbClr val="58677C"/>
                </a:solidFill>
                <a:latin typeface="DejaVu Sans"/>
                <a:ea typeface="DejaVu Sans"/>
                <a:cs typeface="DejaVu Sans"/>
              </a:defRPr>
            </a:lvl9pPr>
          </a:lstStyle>
          <a:p xmlns:a="http://schemas.openxmlformats.org/drawingml/2006/main">
            <a:pPr algn="l">
              <a:defRPr sz="1650" b="0">
                <a:solidFill>
                  <a:srgbClr val="58677C"/>
                </a:solidFill>
                <a:latin typeface="DejaVu Sans"/>
                <a:ea typeface="DejaVu Sans"/>
                <a:cs typeface="DejaVu Sans"/>
              </a:defRPr>
            </a:pPr>
            <a:r>
              <a:rPr sz="1650" b="0">
                <a:solidFill>
                  <a:srgbClr val="58677C"/>
                </a:solidFill>
                <a:latin typeface="DejaVu Sans"/>
                <a:ea typeface="DejaVu Sans"/>
                <a:cs typeface="DejaVu Sans"/>
              </a:rPr>
              <a:t>Project RESULTS.md and refinement config</a:t>
            </a:r>
          </a:p>
        </p:txBody>
      </p:sp>
      <p:sp>
        <p:nvSpPr>
          <p:cNvPr id="15" name="path-1359">
            <a:extLst xmlns:a="http://schemas.openxmlformats.org/drawingml/2006/main">
              <a:ext uri="{FF2B5EF4-FFF2-40B4-BE49-F238E27FC236}">
                <a16:creationId xmlns:a16="http://schemas.microsoft.com/office/drawing/2014/main" id="{CCF97C7D-E824-44E3-8358-E7C6ED9D4AE2}"/>
              </a:ext>
            </a:extLst>
          </p:cNvPr>
          <p:cNvSpPr>
            <a:spLocks xmlns:a="http://schemas.openxmlformats.org/drawingml/2006/main" noGrp="1"/>
          </p:cNvSpPr>
          <p:nvPr/>
        </p:nvSpPr>
        <p:spPr>
          <a:xfrm xmlns:a="http://schemas.openxmlformats.org/drawingml/2006/main">
            <a:off x="533400" y="4581525"/>
            <a:ext cx="11125200" cy="953"/>
          </a:xfrm>
          <a:custGeom xmlns:a="http://schemas.openxmlformats.org/drawingml/2006/main">
            <a:pathLst>
              <a:path w="11125200" h="953">
                <a:moveTo>
                  <a:pt x="0" y="0"/>
                </a:moveTo>
                <a:lnTo>
                  <a:pt x="11125200" y="0"/>
                </a:lnTo>
              </a:path>
            </a:pathLst>
          </a:custGeom>
          <a:noFill xmlns:a="http://schemas.openxmlformats.org/drawingml/2006/main"/>
          <a:ln xmlns:a="http://schemas.openxmlformats.org/drawingml/2006/main" w="9525">
            <a:solidFill>
              <a:srgbClr val="CFD7E2"/>
            </a:solidFill>
            <a:prstDash val="solid"/>
          </a:ln>
        </p:spPr>
      </p:sp>
      <p:sp>
        <p:nvSpPr>
          <p:cNvPr id="16" name="label-1360">
            <a:extLst xmlns:a="http://schemas.openxmlformats.org/drawingml/2006/main">
              <a:ext uri="{FF2B5EF4-FFF2-40B4-BE49-F238E27FC236}">
                <a16:creationId xmlns:a16="http://schemas.microsoft.com/office/drawing/2014/main" id="{C66EE012-BD09-414A-92EE-1D112546FF4F}"/>
              </a:ext>
            </a:extLst>
          </p:cNvPr>
          <p:cNvSpPr>
            <a:spLocks xmlns:a="http://schemas.openxmlformats.org/drawingml/2006/main" noGrp="1"/>
          </p:cNvSpPr>
          <p:nvPr/>
        </p:nvSpPr>
        <p:spPr>
          <a:xfrm xmlns:a="http://schemas.openxmlformats.org/drawingml/2006/main">
            <a:off x="533400" y="4800600"/>
            <a:ext cx="29908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16253B"/>
                </a:solidFill>
                <a:latin typeface="DejaVu Sans"/>
                <a:ea typeface="DejaVu Sans"/>
                <a:cs typeface="DejaVu Sans"/>
              </a:defRPr>
            </a:defPPr>
            <a:lvl1pPr algn="l">
              <a:defRPr sz="2100" b="1">
                <a:solidFill>
                  <a:srgbClr val="16253B"/>
                </a:solidFill>
                <a:latin typeface="DejaVu Sans"/>
                <a:ea typeface="DejaVu Sans"/>
                <a:cs typeface="DejaVu Sans"/>
              </a:defRPr>
            </a:lvl1pPr>
            <a:lvl2pPr algn="l">
              <a:defRPr sz="2100" b="1">
                <a:solidFill>
                  <a:srgbClr val="16253B"/>
                </a:solidFill>
                <a:latin typeface="DejaVu Sans"/>
                <a:ea typeface="DejaVu Sans"/>
                <a:cs typeface="DejaVu Sans"/>
              </a:defRPr>
            </a:lvl2pPr>
            <a:lvl3pPr algn="l">
              <a:defRPr sz="2100" b="1">
                <a:solidFill>
                  <a:srgbClr val="16253B"/>
                </a:solidFill>
                <a:latin typeface="DejaVu Sans"/>
                <a:ea typeface="DejaVu Sans"/>
                <a:cs typeface="DejaVu Sans"/>
              </a:defRPr>
            </a:lvl3pPr>
            <a:lvl4pPr algn="l">
              <a:defRPr sz="2100" b="1">
                <a:solidFill>
                  <a:srgbClr val="16253B"/>
                </a:solidFill>
                <a:latin typeface="DejaVu Sans"/>
                <a:ea typeface="DejaVu Sans"/>
                <a:cs typeface="DejaVu Sans"/>
              </a:defRPr>
            </a:lvl4pPr>
            <a:lvl5pPr algn="l">
              <a:defRPr sz="2100" b="1">
                <a:solidFill>
                  <a:srgbClr val="16253B"/>
                </a:solidFill>
                <a:latin typeface="DejaVu Sans"/>
                <a:ea typeface="DejaVu Sans"/>
                <a:cs typeface="DejaVu Sans"/>
              </a:defRPr>
            </a:lvl5pPr>
            <a:lvl6pPr algn="l">
              <a:defRPr sz="2100" b="1">
                <a:solidFill>
                  <a:srgbClr val="16253B"/>
                </a:solidFill>
                <a:latin typeface="DejaVu Sans"/>
                <a:ea typeface="DejaVu Sans"/>
                <a:cs typeface="DejaVu Sans"/>
              </a:defRPr>
            </a:lvl6pPr>
            <a:lvl7pPr algn="l">
              <a:defRPr sz="2100" b="1">
                <a:solidFill>
                  <a:srgbClr val="16253B"/>
                </a:solidFill>
                <a:latin typeface="DejaVu Sans"/>
                <a:ea typeface="DejaVu Sans"/>
                <a:cs typeface="DejaVu Sans"/>
              </a:defRPr>
            </a:lvl7pPr>
            <a:lvl8pPr algn="l">
              <a:defRPr sz="2100" b="1">
                <a:solidFill>
                  <a:srgbClr val="16253B"/>
                </a:solidFill>
                <a:latin typeface="DejaVu Sans"/>
                <a:ea typeface="DejaVu Sans"/>
                <a:cs typeface="DejaVu Sans"/>
              </a:defRPr>
            </a:lvl8pPr>
            <a:lvl9pPr algn="l">
              <a:defRPr sz="2100" b="1">
                <a:solidFill>
                  <a:srgbClr val="16253B"/>
                </a:solidFill>
                <a:latin typeface="DejaVu Sans"/>
                <a:ea typeface="DejaVu Sans"/>
                <a:cs typeface="DejaVu Sans"/>
              </a:defRPr>
            </a:lvl9pPr>
          </a:lstStyle>
          <a:p xmlns:a="http://schemas.openxmlformats.org/drawingml/2006/main">
            <a:pPr algn="l">
              <a:defRPr sz="2100" b="1">
                <a:solidFill>
                  <a:srgbClr val="16253B"/>
                </a:solidFill>
                <a:latin typeface="DejaVu Sans"/>
                <a:ea typeface="DejaVu Sans"/>
                <a:cs typeface="DejaVu Sans"/>
              </a:defRPr>
            </a:pPr>
            <a:r>
              <a:rPr sz="2100" b="1">
                <a:solidFill>
                  <a:srgbClr val="16253B"/>
                </a:solidFill>
                <a:latin typeface="DejaVu Sans"/>
                <a:ea typeface="DejaVu Sans"/>
                <a:cs typeface="DejaVu Sans"/>
              </a:rPr>
              <a:t>Detection metrics</a:t>
            </a:r>
          </a:p>
        </p:txBody>
      </p:sp>
      <p:sp>
        <p:nvSpPr>
          <p:cNvPr id="17" name="label-1361">
            <a:extLst xmlns:a="http://schemas.openxmlformats.org/drawingml/2006/main">
              <a:ext uri="{FF2B5EF4-FFF2-40B4-BE49-F238E27FC236}">
                <a16:creationId xmlns:a16="http://schemas.microsoft.com/office/drawing/2014/main" id="{33177A9D-6561-41D8-86EB-937CBD026335}"/>
              </a:ext>
            </a:extLst>
          </p:cNvPr>
          <p:cNvSpPr>
            <a:spLocks xmlns:a="http://schemas.openxmlformats.org/drawingml/2006/main" noGrp="1"/>
          </p:cNvSpPr>
          <p:nvPr/>
        </p:nvSpPr>
        <p:spPr>
          <a:xfrm xmlns:a="http://schemas.openxmlformats.org/drawingml/2006/main">
            <a:off x="3724275" y="4800600"/>
            <a:ext cx="7934325" cy="3524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16253B"/>
                </a:solidFill>
                <a:latin typeface="DejaVu Sans"/>
                <a:ea typeface="DejaVu Sans"/>
                <a:cs typeface="DejaVu Sans"/>
              </a:defRPr>
            </a:defPPr>
            <a:lvl1pPr algn="l">
              <a:defRPr sz="1875" b="0">
                <a:solidFill>
                  <a:srgbClr val="16253B"/>
                </a:solidFill>
                <a:latin typeface="DejaVu Sans"/>
                <a:ea typeface="DejaVu Sans"/>
                <a:cs typeface="DejaVu Sans"/>
              </a:defRPr>
            </a:lvl1pPr>
            <a:lvl2pPr algn="l">
              <a:defRPr sz="1875" b="0">
                <a:solidFill>
                  <a:srgbClr val="16253B"/>
                </a:solidFill>
                <a:latin typeface="DejaVu Sans"/>
                <a:ea typeface="DejaVu Sans"/>
                <a:cs typeface="DejaVu Sans"/>
              </a:defRPr>
            </a:lvl2pPr>
            <a:lvl3pPr algn="l">
              <a:defRPr sz="1875" b="0">
                <a:solidFill>
                  <a:srgbClr val="16253B"/>
                </a:solidFill>
                <a:latin typeface="DejaVu Sans"/>
                <a:ea typeface="DejaVu Sans"/>
                <a:cs typeface="DejaVu Sans"/>
              </a:defRPr>
            </a:lvl3pPr>
            <a:lvl4pPr algn="l">
              <a:defRPr sz="1875" b="0">
                <a:solidFill>
                  <a:srgbClr val="16253B"/>
                </a:solidFill>
                <a:latin typeface="DejaVu Sans"/>
                <a:ea typeface="DejaVu Sans"/>
                <a:cs typeface="DejaVu Sans"/>
              </a:defRPr>
            </a:lvl4pPr>
            <a:lvl5pPr algn="l">
              <a:defRPr sz="1875" b="0">
                <a:solidFill>
                  <a:srgbClr val="16253B"/>
                </a:solidFill>
                <a:latin typeface="DejaVu Sans"/>
                <a:ea typeface="DejaVu Sans"/>
                <a:cs typeface="DejaVu Sans"/>
              </a:defRPr>
            </a:lvl5pPr>
            <a:lvl6pPr algn="l">
              <a:defRPr sz="1875" b="0">
                <a:solidFill>
                  <a:srgbClr val="16253B"/>
                </a:solidFill>
                <a:latin typeface="DejaVu Sans"/>
                <a:ea typeface="DejaVu Sans"/>
                <a:cs typeface="DejaVu Sans"/>
              </a:defRPr>
            </a:lvl6pPr>
            <a:lvl7pPr algn="l">
              <a:defRPr sz="1875" b="0">
                <a:solidFill>
                  <a:srgbClr val="16253B"/>
                </a:solidFill>
                <a:latin typeface="DejaVu Sans"/>
                <a:ea typeface="DejaVu Sans"/>
                <a:cs typeface="DejaVu Sans"/>
              </a:defRPr>
            </a:lvl7pPr>
            <a:lvl8pPr algn="l">
              <a:defRPr sz="1875" b="0">
                <a:solidFill>
                  <a:srgbClr val="16253B"/>
                </a:solidFill>
                <a:latin typeface="DejaVu Sans"/>
                <a:ea typeface="DejaVu Sans"/>
                <a:cs typeface="DejaVu Sans"/>
              </a:defRPr>
            </a:lvl8pPr>
            <a:lvl9pPr algn="l">
              <a:defRPr sz="1875" b="0">
                <a:solidFill>
                  <a:srgbClr val="16253B"/>
                </a:solidFill>
                <a:latin typeface="DejaVu Sans"/>
                <a:ea typeface="DejaVu Sans"/>
                <a:cs typeface="DejaVu Sans"/>
              </a:defRPr>
            </a:lvl9pPr>
          </a:lstStyle>
          <a:p xmlns:a="http://schemas.openxmlformats.org/drawingml/2006/main">
            <a:pPr algn="l">
              <a:defRPr sz="1875" b="0">
                <a:solidFill>
                  <a:srgbClr val="16253B"/>
                </a:solidFill>
                <a:latin typeface="DejaVu Sans"/>
                <a:ea typeface="DejaVu Sans"/>
                <a:cs typeface="DejaVu Sans"/>
              </a:defRPr>
            </a:pPr>
            <a:r>
              <a:rPr sz="1875" b="0">
                <a:solidFill>
                  <a:srgbClr val="16253B"/>
                </a:solidFill>
                <a:latin typeface="DejaVu Sans"/>
                <a:ea typeface="DejaVu Sans"/>
                <a:cs typeface="DejaVu Sans"/>
              </a:rPr>
              <a:t>mAP, NDS and translation / scale / orientation errors</a:t>
            </a:r>
          </a:p>
        </p:txBody>
      </p:sp>
      <p:sp>
        <p:nvSpPr>
          <p:cNvPr id="18" name="label-1362">
            <a:extLst xmlns:a="http://schemas.openxmlformats.org/drawingml/2006/main">
              <a:ext uri="{FF2B5EF4-FFF2-40B4-BE49-F238E27FC236}">
                <a16:creationId xmlns:a16="http://schemas.microsoft.com/office/drawing/2014/main" id="{864CCD18-D52F-4E7F-9EC0-3F0389FBA053}"/>
              </a:ext>
            </a:extLst>
          </p:cNvPr>
          <p:cNvSpPr>
            <a:spLocks xmlns:a="http://schemas.openxmlformats.org/drawingml/2006/main" noGrp="1"/>
          </p:cNvSpPr>
          <p:nvPr/>
        </p:nvSpPr>
        <p:spPr>
          <a:xfrm xmlns:a="http://schemas.openxmlformats.org/drawingml/2006/main">
            <a:off x="3724275" y="5229225"/>
            <a:ext cx="79343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58677C"/>
                </a:solidFill>
                <a:latin typeface="DejaVu Sans"/>
                <a:ea typeface="DejaVu Sans"/>
                <a:cs typeface="DejaVu Sans"/>
              </a:defRPr>
            </a:defPPr>
            <a:lvl1pPr algn="l">
              <a:defRPr sz="1650" b="0">
                <a:solidFill>
                  <a:srgbClr val="58677C"/>
                </a:solidFill>
                <a:latin typeface="DejaVu Sans"/>
                <a:ea typeface="DejaVu Sans"/>
                <a:cs typeface="DejaVu Sans"/>
              </a:defRPr>
            </a:lvl1pPr>
            <a:lvl2pPr algn="l">
              <a:defRPr sz="1650" b="0">
                <a:solidFill>
                  <a:srgbClr val="58677C"/>
                </a:solidFill>
                <a:latin typeface="DejaVu Sans"/>
                <a:ea typeface="DejaVu Sans"/>
                <a:cs typeface="DejaVu Sans"/>
              </a:defRPr>
            </a:lvl2pPr>
            <a:lvl3pPr algn="l">
              <a:defRPr sz="1650" b="0">
                <a:solidFill>
                  <a:srgbClr val="58677C"/>
                </a:solidFill>
                <a:latin typeface="DejaVu Sans"/>
                <a:ea typeface="DejaVu Sans"/>
                <a:cs typeface="DejaVu Sans"/>
              </a:defRPr>
            </a:lvl3pPr>
            <a:lvl4pPr algn="l">
              <a:defRPr sz="1650" b="0">
                <a:solidFill>
                  <a:srgbClr val="58677C"/>
                </a:solidFill>
                <a:latin typeface="DejaVu Sans"/>
                <a:ea typeface="DejaVu Sans"/>
                <a:cs typeface="DejaVu Sans"/>
              </a:defRPr>
            </a:lvl4pPr>
            <a:lvl5pPr algn="l">
              <a:defRPr sz="1650" b="0">
                <a:solidFill>
                  <a:srgbClr val="58677C"/>
                </a:solidFill>
                <a:latin typeface="DejaVu Sans"/>
                <a:ea typeface="DejaVu Sans"/>
                <a:cs typeface="DejaVu Sans"/>
              </a:defRPr>
            </a:lvl5pPr>
            <a:lvl6pPr algn="l">
              <a:defRPr sz="1650" b="0">
                <a:solidFill>
                  <a:srgbClr val="58677C"/>
                </a:solidFill>
                <a:latin typeface="DejaVu Sans"/>
                <a:ea typeface="DejaVu Sans"/>
                <a:cs typeface="DejaVu Sans"/>
              </a:defRPr>
            </a:lvl6pPr>
            <a:lvl7pPr algn="l">
              <a:defRPr sz="1650" b="0">
                <a:solidFill>
                  <a:srgbClr val="58677C"/>
                </a:solidFill>
                <a:latin typeface="DejaVu Sans"/>
                <a:ea typeface="DejaVu Sans"/>
                <a:cs typeface="DejaVu Sans"/>
              </a:defRPr>
            </a:lvl7pPr>
            <a:lvl8pPr algn="l">
              <a:defRPr sz="1650" b="0">
                <a:solidFill>
                  <a:srgbClr val="58677C"/>
                </a:solidFill>
                <a:latin typeface="DejaVu Sans"/>
                <a:ea typeface="DejaVu Sans"/>
                <a:cs typeface="DejaVu Sans"/>
              </a:defRPr>
            </a:lvl8pPr>
            <a:lvl9pPr algn="l">
              <a:defRPr sz="1650" b="0">
                <a:solidFill>
                  <a:srgbClr val="58677C"/>
                </a:solidFill>
                <a:latin typeface="DejaVu Sans"/>
                <a:ea typeface="DejaVu Sans"/>
                <a:cs typeface="DejaVu Sans"/>
              </a:defRPr>
            </a:lvl9pPr>
          </a:lstStyle>
          <a:p xmlns:a="http://schemas.openxmlformats.org/drawingml/2006/main">
            <a:pPr algn="l">
              <a:defRPr sz="1650" b="0">
                <a:solidFill>
                  <a:srgbClr val="58677C"/>
                </a:solidFill>
                <a:latin typeface="DejaVu Sans"/>
                <a:ea typeface="DejaVu Sans"/>
                <a:cs typeface="DejaVu Sans"/>
              </a:defRPr>
            </a:pPr>
            <a:r>
              <a:rPr sz="1650" b="0">
                <a:solidFill>
                  <a:srgbClr val="58677C"/>
                </a:solidFill>
                <a:latin typeface="DejaVu Sans"/>
                <a:ea typeface="DejaVu Sans"/>
                <a:cs typeface="DejaVu Sans"/>
              </a:rPr>
              <a:t>Official nuScenes detection evaluation</a:t>
            </a:r>
          </a:p>
        </p:txBody>
      </p:sp>
    </p:spTree>
    <p:extLst>
      <p:ext uri="{BB962C8B-B14F-4D97-AF65-F5344CB8AC3E}">
        <p14:creationId xmlns:p14="http://schemas.microsoft.com/office/powerpoint/2010/main" val="132927313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2026-10-18T01:02:38.6200000Z</dcterms:created>
  <dcterms:modified xsi:type="dcterms:W3CDTF">2026-10-18T01:02:38.6200000Z</dcterms:modified>
</coreProperties>
</file>